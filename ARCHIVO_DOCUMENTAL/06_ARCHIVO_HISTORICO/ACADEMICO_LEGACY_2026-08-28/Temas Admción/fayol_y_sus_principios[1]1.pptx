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activeX/activeX2.xml" ContentType="application/vnd.ms-office.activeX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Default Extension="png" ContentType="image/png"/>
  <Override PartName="/ppt/diagrams/drawing3.xml" ContentType="application/vnd.ms-office.drawingml.diagramDrawing+xml"/>
  <Override PartName="/ppt/diagrams/quickStyle5.xml" ContentType="application/vnd.openxmlformats-officedocument.drawingml.diagramStyle+xml"/>
  <Default Extension="bin" ContentType="application/vnd.ms-office.activeX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  <Override PartName="/ppt/activeX/activeX1.xml" ContentType="application/vnd.ms-office.activeX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Default Extension="vml" ContentType="application/vnd.openxmlformats-officedocument.vmlDrawing"/>
  <Override PartName="/ppt/diagrams/drawing8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diagrams/quickStyle8.xml" ContentType="application/vnd.openxmlformats-officedocument.drawingml.diagramStyl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59"/>
  </p:notesMasterIdLst>
  <p:sldIdLst>
    <p:sldId id="287" r:id="rId2"/>
    <p:sldId id="299" r:id="rId3"/>
    <p:sldId id="300" r:id="rId4"/>
    <p:sldId id="303" r:id="rId5"/>
    <p:sldId id="301" r:id="rId6"/>
    <p:sldId id="302" r:id="rId7"/>
    <p:sldId id="258" r:id="rId8"/>
    <p:sldId id="260" r:id="rId9"/>
    <p:sldId id="256" r:id="rId10"/>
    <p:sldId id="261" r:id="rId11"/>
    <p:sldId id="263" r:id="rId12"/>
    <p:sldId id="265" r:id="rId13"/>
    <p:sldId id="264" r:id="rId14"/>
    <p:sldId id="277" r:id="rId15"/>
    <p:sldId id="267" r:id="rId16"/>
    <p:sldId id="273" r:id="rId17"/>
    <p:sldId id="310" r:id="rId18"/>
    <p:sldId id="311" r:id="rId19"/>
    <p:sldId id="309" r:id="rId20"/>
    <p:sldId id="271" r:id="rId21"/>
    <p:sldId id="275" r:id="rId22"/>
    <p:sldId id="276" r:id="rId23"/>
    <p:sldId id="278" r:id="rId24"/>
    <p:sldId id="280" r:id="rId25"/>
    <p:sldId id="282" r:id="rId26"/>
    <p:sldId id="283" r:id="rId27"/>
    <p:sldId id="284" r:id="rId28"/>
    <p:sldId id="305" r:id="rId29"/>
    <p:sldId id="306" r:id="rId30"/>
    <p:sldId id="259" r:id="rId31"/>
    <p:sldId id="304" r:id="rId32"/>
    <p:sldId id="308" r:id="rId33"/>
    <p:sldId id="312" r:id="rId34"/>
    <p:sldId id="307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4" autoAdjust="0"/>
    <p:restoredTop sz="94652" autoAdjust="0"/>
  </p:normalViewPr>
  <p:slideViewPr>
    <p:cSldViewPr>
      <p:cViewPr varScale="1">
        <p:scale>
          <a:sx n="104" d="100"/>
          <a:sy n="104" d="100"/>
        </p:scale>
        <p:origin x="-1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152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5512D11A-5CC6-11CF-8D67-00AA00BDCE1D}" ax:persistence="persistStream" r:id="rId1"/>
</file>

<file path=ppt/activeX/activeX2.xml><?xml version="1.0" encoding="utf-8"?>
<ax:ocx xmlns:ax="http://schemas.microsoft.com/office/2006/activeX" xmlns:r="http://schemas.openxmlformats.org/officeDocument/2006/relationships" ax:classid="{5512D110-5CC6-11CF-8D67-00AA00BDCE1D}" ax:persistence="persistStream" r:id="rId1"/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AF7ADD-BE64-41F7-9B47-B72D1BDC5448}" type="doc">
      <dgm:prSet loTypeId="urn:microsoft.com/office/officeart/2005/8/layout/hierarchy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4EB7851-C213-4C3E-A5CE-E0881762383C}">
      <dgm:prSet phldrT="[Texto]"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  <a:latin typeface="+mj-lt"/>
            </a:rPr>
            <a:t>OPERACIONES BASICAS DE LA EMPRESA</a:t>
          </a:r>
          <a:endParaRPr lang="es-ES" sz="1000" dirty="0">
            <a:solidFill>
              <a:srgbClr val="000000"/>
            </a:solidFill>
            <a:latin typeface="+mj-lt"/>
          </a:endParaRPr>
        </a:p>
      </dgm:t>
    </dgm:pt>
    <dgm:pt modelId="{A3FB3E76-5906-460C-A32B-435FA4883529}" type="parTrans" cxnId="{6C0FCBF6-D984-457B-9F56-84B94A7F06B1}">
      <dgm:prSet/>
      <dgm:spPr/>
      <dgm:t>
        <a:bodyPr/>
        <a:lstStyle/>
        <a:p>
          <a:endParaRPr lang="es-ES"/>
        </a:p>
      </dgm:t>
    </dgm:pt>
    <dgm:pt modelId="{5B97B373-9F65-4988-908A-D833D2BF3BB9}" type="sibTrans" cxnId="{6C0FCBF6-D984-457B-9F56-84B94A7F06B1}">
      <dgm:prSet/>
      <dgm:spPr/>
      <dgm:t>
        <a:bodyPr/>
        <a:lstStyle/>
        <a:p>
          <a:endParaRPr lang="es-ES"/>
        </a:p>
      </dgm:t>
    </dgm:pt>
    <dgm:pt modelId="{D6928983-850C-4B6E-8BDC-107436CE7CD8}">
      <dgm:prSet phldrT="[Texto]"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SEGURIDAD</a:t>
          </a:r>
          <a:endParaRPr lang="es-ES" sz="1000" dirty="0">
            <a:solidFill>
              <a:srgbClr val="000000"/>
            </a:solidFill>
          </a:endParaRPr>
        </a:p>
      </dgm:t>
    </dgm:pt>
    <dgm:pt modelId="{E8B32895-9833-47D9-A30A-31DB12001CB7}" type="parTrans" cxnId="{C686DF00-CC28-43CB-8F6F-7C2B36405BE7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015815B7-9535-455A-A51B-5E1E51CAD30A}" type="sibTrans" cxnId="{C686DF00-CC28-43CB-8F6F-7C2B36405BE7}">
      <dgm:prSet/>
      <dgm:spPr/>
      <dgm:t>
        <a:bodyPr/>
        <a:lstStyle/>
        <a:p>
          <a:endParaRPr lang="es-ES"/>
        </a:p>
      </dgm:t>
    </dgm:pt>
    <dgm:pt modelId="{817E3947-C767-4863-97B6-3085FB967C4C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CONTABLE</a:t>
          </a:r>
          <a:endParaRPr lang="es-ES" sz="1000" dirty="0">
            <a:solidFill>
              <a:srgbClr val="000000"/>
            </a:solidFill>
          </a:endParaRPr>
        </a:p>
      </dgm:t>
    </dgm:pt>
    <dgm:pt modelId="{7261C2C0-A3DF-4707-89E5-0127EC6A1886}" type="parTrans" cxnId="{F12939BB-27A4-459C-84D0-77696BDC4568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B99D8BD6-971B-4DE1-B103-2B71939520C2}" type="sibTrans" cxnId="{F12939BB-27A4-459C-84D0-77696BDC4568}">
      <dgm:prSet/>
      <dgm:spPr/>
      <dgm:t>
        <a:bodyPr/>
        <a:lstStyle/>
        <a:p>
          <a:endParaRPr lang="es-ES"/>
        </a:p>
      </dgm:t>
    </dgm:pt>
    <dgm:pt modelId="{74A2C338-CA64-4CFE-BB5C-DF1F7EFB88D6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FINANCIERA</a:t>
          </a:r>
          <a:endParaRPr lang="es-ES" sz="1000" dirty="0">
            <a:solidFill>
              <a:srgbClr val="000000"/>
            </a:solidFill>
          </a:endParaRPr>
        </a:p>
      </dgm:t>
    </dgm:pt>
    <dgm:pt modelId="{38A5AF98-B00D-4268-A759-3DA30ED4FFE0}" type="parTrans" cxnId="{3AB95BA1-6E87-4639-8DE0-8C7C928150E7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27357923-9216-4862-81D2-5FBC7F7ADCCE}" type="sibTrans" cxnId="{3AB95BA1-6E87-4639-8DE0-8C7C928150E7}">
      <dgm:prSet/>
      <dgm:spPr/>
      <dgm:t>
        <a:bodyPr/>
        <a:lstStyle/>
        <a:p>
          <a:endParaRPr lang="es-ES"/>
        </a:p>
      </dgm:t>
    </dgm:pt>
    <dgm:pt modelId="{2BEE20F6-1E6A-4F26-A609-503889A46B44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ADMINISTRATIVA</a:t>
          </a:r>
          <a:endParaRPr lang="es-ES" sz="1000" dirty="0">
            <a:solidFill>
              <a:srgbClr val="000000"/>
            </a:solidFill>
          </a:endParaRPr>
        </a:p>
      </dgm:t>
    </dgm:pt>
    <dgm:pt modelId="{2668CFB7-7CC2-4287-B19A-FD6EFA0F44A4}" type="parTrans" cxnId="{0616E165-BBB2-4D42-93BB-E219AFEA5248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02B1B6F9-991A-48DC-B9B5-64B72F807A17}" type="sibTrans" cxnId="{0616E165-BBB2-4D42-93BB-E219AFEA5248}">
      <dgm:prSet/>
      <dgm:spPr/>
      <dgm:t>
        <a:bodyPr/>
        <a:lstStyle/>
        <a:p>
          <a:endParaRPr lang="es-ES"/>
        </a:p>
      </dgm:t>
    </dgm:pt>
    <dgm:pt modelId="{8B72CFF7-F511-44B6-BECF-7433C9E829A9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COMERCIAL</a:t>
          </a:r>
          <a:endParaRPr lang="es-ES" sz="1000" dirty="0">
            <a:solidFill>
              <a:srgbClr val="000000"/>
            </a:solidFill>
          </a:endParaRPr>
        </a:p>
      </dgm:t>
    </dgm:pt>
    <dgm:pt modelId="{852B5AE1-372C-4D8E-BEAE-0443DFEFBCB9}" type="parTrans" cxnId="{501973E2-33C0-48D6-9D03-70C9617EA510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B92713AF-820A-4A06-B086-4585F4351C03}" type="sibTrans" cxnId="{501973E2-33C0-48D6-9D03-70C9617EA510}">
      <dgm:prSet/>
      <dgm:spPr/>
      <dgm:t>
        <a:bodyPr/>
        <a:lstStyle/>
        <a:p>
          <a:endParaRPr lang="es-ES"/>
        </a:p>
      </dgm:t>
    </dgm:pt>
    <dgm:pt modelId="{5D4097AD-4BA2-4CB7-AF7C-E71D16D621BF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TECNICA</a:t>
          </a:r>
          <a:endParaRPr lang="es-ES" sz="1000" dirty="0">
            <a:solidFill>
              <a:srgbClr val="000000"/>
            </a:solidFill>
          </a:endParaRPr>
        </a:p>
      </dgm:t>
    </dgm:pt>
    <dgm:pt modelId="{4D6DA811-DF0F-4514-A1DB-E664A5D4B2C7}" type="parTrans" cxnId="{24698CB0-77EB-40AE-AAF2-ADCAD4496D7C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E7D64164-629D-43E2-9E2F-A4DEFA597BB8}" type="sibTrans" cxnId="{24698CB0-77EB-40AE-AAF2-ADCAD4496D7C}">
      <dgm:prSet/>
      <dgm:spPr/>
      <dgm:t>
        <a:bodyPr/>
        <a:lstStyle/>
        <a:p>
          <a:endParaRPr lang="es-ES"/>
        </a:p>
      </dgm:t>
    </dgm:pt>
    <dgm:pt modelId="{2DCF69C9-5B04-4BE3-AA8F-C7343E78D297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Producción de bienes y servicios</a:t>
          </a:r>
          <a:endParaRPr lang="es-ES" sz="1000" dirty="0">
            <a:solidFill>
              <a:srgbClr val="000000"/>
            </a:solidFill>
          </a:endParaRPr>
        </a:p>
      </dgm:t>
    </dgm:pt>
    <dgm:pt modelId="{DECD65D6-2E86-4B74-8DE0-87A78BB65D00}" type="parTrans" cxnId="{272D36F5-4CEE-438E-92D0-D28D5C5FFA62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AD201F15-8685-4262-BC57-4C9E2AD87F2B}" type="sibTrans" cxnId="{272D36F5-4CEE-438E-92D0-D28D5C5FFA62}">
      <dgm:prSet/>
      <dgm:spPr/>
      <dgm:t>
        <a:bodyPr/>
        <a:lstStyle/>
        <a:p>
          <a:endParaRPr lang="es-ES"/>
        </a:p>
      </dgm:t>
    </dgm:pt>
    <dgm:pt modelId="{61BF2D1F-EADE-4B69-8664-2D75B10A46DA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Compra, venta o intercambio</a:t>
          </a:r>
          <a:endParaRPr lang="es-ES" sz="1000" dirty="0">
            <a:solidFill>
              <a:srgbClr val="000000"/>
            </a:solidFill>
          </a:endParaRPr>
        </a:p>
      </dgm:t>
    </dgm:pt>
    <dgm:pt modelId="{E3EA4FE4-F8C8-48BD-9424-6EE8723ABA90}" type="parTrans" cxnId="{D393675F-993E-4854-87B8-3FD514B54CA3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AAE8EBAB-8E8D-423D-A311-CFA0AA87A6A3}" type="sibTrans" cxnId="{D393675F-993E-4854-87B8-3FD514B54CA3}">
      <dgm:prSet/>
      <dgm:spPr/>
      <dgm:t>
        <a:bodyPr/>
        <a:lstStyle/>
        <a:p>
          <a:endParaRPr lang="es-ES"/>
        </a:p>
      </dgm:t>
    </dgm:pt>
    <dgm:pt modelId="{E130A59C-3501-4955-A4BD-D6E42CF67A8A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Capital</a:t>
          </a:r>
          <a:endParaRPr lang="es-ES" sz="1000" dirty="0">
            <a:solidFill>
              <a:srgbClr val="000000"/>
            </a:solidFill>
          </a:endParaRPr>
        </a:p>
      </dgm:t>
    </dgm:pt>
    <dgm:pt modelId="{1E25F45E-4D7C-4846-A35C-42A10E97070E}" type="parTrans" cxnId="{EE306EE3-77B7-4AFB-AC3F-5CB67B396CCD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3DBF4F96-112E-4C33-AA02-E669B8A00BD2}" type="sibTrans" cxnId="{EE306EE3-77B7-4AFB-AC3F-5CB67B396CCD}">
      <dgm:prSet/>
      <dgm:spPr/>
      <dgm:t>
        <a:bodyPr/>
        <a:lstStyle/>
        <a:p>
          <a:endParaRPr lang="es-ES"/>
        </a:p>
      </dgm:t>
    </dgm:pt>
    <dgm:pt modelId="{C0F5775B-D445-4569-AF0F-8DC463A8520A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Patrimonio y personal de trabajo</a:t>
          </a:r>
          <a:endParaRPr lang="es-ES" sz="1000" dirty="0">
            <a:solidFill>
              <a:srgbClr val="000000"/>
            </a:solidFill>
          </a:endParaRPr>
        </a:p>
      </dgm:t>
    </dgm:pt>
    <dgm:pt modelId="{AB792DFB-CEA0-4293-83AD-FDB994EEE5B7}" type="parTrans" cxnId="{454593E5-9F76-4EC5-ADD3-DB06182EAE23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900533AB-6CB7-4FA4-A51C-CD415C09C118}" type="sibTrans" cxnId="{454593E5-9F76-4EC5-ADD3-DB06182EAE23}">
      <dgm:prSet/>
      <dgm:spPr/>
      <dgm:t>
        <a:bodyPr/>
        <a:lstStyle/>
        <a:p>
          <a:endParaRPr lang="es-ES"/>
        </a:p>
      </dgm:t>
    </dgm:pt>
    <dgm:pt modelId="{C1C6A07E-A523-457A-BB28-F98160190003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Inventario,registro,balance,costos y estadísticas </a:t>
          </a:r>
          <a:endParaRPr lang="es-ES" sz="1000" dirty="0">
            <a:solidFill>
              <a:srgbClr val="000000"/>
            </a:solidFill>
          </a:endParaRPr>
        </a:p>
      </dgm:t>
    </dgm:pt>
    <dgm:pt modelId="{CCB1497E-40EE-4FA8-A1B4-D4CB25FFC2E2}" type="parTrans" cxnId="{94BE0258-576D-4F32-ACFD-57C2D6651696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1987DFF5-39E6-4596-AB48-5AE07DE5459C}" type="sibTrans" cxnId="{94BE0258-576D-4F32-ACFD-57C2D6651696}">
      <dgm:prSet/>
      <dgm:spPr/>
      <dgm:t>
        <a:bodyPr/>
        <a:lstStyle/>
        <a:p>
          <a:endParaRPr lang="es-ES"/>
        </a:p>
      </dgm:t>
    </dgm:pt>
    <dgm:pt modelId="{FFC55BDE-B2DF-47DA-9A6E-9AEC15FF512E}">
      <dgm:prSet custT="1"/>
      <dgm:spPr/>
      <dgm:t>
        <a:bodyPr/>
        <a:lstStyle/>
        <a:p>
          <a:r>
            <a:rPr lang="es-ES" sz="1000" dirty="0" smtClean="0">
              <a:solidFill>
                <a:srgbClr val="000000"/>
              </a:solidFill>
            </a:rPr>
            <a:t>Planear, organizar, dirigir, coordinar, controlar</a:t>
          </a:r>
          <a:endParaRPr lang="es-ES" sz="1000" dirty="0">
            <a:solidFill>
              <a:srgbClr val="000000"/>
            </a:solidFill>
          </a:endParaRPr>
        </a:p>
      </dgm:t>
    </dgm:pt>
    <dgm:pt modelId="{10D73BE4-E204-4B86-88CD-7109983628CD}" type="parTrans" cxnId="{416549C3-D3D4-4F7D-938A-9CA29D54773A}">
      <dgm:prSet/>
      <dgm:spPr/>
      <dgm:t>
        <a:bodyPr/>
        <a:lstStyle/>
        <a:p>
          <a:endParaRPr lang="es-ES" sz="1000">
            <a:solidFill>
              <a:srgbClr val="000000"/>
            </a:solidFill>
          </a:endParaRPr>
        </a:p>
      </dgm:t>
    </dgm:pt>
    <dgm:pt modelId="{ED628860-4CF8-43CD-8528-1E4DBCCB2B0C}" type="sibTrans" cxnId="{416549C3-D3D4-4F7D-938A-9CA29D54773A}">
      <dgm:prSet/>
      <dgm:spPr/>
      <dgm:t>
        <a:bodyPr/>
        <a:lstStyle/>
        <a:p>
          <a:endParaRPr lang="es-ES"/>
        </a:p>
      </dgm:t>
    </dgm:pt>
    <dgm:pt modelId="{8D42879B-0FB7-4810-81DC-F668258639DB}" type="pres">
      <dgm:prSet presAssocID="{17AF7ADD-BE64-41F7-9B47-B72D1BDC54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CO"/>
        </a:p>
      </dgm:t>
    </dgm:pt>
    <dgm:pt modelId="{C568B4AF-0167-45F0-9C3E-990F1F338DEE}" type="pres">
      <dgm:prSet presAssocID="{14EB7851-C213-4C3E-A5CE-E0881762383C}" presName="hierRoot1" presStyleCnt="0"/>
      <dgm:spPr/>
    </dgm:pt>
    <dgm:pt modelId="{B2A57839-D879-48FB-90C7-DC9380DB46B9}" type="pres">
      <dgm:prSet presAssocID="{14EB7851-C213-4C3E-A5CE-E0881762383C}" presName="composite" presStyleCnt="0"/>
      <dgm:spPr/>
    </dgm:pt>
    <dgm:pt modelId="{FD828E3B-7896-4A77-B8EC-8A150F4B010C}" type="pres">
      <dgm:prSet presAssocID="{14EB7851-C213-4C3E-A5CE-E0881762383C}" presName="background" presStyleLbl="node0" presStyleIdx="0" presStyleCnt="1"/>
      <dgm:spPr/>
    </dgm:pt>
    <dgm:pt modelId="{73AC69BB-3A9B-4292-850C-74802BAE03E3}" type="pres">
      <dgm:prSet presAssocID="{14EB7851-C213-4C3E-A5CE-E0881762383C}" presName="text" presStyleLbl="fgAcc0" presStyleIdx="0" presStyleCnt="1" custScaleX="291830" custScaleY="99452" custLinFactY="-100000" custLinFactNeighborX="-52432" custLinFactNeighborY="-120449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DD2DA73-6723-4E5A-ACA2-5F69F71A4CBB}" type="pres">
      <dgm:prSet presAssocID="{14EB7851-C213-4C3E-A5CE-E0881762383C}" presName="hierChild2" presStyleCnt="0"/>
      <dgm:spPr/>
    </dgm:pt>
    <dgm:pt modelId="{9D48B109-89D8-43DA-8652-772F0329E7BD}" type="pres">
      <dgm:prSet presAssocID="{4D6DA811-DF0F-4514-A1DB-E664A5D4B2C7}" presName="Name10" presStyleLbl="parChTrans1D2" presStyleIdx="0" presStyleCnt="6"/>
      <dgm:spPr/>
      <dgm:t>
        <a:bodyPr/>
        <a:lstStyle/>
        <a:p>
          <a:endParaRPr lang="es-CO"/>
        </a:p>
      </dgm:t>
    </dgm:pt>
    <dgm:pt modelId="{E05A3C20-64DB-4349-8876-756B1E306E77}" type="pres">
      <dgm:prSet presAssocID="{5D4097AD-4BA2-4CB7-AF7C-E71D16D621BF}" presName="hierRoot2" presStyleCnt="0"/>
      <dgm:spPr/>
    </dgm:pt>
    <dgm:pt modelId="{937F5D77-62A1-4F46-896D-52F003A899EB}" type="pres">
      <dgm:prSet presAssocID="{5D4097AD-4BA2-4CB7-AF7C-E71D16D621BF}" presName="composite2" presStyleCnt="0"/>
      <dgm:spPr/>
    </dgm:pt>
    <dgm:pt modelId="{43DD7A2E-3CA9-458B-AFA9-71C0EB709D21}" type="pres">
      <dgm:prSet presAssocID="{5D4097AD-4BA2-4CB7-AF7C-E71D16D621BF}" presName="background2" presStyleLbl="node2" presStyleIdx="0" presStyleCnt="6"/>
      <dgm:spPr/>
    </dgm:pt>
    <dgm:pt modelId="{9835203A-7526-44FF-88BF-32426F8F6FB5}" type="pres">
      <dgm:prSet presAssocID="{5D4097AD-4BA2-4CB7-AF7C-E71D16D621BF}" presName="text2" presStyleLbl="fgAcc2" presStyleIdx="0" presStyleCnt="6" custAng="10800000" custFlipVert="1" custScaleX="74773" custScaleY="63156" custLinFactY="-83418" custLinFactNeighborX="-11199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4B48F880-88D1-4A80-BA63-752A1EA3EE22}" type="pres">
      <dgm:prSet presAssocID="{5D4097AD-4BA2-4CB7-AF7C-E71D16D621BF}" presName="hierChild3" presStyleCnt="0"/>
      <dgm:spPr/>
    </dgm:pt>
    <dgm:pt modelId="{47AE705B-016A-48A6-9020-EABCDC5157A1}" type="pres">
      <dgm:prSet presAssocID="{DECD65D6-2E86-4B74-8DE0-87A78BB65D00}" presName="Name17" presStyleLbl="parChTrans1D3" presStyleIdx="0" presStyleCnt="6"/>
      <dgm:spPr/>
      <dgm:t>
        <a:bodyPr/>
        <a:lstStyle/>
        <a:p>
          <a:endParaRPr lang="es-CO"/>
        </a:p>
      </dgm:t>
    </dgm:pt>
    <dgm:pt modelId="{615C302C-AEC0-4A0B-BF98-5BA418F3E0AD}" type="pres">
      <dgm:prSet presAssocID="{2DCF69C9-5B04-4BE3-AA8F-C7343E78D297}" presName="hierRoot3" presStyleCnt="0"/>
      <dgm:spPr/>
    </dgm:pt>
    <dgm:pt modelId="{AC015D0A-4492-42DE-9934-99E11070582A}" type="pres">
      <dgm:prSet presAssocID="{2DCF69C9-5B04-4BE3-AA8F-C7343E78D297}" presName="composite3" presStyleCnt="0"/>
      <dgm:spPr/>
    </dgm:pt>
    <dgm:pt modelId="{F96A98BF-01C8-4579-8822-EF811A56770C}" type="pres">
      <dgm:prSet presAssocID="{2DCF69C9-5B04-4BE3-AA8F-C7343E78D297}" presName="background3" presStyleLbl="node3" presStyleIdx="0" presStyleCnt="6"/>
      <dgm:spPr/>
    </dgm:pt>
    <dgm:pt modelId="{8B5D5EEE-9686-4273-9A3B-FA7EDD701673}" type="pres">
      <dgm:prSet presAssocID="{2DCF69C9-5B04-4BE3-AA8F-C7343E78D297}" presName="text3" presStyleLbl="fgAcc3" presStyleIdx="0" presStyleCnt="6" custScaleY="90250" custLinFactY="-84837" custLinFactNeighborX="-11474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95FBE99-46A1-452B-98DA-BC9A7FA9C319}" type="pres">
      <dgm:prSet presAssocID="{2DCF69C9-5B04-4BE3-AA8F-C7343E78D297}" presName="hierChild4" presStyleCnt="0"/>
      <dgm:spPr/>
    </dgm:pt>
    <dgm:pt modelId="{6F00C8C8-32B5-4531-88D6-302F56CE87FD}" type="pres">
      <dgm:prSet presAssocID="{852B5AE1-372C-4D8E-BEAE-0443DFEFBCB9}" presName="Name10" presStyleLbl="parChTrans1D2" presStyleIdx="1" presStyleCnt="6"/>
      <dgm:spPr/>
      <dgm:t>
        <a:bodyPr/>
        <a:lstStyle/>
        <a:p>
          <a:endParaRPr lang="es-CO"/>
        </a:p>
      </dgm:t>
    </dgm:pt>
    <dgm:pt modelId="{CD6D7C1E-55B7-47A3-A272-77864489488A}" type="pres">
      <dgm:prSet presAssocID="{8B72CFF7-F511-44B6-BECF-7433C9E829A9}" presName="hierRoot2" presStyleCnt="0"/>
      <dgm:spPr/>
    </dgm:pt>
    <dgm:pt modelId="{F2C3157F-22C0-42D3-B3F6-885AAA1EDDED}" type="pres">
      <dgm:prSet presAssocID="{8B72CFF7-F511-44B6-BECF-7433C9E829A9}" presName="composite2" presStyleCnt="0"/>
      <dgm:spPr/>
    </dgm:pt>
    <dgm:pt modelId="{C241DAC8-5130-4632-A92B-24D8C235E92A}" type="pres">
      <dgm:prSet presAssocID="{8B72CFF7-F511-44B6-BECF-7433C9E829A9}" presName="background2" presStyleLbl="node2" presStyleIdx="1" presStyleCnt="6"/>
      <dgm:spPr/>
    </dgm:pt>
    <dgm:pt modelId="{0FB8BC24-DA08-46E2-8D37-0DCD4C230D36}" type="pres">
      <dgm:prSet presAssocID="{8B72CFF7-F511-44B6-BECF-7433C9E829A9}" presName="text2" presStyleLbl="fgAcc2" presStyleIdx="1" presStyleCnt="6" custScaleX="75724" custScaleY="65140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CO"/>
        </a:p>
      </dgm:t>
    </dgm:pt>
    <dgm:pt modelId="{0A6082A0-DC85-4916-98B6-BAB19F7F66FF}" type="pres">
      <dgm:prSet presAssocID="{8B72CFF7-F511-44B6-BECF-7433C9E829A9}" presName="hierChild3" presStyleCnt="0"/>
      <dgm:spPr/>
    </dgm:pt>
    <dgm:pt modelId="{68566109-D10A-4493-B8F7-42C65588F9F6}" type="pres">
      <dgm:prSet presAssocID="{E3EA4FE4-F8C8-48BD-9424-6EE8723ABA90}" presName="Name17" presStyleLbl="parChTrans1D3" presStyleIdx="1" presStyleCnt="6"/>
      <dgm:spPr/>
      <dgm:t>
        <a:bodyPr/>
        <a:lstStyle/>
        <a:p>
          <a:endParaRPr lang="es-CO"/>
        </a:p>
      </dgm:t>
    </dgm:pt>
    <dgm:pt modelId="{D07C87C3-A379-47C1-8867-D8DA8F1F72CF}" type="pres">
      <dgm:prSet presAssocID="{61BF2D1F-EADE-4B69-8664-2D75B10A46DA}" presName="hierRoot3" presStyleCnt="0"/>
      <dgm:spPr/>
    </dgm:pt>
    <dgm:pt modelId="{543C4C11-E054-4509-BF08-1AFF1FFA93FD}" type="pres">
      <dgm:prSet presAssocID="{61BF2D1F-EADE-4B69-8664-2D75B10A46DA}" presName="composite3" presStyleCnt="0"/>
      <dgm:spPr/>
    </dgm:pt>
    <dgm:pt modelId="{8998CE37-16A3-4265-8ED9-A9A636D225C7}" type="pres">
      <dgm:prSet presAssocID="{61BF2D1F-EADE-4B69-8664-2D75B10A46DA}" presName="background3" presStyleLbl="node3" presStyleIdx="1" presStyleCnt="6"/>
      <dgm:spPr/>
    </dgm:pt>
    <dgm:pt modelId="{31810F2E-C3C2-4E24-A54D-D584A6BBD9E3}" type="pres">
      <dgm:prSet presAssocID="{61BF2D1F-EADE-4B69-8664-2D75B10A46DA}" presName="text3" presStyleLbl="fgAcc3" presStyleIdx="1" presStyleCnt="6" custScaleY="85428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8A4B70D6-43BA-4522-8307-FA7737ADE64A}" type="pres">
      <dgm:prSet presAssocID="{61BF2D1F-EADE-4B69-8664-2D75B10A46DA}" presName="hierChild4" presStyleCnt="0"/>
      <dgm:spPr/>
    </dgm:pt>
    <dgm:pt modelId="{520786B4-EA07-4DDB-AF72-CDF7E45D361C}" type="pres">
      <dgm:prSet presAssocID="{38A5AF98-B00D-4268-A759-3DA30ED4FFE0}" presName="Name10" presStyleLbl="parChTrans1D2" presStyleIdx="2" presStyleCnt="6"/>
      <dgm:spPr/>
      <dgm:t>
        <a:bodyPr/>
        <a:lstStyle/>
        <a:p>
          <a:endParaRPr lang="es-CO"/>
        </a:p>
      </dgm:t>
    </dgm:pt>
    <dgm:pt modelId="{A0C54B73-6885-40C5-89F4-CA1DF1030358}" type="pres">
      <dgm:prSet presAssocID="{74A2C338-CA64-4CFE-BB5C-DF1F7EFB88D6}" presName="hierRoot2" presStyleCnt="0"/>
      <dgm:spPr/>
    </dgm:pt>
    <dgm:pt modelId="{4EFFC645-5E76-485F-8E6B-5BFEFB23400D}" type="pres">
      <dgm:prSet presAssocID="{74A2C338-CA64-4CFE-BB5C-DF1F7EFB88D6}" presName="composite2" presStyleCnt="0"/>
      <dgm:spPr/>
    </dgm:pt>
    <dgm:pt modelId="{8E3B4B0F-C19D-4415-A407-EE7C7737DC0C}" type="pres">
      <dgm:prSet presAssocID="{74A2C338-CA64-4CFE-BB5C-DF1F7EFB88D6}" presName="background2" presStyleLbl="node2" presStyleIdx="2" presStyleCnt="6"/>
      <dgm:spPr/>
    </dgm:pt>
    <dgm:pt modelId="{0EE97AED-55D0-4416-8B51-4A659862A108}" type="pres">
      <dgm:prSet presAssocID="{74A2C338-CA64-4CFE-BB5C-DF1F7EFB88D6}" presName="text2" presStyleLbl="fgAcc2" presStyleIdx="2" presStyleCnt="6" custScaleX="88848" custScaleY="63302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E94C8AB-1485-48B4-A1FA-B52596F79247}" type="pres">
      <dgm:prSet presAssocID="{74A2C338-CA64-4CFE-BB5C-DF1F7EFB88D6}" presName="hierChild3" presStyleCnt="0"/>
      <dgm:spPr/>
    </dgm:pt>
    <dgm:pt modelId="{E2D03544-B3DD-49D7-8FD7-D1D269814809}" type="pres">
      <dgm:prSet presAssocID="{1E25F45E-4D7C-4846-A35C-42A10E97070E}" presName="Name17" presStyleLbl="parChTrans1D3" presStyleIdx="2" presStyleCnt="6"/>
      <dgm:spPr/>
      <dgm:t>
        <a:bodyPr/>
        <a:lstStyle/>
        <a:p>
          <a:endParaRPr lang="es-CO"/>
        </a:p>
      </dgm:t>
    </dgm:pt>
    <dgm:pt modelId="{4DE50132-EFB7-457E-AC36-FCA8DAD2DB2C}" type="pres">
      <dgm:prSet presAssocID="{E130A59C-3501-4955-A4BD-D6E42CF67A8A}" presName="hierRoot3" presStyleCnt="0"/>
      <dgm:spPr/>
    </dgm:pt>
    <dgm:pt modelId="{CDC6E01D-3B74-43BE-8518-1DEA271345D0}" type="pres">
      <dgm:prSet presAssocID="{E130A59C-3501-4955-A4BD-D6E42CF67A8A}" presName="composite3" presStyleCnt="0"/>
      <dgm:spPr/>
    </dgm:pt>
    <dgm:pt modelId="{F80B882D-2C7F-4C0C-8588-DD5A2DF856D9}" type="pres">
      <dgm:prSet presAssocID="{E130A59C-3501-4955-A4BD-D6E42CF67A8A}" presName="background3" presStyleLbl="node3" presStyleIdx="2" presStyleCnt="6"/>
      <dgm:spPr/>
    </dgm:pt>
    <dgm:pt modelId="{85BEF833-D2F6-47DE-B7DE-B65E809D0DA3}" type="pres">
      <dgm:prSet presAssocID="{E130A59C-3501-4955-A4BD-D6E42CF67A8A}" presName="text3" presStyleLbl="fgAcc3" presStyleIdx="2" presStyleCnt="6" custScaleY="89104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AE1A510-BB45-43B6-8944-29F66813DCF3}" type="pres">
      <dgm:prSet presAssocID="{E130A59C-3501-4955-A4BD-D6E42CF67A8A}" presName="hierChild4" presStyleCnt="0"/>
      <dgm:spPr/>
    </dgm:pt>
    <dgm:pt modelId="{5A6BF554-185F-4645-8448-C48548CF2004}" type="pres">
      <dgm:prSet presAssocID="{E8B32895-9833-47D9-A30A-31DB12001CB7}" presName="Name10" presStyleLbl="parChTrans1D2" presStyleIdx="3" presStyleCnt="6"/>
      <dgm:spPr/>
      <dgm:t>
        <a:bodyPr/>
        <a:lstStyle/>
        <a:p>
          <a:endParaRPr lang="es-CO"/>
        </a:p>
      </dgm:t>
    </dgm:pt>
    <dgm:pt modelId="{F0020999-C838-4D17-A39D-86FAD5CAE312}" type="pres">
      <dgm:prSet presAssocID="{D6928983-850C-4B6E-8BDC-107436CE7CD8}" presName="hierRoot2" presStyleCnt="0"/>
      <dgm:spPr/>
    </dgm:pt>
    <dgm:pt modelId="{3871EAC9-3D6D-4E37-BCD2-E6B3B7ABA547}" type="pres">
      <dgm:prSet presAssocID="{D6928983-850C-4B6E-8BDC-107436CE7CD8}" presName="composite2" presStyleCnt="0"/>
      <dgm:spPr/>
    </dgm:pt>
    <dgm:pt modelId="{4CBF61EA-825E-4EC7-ADDE-5DF6A2DFD96A}" type="pres">
      <dgm:prSet presAssocID="{D6928983-850C-4B6E-8BDC-107436CE7CD8}" presName="background2" presStyleLbl="node2" presStyleIdx="3" presStyleCnt="6"/>
      <dgm:spPr/>
    </dgm:pt>
    <dgm:pt modelId="{C6E81F73-FF73-4772-AB50-01A2BA9527CD}" type="pres">
      <dgm:prSet presAssocID="{D6928983-850C-4B6E-8BDC-107436CE7CD8}" presName="text2" presStyleLbl="fgAcc2" presStyleIdx="3" presStyleCnt="6" custScaleX="75246" custScaleY="65140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CO"/>
        </a:p>
      </dgm:t>
    </dgm:pt>
    <dgm:pt modelId="{0CD31592-58B5-4D53-B6BA-007ADF0C9AEF}" type="pres">
      <dgm:prSet presAssocID="{D6928983-850C-4B6E-8BDC-107436CE7CD8}" presName="hierChild3" presStyleCnt="0"/>
      <dgm:spPr/>
    </dgm:pt>
    <dgm:pt modelId="{49CA66FA-B49A-4863-87F9-057F2FDFD8D8}" type="pres">
      <dgm:prSet presAssocID="{AB792DFB-CEA0-4293-83AD-FDB994EEE5B7}" presName="Name17" presStyleLbl="parChTrans1D3" presStyleIdx="3" presStyleCnt="6"/>
      <dgm:spPr/>
      <dgm:t>
        <a:bodyPr/>
        <a:lstStyle/>
        <a:p>
          <a:endParaRPr lang="es-CO"/>
        </a:p>
      </dgm:t>
    </dgm:pt>
    <dgm:pt modelId="{71AC320F-CC52-4FF0-92B6-592C97FC8B09}" type="pres">
      <dgm:prSet presAssocID="{C0F5775B-D445-4569-AF0F-8DC463A8520A}" presName="hierRoot3" presStyleCnt="0"/>
      <dgm:spPr/>
    </dgm:pt>
    <dgm:pt modelId="{47C62468-7051-43D1-927A-4E16F471891F}" type="pres">
      <dgm:prSet presAssocID="{C0F5775B-D445-4569-AF0F-8DC463A8520A}" presName="composite3" presStyleCnt="0"/>
      <dgm:spPr/>
    </dgm:pt>
    <dgm:pt modelId="{A13909F3-8C8E-4B25-8638-1AD23A25F33E}" type="pres">
      <dgm:prSet presAssocID="{C0F5775B-D445-4569-AF0F-8DC463A8520A}" presName="background3" presStyleLbl="node3" presStyleIdx="3" presStyleCnt="6"/>
      <dgm:spPr/>
    </dgm:pt>
    <dgm:pt modelId="{AFA65902-B46E-4D07-B2D0-847DB5EFFBCE}" type="pres">
      <dgm:prSet presAssocID="{C0F5775B-D445-4569-AF0F-8DC463A8520A}" presName="text3" presStyleLbl="fgAcc3" presStyleIdx="3" presStyleCnt="6" custScaleY="85428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CO"/>
        </a:p>
      </dgm:t>
    </dgm:pt>
    <dgm:pt modelId="{8A3D89F6-118F-46F3-83D9-3FE44656580F}" type="pres">
      <dgm:prSet presAssocID="{C0F5775B-D445-4569-AF0F-8DC463A8520A}" presName="hierChild4" presStyleCnt="0"/>
      <dgm:spPr/>
    </dgm:pt>
    <dgm:pt modelId="{13AFDFCA-71B3-4C37-8127-AD561901C3E3}" type="pres">
      <dgm:prSet presAssocID="{7261C2C0-A3DF-4707-89E5-0127EC6A1886}" presName="Name10" presStyleLbl="parChTrans1D2" presStyleIdx="4" presStyleCnt="6"/>
      <dgm:spPr/>
      <dgm:t>
        <a:bodyPr/>
        <a:lstStyle/>
        <a:p>
          <a:endParaRPr lang="es-CO"/>
        </a:p>
      </dgm:t>
    </dgm:pt>
    <dgm:pt modelId="{56A9A7EE-5DC3-4ADE-8930-988A6B7E678D}" type="pres">
      <dgm:prSet presAssocID="{817E3947-C767-4863-97B6-3085FB967C4C}" presName="hierRoot2" presStyleCnt="0"/>
      <dgm:spPr/>
    </dgm:pt>
    <dgm:pt modelId="{3497571A-7BA3-4277-9EFE-DE64BA5583D2}" type="pres">
      <dgm:prSet presAssocID="{817E3947-C767-4863-97B6-3085FB967C4C}" presName="composite2" presStyleCnt="0"/>
      <dgm:spPr/>
    </dgm:pt>
    <dgm:pt modelId="{EF22DFC7-90DA-49FF-8470-D51A3A8D0090}" type="pres">
      <dgm:prSet presAssocID="{817E3947-C767-4863-97B6-3085FB967C4C}" presName="background2" presStyleLbl="node2" presStyleIdx="4" presStyleCnt="6"/>
      <dgm:spPr/>
    </dgm:pt>
    <dgm:pt modelId="{8B261F6A-61FE-4968-9705-5A6B5CA46A7E}" type="pres">
      <dgm:prSet presAssocID="{817E3947-C767-4863-97B6-3085FB967C4C}" presName="text2" presStyleLbl="fgAcc2" presStyleIdx="4" presStyleCnt="6" custScaleX="76463" custScaleY="65140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CO"/>
        </a:p>
      </dgm:t>
    </dgm:pt>
    <dgm:pt modelId="{CEA01549-6531-4E37-970F-5FCF865E1119}" type="pres">
      <dgm:prSet presAssocID="{817E3947-C767-4863-97B6-3085FB967C4C}" presName="hierChild3" presStyleCnt="0"/>
      <dgm:spPr/>
    </dgm:pt>
    <dgm:pt modelId="{74CDBB2B-9C3E-49FC-AE24-E6476191FD24}" type="pres">
      <dgm:prSet presAssocID="{CCB1497E-40EE-4FA8-A1B4-D4CB25FFC2E2}" presName="Name17" presStyleLbl="parChTrans1D3" presStyleIdx="4" presStyleCnt="6"/>
      <dgm:spPr/>
      <dgm:t>
        <a:bodyPr/>
        <a:lstStyle/>
        <a:p>
          <a:endParaRPr lang="es-CO"/>
        </a:p>
      </dgm:t>
    </dgm:pt>
    <dgm:pt modelId="{A16EDD70-EEEF-409A-ADF1-1930AF7A174F}" type="pres">
      <dgm:prSet presAssocID="{C1C6A07E-A523-457A-BB28-F98160190003}" presName="hierRoot3" presStyleCnt="0"/>
      <dgm:spPr/>
    </dgm:pt>
    <dgm:pt modelId="{E8D74ECB-4832-4447-99DD-BB75C00C1C56}" type="pres">
      <dgm:prSet presAssocID="{C1C6A07E-A523-457A-BB28-F98160190003}" presName="composite3" presStyleCnt="0"/>
      <dgm:spPr/>
    </dgm:pt>
    <dgm:pt modelId="{B2C2D87C-0915-46D0-933A-F435D149AF9E}" type="pres">
      <dgm:prSet presAssocID="{C1C6A07E-A523-457A-BB28-F98160190003}" presName="background3" presStyleLbl="node3" presStyleIdx="4" presStyleCnt="6"/>
      <dgm:spPr/>
    </dgm:pt>
    <dgm:pt modelId="{A60C1E1C-DFD1-40CF-A019-6A61C05C5DAE}" type="pres">
      <dgm:prSet presAssocID="{C1C6A07E-A523-457A-BB28-F98160190003}" presName="text3" presStyleLbl="fgAcc3" presStyleIdx="4" presStyleCnt="6" custScaleY="85428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CC50F0F-5ECB-40D5-882D-C9BFC777410B}" type="pres">
      <dgm:prSet presAssocID="{C1C6A07E-A523-457A-BB28-F98160190003}" presName="hierChild4" presStyleCnt="0"/>
      <dgm:spPr/>
    </dgm:pt>
    <dgm:pt modelId="{61CD993B-DBEE-4FA6-97B6-7D7F880C1D33}" type="pres">
      <dgm:prSet presAssocID="{2668CFB7-7CC2-4287-B19A-FD6EFA0F44A4}" presName="Name10" presStyleLbl="parChTrans1D2" presStyleIdx="5" presStyleCnt="6"/>
      <dgm:spPr/>
      <dgm:t>
        <a:bodyPr/>
        <a:lstStyle/>
        <a:p>
          <a:endParaRPr lang="es-CO"/>
        </a:p>
      </dgm:t>
    </dgm:pt>
    <dgm:pt modelId="{AB6F7153-0AC3-47AF-8351-CD6AB826FE2D}" type="pres">
      <dgm:prSet presAssocID="{2BEE20F6-1E6A-4F26-A609-503889A46B44}" presName="hierRoot2" presStyleCnt="0"/>
      <dgm:spPr/>
    </dgm:pt>
    <dgm:pt modelId="{F8FD0111-EEA5-4600-9592-1E532B484F66}" type="pres">
      <dgm:prSet presAssocID="{2BEE20F6-1E6A-4F26-A609-503889A46B44}" presName="composite2" presStyleCnt="0"/>
      <dgm:spPr/>
    </dgm:pt>
    <dgm:pt modelId="{D2FE9A08-A722-4489-A088-9430AF261236}" type="pres">
      <dgm:prSet presAssocID="{2BEE20F6-1E6A-4F26-A609-503889A46B44}" presName="background2" presStyleLbl="node2" presStyleIdx="5" presStyleCnt="6"/>
      <dgm:spPr/>
    </dgm:pt>
    <dgm:pt modelId="{48BAB678-4C19-4ADD-A80F-B4F1C8ED86D5}" type="pres">
      <dgm:prSet presAssocID="{2BEE20F6-1E6A-4F26-A609-503889A46B44}" presName="text2" presStyleLbl="fgAcc2" presStyleIdx="5" presStyleCnt="6" custScaleX="74769" custScaleY="65140" custLinFactY="-83418" custLinFactNeighborX="-11566" custLinFactNeighborY="-1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5BB81CC-69DF-4548-B0FC-268752E966A5}" type="pres">
      <dgm:prSet presAssocID="{2BEE20F6-1E6A-4F26-A609-503889A46B44}" presName="hierChild3" presStyleCnt="0"/>
      <dgm:spPr/>
    </dgm:pt>
    <dgm:pt modelId="{DB2AF436-B651-431D-8A77-5D319C4EABDE}" type="pres">
      <dgm:prSet presAssocID="{10D73BE4-E204-4B86-88CD-7109983628CD}" presName="Name17" presStyleLbl="parChTrans1D3" presStyleIdx="5" presStyleCnt="6"/>
      <dgm:spPr/>
      <dgm:t>
        <a:bodyPr/>
        <a:lstStyle/>
        <a:p>
          <a:endParaRPr lang="es-CO"/>
        </a:p>
      </dgm:t>
    </dgm:pt>
    <dgm:pt modelId="{971C39A2-1175-473E-9401-A76274457A61}" type="pres">
      <dgm:prSet presAssocID="{FFC55BDE-B2DF-47DA-9A6E-9AEC15FF512E}" presName="hierRoot3" presStyleCnt="0"/>
      <dgm:spPr/>
    </dgm:pt>
    <dgm:pt modelId="{E74B8737-09C3-4640-B9DC-1634608EAE30}" type="pres">
      <dgm:prSet presAssocID="{FFC55BDE-B2DF-47DA-9A6E-9AEC15FF512E}" presName="composite3" presStyleCnt="0"/>
      <dgm:spPr/>
    </dgm:pt>
    <dgm:pt modelId="{C63911B2-AD79-41EF-B486-620780E18BDD}" type="pres">
      <dgm:prSet presAssocID="{FFC55BDE-B2DF-47DA-9A6E-9AEC15FF512E}" presName="background3" presStyleLbl="node3" presStyleIdx="5" presStyleCnt="6"/>
      <dgm:spPr/>
    </dgm:pt>
    <dgm:pt modelId="{03AFD832-3F97-41FA-BE5F-711AE6676102}" type="pres">
      <dgm:prSet presAssocID="{FFC55BDE-B2DF-47DA-9A6E-9AEC15FF512E}" presName="text3" presStyleLbl="fgAcc3" presStyleIdx="5" presStyleCnt="6" custScaleX="106290" custScaleY="76754" custLinFactY="-81230" custLinFactNeighborX="-11350" custLinFactNeighborY="-100000">
        <dgm:presLayoutVars>
          <dgm:chPref val="3"/>
        </dgm:presLayoutVars>
      </dgm:prSet>
      <dgm:spPr/>
      <dgm:t>
        <a:bodyPr/>
        <a:lstStyle/>
        <a:p>
          <a:endParaRPr lang="es-CO"/>
        </a:p>
      </dgm:t>
    </dgm:pt>
    <dgm:pt modelId="{E4A8B4AF-CF71-4239-A2E1-F960EDC24DB5}" type="pres">
      <dgm:prSet presAssocID="{FFC55BDE-B2DF-47DA-9A6E-9AEC15FF512E}" presName="hierChild4" presStyleCnt="0"/>
      <dgm:spPr/>
    </dgm:pt>
  </dgm:ptLst>
  <dgm:cxnLst>
    <dgm:cxn modelId="{22657547-129E-4AFF-981C-DDF1C3CF9D42}" type="presOf" srcId="{C1C6A07E-A523-457A-BB28-F98160190003}" destId="{A60C1E1C-DFD1-40CF-A019-6A61C05C5DAE}" srcOrd="0" destOrd="0" presId="urn:microsoft.com/office/officeart/2005/8/layout/hierarchy1"/>
    <dgm:cxn modelId="{95A7DB04-4A97-4608-9BCE-CFAD2CCB2353}" type="presOf" srcId="{2DCF69C9-5B04-4BE3-AA8F-C7343E78D297}" destId="{8B5D5EEE-9686-4273-9A3B-FA7EDD701673}" srcOrd="0" destOrd="0" presId="urn:microsoft.com/office/officeart/2005/8/layout/hierarchy1"/>
    <dgm:cxn modelId="{CD615861-DA5A-45B6-A2C7-043A0DB0EE18}" type="presOf" srcId="{1E25F45E-4D7C-4846-A35C-42A10E97070E}" destId="{E2D03544-B3DD-49D7-8FD7-D1D269814809}" srcOrd="0" destOrd="0" presId="urn:microsoft.com/office/officeart/2005/8/layout/hierarchy1"/>
    <dgm:cxn modelId="{E1EDEBE5-23B4-4479-9B3C-4D038AC137FE}" type="presOf" srcId="{852B5AE1-372C-4D8E-BEAE-0443DFEFBCB9}" destId="{6F00C8C8-32B5-4531-88D6-302F56CE87FD}" srcOrd="0" destOrd="0" presId="urn:microsoft.com/office/officeart/2005/8/layout/hierarchy1"/>
    <dgm:cxn modelId="{C686DF00-CC28-43CB-8F6F-7C2B36405BE7}" srcId="{14EB7851-C213-4C3E-A5CE-E0881762383C}" destId="{D6928983-850C-4B6E-8BDC-107436CE7CD8}" srcOrd="3" destOrd="0" parTransId="{E8B32895-9833-47D9-A30A-31DB12001CB7}" sibTransId="{015815B7-9535-455A-A51B-5E1E51CAD30A}"/>
    <dgm:cxn modelId="{E3230190-7ACD-4C3F-95EF-D41E48FD246F}" type="presOf" srcId="{17AF7ADD-BE64-41F7-9B47-B72D1BDC5448}" destId="{8D42879B-0FB7-4810-81DC-F668258639DB}" srcOrd="0" destOrd="0" presId="urn:microsoft.com/office/officeart/2005/8/layout/hierarchy1"/>
    <dgm:cxn modelId="{450B787A-F55D-4BD0-AFAE-6BE985942E36}" type="presOf" srcId="{E130A59C-3501-4955-A4BD-D6E42CF67A8A}" destId="{85BEF833-D2F6-47DE-B7DE-B65E809D0DA3}" srcOrd="0" destOrd="0" presId="urn:microsoft.com/office/officeart/2005/8/layout/hierarchy1"/>
    <dgm:cxn modelId="{643F4A79-FFC7-4120-86D8-BC440EDD0FAA}" type="presOf" srcId="{D6928983-850C-4B6E-8BDC-107436CE7CD8}" destId="{C6E81F73-FF73-4772-AB50-01A2BA9527CD}" srcOrd="0" destOrd="0" presId="urn:microsoft.com/office/officeart/2005/8/layout/hierarchy1"/>
    <dgm:cxn modelId="{D6026165-EE02-46F9-A1D4-13D0716D3048}" type="presOf" srcId="{E8B32895-9833-47D9-A30A-31DB12001CB7}" destId="{5A6BF554-185F-4645-8448-C48548CF2004}" srcOrd="0" destOrd="0" presId="urn:microsoft.com/office/officeart/2005/8/layout/hierarchy1"/>
    <dgm:cxn modelId="{3F94901A-A776-466C-AAB0-6DE58263325C}" type="presOf" srcId="{2668CFB7-7CC2-4287-B19A-FD6EFA0F44A4}" destId="{61CD993B-DBEE-4FA6-97B6-7D7F880C1D33}" srcOrd="0" destOrd="0" presId="urn:microsoft.com/office/officeart/2005/8/layout/hierarchy1"/>
    <dgm:cxn modelId="{454593E5-9F76-4EC5-ADD3-DB06182EAE23}" srcId="{D6928983-850C-4B6E-8BDC-107436CE7CD8}" destId="{C0F5775B-D445-4569-AF0F-8DC463A8520A}" srcOrd="0" destOrd="0" parTransId="{AB792DFB-CEA0-4293-83AD-FDB994EEE5B7}" sibTransId="{900533AB-6CB7-4FA4-A51C-CD415C09C118}"/>
    <dgm:cxn modelId="{F12939BB-27A4-459C-84D0-77696BDC4568}" srcId="{14EB7851-C213-4C3E-A5CE-E0881762383C}" destId="{817E3947-C767-4863-97B6-3085FB967C4C}" srcOrd="4" destOrd="0" parTransId="{7261C2C0-A3DF-4707-89E5-0127EC6A1886}" sibTransId="{B99D8BD6-971B-4DE1-B103-2B71939520C2}"/>
    <dgm:cxn modelId="{94BE0258-576D-4F32-ACFD-57C2D6651696}" srcId="{817E3947-C767-4863-97B6-3085FB967C4C}" destId="{C1C6A07E-A523-457A-BB28-F98160190003}" srcOrd="0" destOrd="0" parTransId="{CCB1497E-40EE-4FA8-A1B4-D4CB25FFC2E2}" sibTransId="{1987DFF5-39E6-4596-AB48-5AE07DE5459C}"/>
    <dgm:cxn modelId="{F5C9BF00-DEAF-43BE-B4DE-1B1356529E2D}" type="presOf" srcId="{817E3947-C767-4863-97B6-3085FB967C4C}" destId="{8B261F6A-61FE-4968-9705-5A6B5CA46A7E}" srcOrd="0" destOrd="0" presId="urn:microsoft.com/office/officeart/2005/8/layout/hierarchy1"/>
    <dgm:cxn modelId="{EDE345CE-75D8-429C-A12B-F89388514DB8}" type="presOf" srcId="{4D6DA811-DF0F-4514-A1DB-E664A5D4B2C7}" destId="{9D48B109-89D8-43DA-8652-772F0329E7BD}" srcOrd="0" destOrd="0" presId="urn:microsoft.com/office/officeart/2005/8/layout/hierarchy1"/>
    <dgm:cxn modelId="{682C99CD-C8C2-432A-B029-CBE594864700}" type="presOf" srcId="{7261C2C0-A3DF-4707-89E5-0127EC6A1886}" destId="{13AFDFCA-71B3-4C37-8127-AD561901C3E3}" srcOrd="0" destOrd="0" presId="urn:microsoft.com/office/officeart/2005/8/layout/hierarchy1"/>
    <dgm:cxn modelId="{3AB95BA1-6E87-4639-8DE0-8C7C928150E7}" srcId="{14EB7851-C213-4C3E-A5CE-E0881762383C}" destId="{74A2C338-CA64-4CFE-BB5C-DF1F7EFB88D6}" srcOrd="2" destOrd="0" parTransId="{38A5AF98-B00D-4268-A759-3DA30ED4FFE0}" sibTransId="{27357923-9216-4862-81D2-5FBC7F7ADCCE}"/>
    <dgm:cxn modelId="{0616E165-BBB2-4D42-93BB-E219AFEA5248}" srcId="{14EB7851-C213-4C3E-A5CE-E0881762383C}" destId="{2BEE20F6-1E6A-4F26-A609-503889A46B44}" srcOrd="5" destOrd="0" parTransId="{2668CFB7-7CC2-4287-B19A-FD6EFA0F44A4}" sibTransId="{02B1B6F9-991A-48DC-B9B5-64B72F807A17}"/>
    <dgm:cxn modelId="{272D36F5-4CEE-438E-92D0-D28D5C5FFA62}" srcId="{5D4097AD-4BA2-4CB7-AF7C-E71D16D621BF}" destId="{2DCF69C9-5B04-4BE3-AA8F-C7343E78D297}" srcOrd="0" destOrd="0" parTransId="{DECD65D6-2E86-4B74-8DE0-87A78BB65D00}" sibTransId="{AD201F15-8685-4262-BC57-4C9E2AD87F2B}"/>
    <dgm:cxn modelId="{416549C3-D3D4-4F7D-938A-9CA29D54773A}" srcId="{2BEE20F6-1E6A-4F26-A609-503889A46B44}" destId="{FFC55BDE-B2DF-47DA-9A6E-9AEC15FF512E}" srcOrd="0" destOrd="0" parTransId="{10D73BE4-E204-4B86-88CD-7109983628CD}" sibTransId="{ED628860-4CF8-43CD-8528-1E4DBCCB2B0C}"/>
    <dgm:cxn modelId="{C37607DF-E76D-4BC2-8B30-5C145F59A8C6}" type="presOf" srcId="{C0F5775B-D445-4569-AF0F-8DC463A8520A}" destId="{AFA65902-B46E-4D07-B2D0-847DB5EFFBCE}" srcOrd="0" destOrd="0" presId="urn:microsoft.com/office/officeart/2005/8/layout/hierarchy1"/>
    <dgm:cxn modelId="{3E0F2EC9-3D48-492E-BACD-FFF1EAA7DE51}" type="presOf" srcId="{FFC55BDE-B2DF-47DA-9A6E-9AEC15FF512E}" destId="{03AFD832-3F97-41FA-BE5F-711AE6676102}" srcOrd="0" destOrd="0" presId="urn:microsoft.com/office/officeart/2005/8/layout/hierarchy1"/>
    <dgm:cxn modelId="{33736F9D-3005-4C3E-B883-C254006053AA}" type="presOf" srcId="{38A5AF98-B00D-4268-A759-3DA30ED4FFE0}" destId="{520786B4-EA07-4DDB-AF72-CDF7E45D361C}" srcOrd="0" destOrd="0" presId="urn:microsoft.com/office/officeart/2005/8/layout/hierarchy1"/>
    <dgm:cxn modelId="{1D851E15-33F6-442A-952B-150A23A7BA15}" type="presOf" srcId="{14EB7851-C213-4C3E-A5CE-E0881762383C}" destId="{73AC69BB-3A9B-4292-850C-74802BAE03E3}" srcOrd="0" destOrd="0" presId="urn:microsoft.com/office/officeart/2005/8/layout/hierarchy1"/>
    <dgm:cxn modelId="{76ABD8BD-7F96-475E-9626-C51EF4F4E3E5}" type="presOf" srcId="{CCB1497E-40EE-4FA8-A1B4-D4CB25FFC2E2}" destId="{74CDBB2B-9C3E-49FC-AE24-E6476191FD24}" srcOrd="0" destOrd="0" presId="urn:microsoft.com/office/officeart/2005/8/layout/hierarchy1"/>
    <dgm:cxn modelId="{DB4CF79B-4A0D-4ADD-84DF-6900167D022B}" type="presOf" srcId="{10D73BE4-E204-4B86-88CD-7109983628CD}" destId="{DB2AF436-B651-431D-8A77-5D319C4EABDE}" srcOrd="0" destOrd="0" presId="urn:microsoft.com/office/officeart/2005/8/layout/hierarchy1"/>
    <dgm:cxn modelId="{501973E2-33C0-48D6-9D03-70C9617EA510}" srcId="{14EB7851-C213-4C3E-A5CE-E0881762383C}" destId="{8B72CFF7-F511-44B6-BECF-7433C9E829A9}" srcOrd="1" destOrd="0" parTransId="{852B5AE1-372C-4D8E-BEAE-0443DFEFBCB9}" sibTransId="{B92713AF-820A-4A06-B086-4585F4351C03}"/>
    <dgm:cxn modelId="{ED913290-7CF1-4B3D-94A6-8DE168D06DA4}" type="presOf" srcId="{DECD65D6-2E86-4B74-8DE0-87A78BB65D00}" destId="{47AE705B-016A-48A6-9020-EABCDC5157A1}" srcOrd="0" destOrd="0" presId="urn:microsoft.com/office/officeart/2005/8/layout/hierarchy1"/>
    <dgm:cxn modelId="{A5492D46-6590-4EA8-92E4-9989276D689A}" type="presOf" srcId="{2BEE20F6-1E6A-4F26-A609-503889A46B44}" destId="{48BAB678-4C19-4ADD-A80F-B4F1C8ED86D5}" srcOrd="0" destOrd="0" presId="urn:microsoft.com/office/officeart/2005/8/layout/hierarchy1"/>
    <dgm:cxn modelId="{EE306EE3-77B7-4AFB-AC3F-5CB67B396CCD}" srcId="{74A2C338-CA64-4CFE-BB5C-DF1F7EFB88D6}" destId="{E130A59C-3501-4955-A4BD-D6E42CF67A8A}" srcOrd="0" destOrd="0" parTransId="{1E25F45E-4D7C-4846-A35C-42A10E97070E}" sibTransId="{3DBF4F96-112E-4C33-AA02-E669B8A00BD2}"/>
    <dgm:cxn modelId="{24698CB0-77EB-40AE-AAF2-ADCAD4496D7C}" srcId="{14EB7851-C213-4C3E-A5CE-E0881762383C}" destId="{5D4097AD-4BA2-4CB7-AF7C-E71D16D621BF}" srcOrd="0" destOrd="0" parTransId="{4D6DA811-DF0F-4514-A1DB-E664A5D4B2C7}" sibTransId="{E7D64164-629D-43E2-9E2F-A4DEFA597BB8}"/>
    <dgm:cxn modelId="{6C0FCBF6-D984-457B-9F56-84B94A7F06B1}" srcId="{17AF7ADD-BE64-41F7-9B47-B72D1BDC5448}" destId="{14EB7851-C213-4C3E-A5CE-E0881762383C}" srcOrd="0" destOrd="0" parTransId="{A3FB3E76-5906-460C-A32B-435FA4883529}" sibTransId="{5B97B373-9F65-4988-908A-D833D2BF3BB9}"/>
    <dgm:cxn modelId="{F825D815-BCFC-4DCD-BEB0-FD3E9C53D3E9}" type="presOf" srcId="{E3EA4FE4-F8C8-48BD-9424-6EE8723ABA90}" destId="{68566109-D10A-4493-B8F7-42C65588F9F6}" srcOrd="0" destOrd="0" presId="urn:microsoft.com/office/officeart/2005/8/layout/hierarchy1"/>
    <dgm:cxn modelId="{D393675F-993E-4854-87B8-3FD514B54CA3}" srcId="{8B72CFF7-F511-44B6-BECF-7433C9E829A9}" destId="{61BF2D1F-EADE-4B69-8664-2D75B10A46DA}" srcOrd="0" destOrd="0" parTransId="{E3EA4FE4-F8C8-48BD-9424-6EE8723ABA90}" sibTransId="{AAE8EBAB-8E8D-423D-A311-CFA0AA87A6A3}"/>
    <dgm:cxn modelId="{39791189-198E-4737-AF69-48EE88FB8838}" type="presOf" srcId="{74A2C338-CA64-4CFE-BB5C-DF1F7EFB88D6}" destId="{0EE97AED-55D0-4416-8B51-4A659862A108}" srcOrd="0" destOrd="0" presId="urn:microsoft.com/office/officeart/2005/8/layout/hierarchy1"/>
    <dgm:cxn modelId="{EA188B29-219A-4204-9AEF-310E4F40ECAA}" type="presOf" srcId="{5D4097AD-4BA2-4CB7-AF7C-E71D16D621BF}" destId="{9835203A-7526-44FF-88BF-32426F8F6FB5}" srcOrd="0" destOrd="0" presId="urn:microsoft.com/office/officeart/2005/8/layout/hierarchy1"/>
    <dgm:cxn modelId="{33A3CC51-BBAB-4C45-8E66-284070CB65D0}" type="presOf" srcId="{8B72CFF7-F511-44B6-BECF-7433C9E829A9}" destId="{0FB8BC24-DA08-46E2-8D37-0DCD4C230D36}" srcOrd="0" destOrd="0" presId="urn:microsoft.com/office/officeart/2005/8/layout/hierarchy1"/>
    <dgm:cxn modelId="{2E3D462B-CA78-48AE-8701-C2B197449851}" type="presOf" srcId="{61BF2D1F-EADE-4B69-8664-2D75B10A46DA}" destId="{31810F2E-C3C2-4E24-A54D-D584A6BBD9E3}" srcOrd="0" destOrd="0" presId="urn:microsoft.com/office/officeart/2005/8/layout/hierarchy1"/>
    <dgm:cxn modelId="{CB62282E-6D0E-4717-85F5-E1816ECFF1D7}" type="presOf" srcId="{AB792DFB-CEA0-4293-83AD-FDB994EEE5B7}" destId="{49CA66FA-B49A-4863-87F9-057F2FDFD8D8}" srcOrd="0" destOrd="0" presId="urn:microsoft.com/office/officeart/2005/8/layout/hierarchy1"/>
    <dgm:cxn modelId="{74CAADCB-88B6-48FD-B7E8-A3F962C13A97}" type="presParOf" srcId="{8D42879B-0FB7-4810-81DC-F668258639DB}" destId="{C568B4AF-0167-45F0-9C3E-990F1F338DEE}" srcOrd="0" destOrd="0" presId="urn:microsoft.com/office/officeart/2005/8/layout/hierarchy1"/>
    <dgm:cxn modelId="{AE1AF1F5-014C-466F-A518-12DB860F01D3}" type="presParOf" srcId="{C568B4AF-0167-45F0-9C3E-990F1F338DEE}" destId="{B2A57839-D879-48FB-90C7-DC9380DB46B9}" srcOrd="0" destOrd="0" presId="urn:microsoft.com/office/officeart/2005/8/layout/hierarchy1"/>
    <dgm:cxn modelId="{82175360-A636-4D96-A382-8BE47F414AFB}" type="presParOf" srcId="{B2A57839-D879-48FB-90C7-DC9380DB46B9}" destId="{FD828E3B-7896-4A77-B8EC-8A150F4B010C}" srcOrd="0" destOrd="0" presId="urn:microsoft.com/office/officeart/2005/8/layout/hierarchy1"/>
    <dgm:cxn modelId="{98F5ED85-80B7-4B53-A4C7-83665B214F6A}" type="presParOf" srcId="{B2A57839-D879-48FB-90C7-DC9380DB46B9}" destId="{73AC69BB-3A9B-4292-850C-74802BAE03E3}" srcOrd="1" destOrd="0" presId="urn:microsoft.com/office/officeart/2005/8/layout/hierarchy1"/>
    <dgm:cxn modelId="{6252616D-821B-4E3F-9550-ED6A6D47FCD5}" type="presParOf" srcId="{C568B4AF-0167-45F0-9C3E-990F1F338DEE}" destId="{DDD2DA73-6723-4E5A-ACA2-5F69F71A4CBB}" srcOrd="1" destOrd="0" presId="urn:microsoft.com/office/officeart/2005/8/layout/hierarchy1"/>
    <dgm:cxn modelId="{6D82FD54-70E5-421D-9074-07B143F40EC8}" type="presParOf" srcId="{DDD2DA73-6723-4E5A-ACA2-5F69F71A4CBB}" destId="{9D48B109-89D8-43DA-8652-772F0329E7BD}" srcOrd="0" destOrd="0" presId="urn:microsoft.com/office/officeart/2005/8/layout/hierarchy1"/>
    <dgm:cxn modelId="{1AE36483-D45C-40E6-B9B8-1C3B7F202E3A}" type="presParOf" srcId="{DDD2DA73-6723-4E5A-ACA2-5F69F71A4CBB}" destId="{E05A3C20-64DB-4349-8876-756B1E306E77}" srcOrd="1" destOrd="0" presId="urn:microsoft.com/office/officeart/2005/8/layout/hierarchy1"/>
    <dgm:cxn modelId="{B12DBF4F-14C7-478B-AFB7-F07F22EEEBCC}" type="presParOf" srcId="{E05A3C20-64DB-4349-8876-756B1E306E77}" destId="{937F5D77-62A1-4F46-896D-52F003A899EB}" srcOrd="0" destOrd="0" presId="urn:microsoft.com/office/officeart/2005/8/layout/hierarchy1"/>
    <dgm:cxn modelId="{5D1C2584-A1E3-4A8B-8162-70766A598728}" type="presParOf" srcId="{937F5D77-62A1-4F46-896D-52F003A899EB}" destId="{43DD7A2E-3CA9-458B-AFA9-71C0EB709D21}" srcOrd="0" destOrd="0" presId="urn:microsoft.com/office/officeart/2005/8/layout/hierarchy1"/>
    <dgm:cxn modelId="{FD452658-521A-4C7A-9712-F14E3F9079CF}" type="presParOf" srcId="{937F5D77-62A1-4F46-896D-52F003A899EB}" destId="{9835203A-7526-44FF-88BF-32426F8F6FB5}" srcOrd="1" destOrd="0" presId="urn:microsoft.com/office/officeart/2005/8/layout/hierarchy1"/>
    <dgm:cxn modelId="{FF80AC44-B947-4712-873A-70073536DB45}" type="presParOf" srcId="{E05A3C20-64DB-4349-8876-756B1E306E77}" destId="{4B48F880-88D1-4A80-BA63-752A1EA3EE22}" srcOrd="1" destOrd="0" presId="urn:microsoft.com/office/officeart/2005/8/layout/hierarchy1"/>
    <dgm:cxn modelId="{7A877F45-F98E-4EAC-A831-85338357F5AD}" type="presParOf" srcId="{4B48F880-88D1-4A80-BA63-752A1EA3EE22}" destId="{47AE705B-016A-48A6-9020-EABCDC5157A1}" srcOrd="0" destOrd="0" presId="urn:microsoft.com/office/officeart/2005/8/layout/hierarchy1"/>
    <dgm:cxn modelId="{FEBD0F8E-B4FD-4418-B320-86542CF16A1F}" type="presParOf" srcId="{4B48F880-88D1-4A80-BA63-752A1EA3EE22}" destId="{615C302C-AEC0-4A0B-BF98-5BA418F3E0AD}" srcOrd="1" destOrd="0" presId="urn:microsoft.com/office/officeart/2005/8/layout/hierarchy1"/>
    <dgm:cxn modelId="{A619B3EC-8F2E-4E9F-83E4-7A8E43C0D525}" type="presParOf" srcId="{615C302C-AEC0-4A0B-BF98-5BA418F3E0AD}" destId="{AC015D0A-4492-42DE-9934-99E11070582A}" srcOrd="0" destOrd="0" presId="urn:microsoft.com/office/officeart/2005/8/layout/hierarchy1"/>
    <dgm:cxn modelId="{2ACC842B-07A9-4003-84E2-83BE4C91905C}" type="presParOf" srcId="{AC015D0A-4492-42DE-9934-99E11070582A}" destId="{F96A98BF-01C8-4579-8822-EF811A56770C}" srcOrd="0" destOrd="0" presId="urn:microsoft.com/office/officeart/2005/8/layout/hierarchy1"/>
    <dgm:cxn modelId="{A3F76BE5-B9EC-4C03-9272-66A939E6E875}" type="presParOf" srcId="{AC015D0A-4492-42DE-9934-99E11070582A}" destId="{8B5D5EEE-9686-4273-9A3B-FA7EDD701673}" srcOrd="1" destOrd="0" presId="urn:microsoft.com/office/officeart/2005/8/layout/hierarchy1"/>
    <dgm:cxn modelId="{CCB5E174-3F17-42E1-BCDB-647B589C94F9}" type="presParOf" srcId="{615C302C-AEC0-4A0B-BF98-5BA418F3E0AD}" destId="{095FBE99-46A1-452B-98DA-BC9A7FA9C319}" srcOrd="1" destOrd="0" presId="urn:microsoft.com/office/officeart/2005/8/layout/hierarchy1"/>
    <dgm:cxn modelId="{1577B382-C93F-46DD-8940-D68F98B0745F}" type="presParOf" srcId="{DDD2DA73-6723-4E5A-ACA2-5F69F71A4CBB}" destId="{6F00C8C8-32B5-4531-88D6-302F56CE87FD}" srcOrd="2" destOrd="0" presId="urn:microsoft.com/office/officeart/2005/8/layout/hierarchy1"/>
    <dgm:cxn modelId="{0E6EAE43-0ED4-478E-A973-63AA2545071D}" type="presParOf" srcId="{DDD2DA73-6723-4E5A-ACA2-5F69F71A4CBB}" destId="{CD6D7C1E-55B7-47A3-A272-77864489488A}" srcOrd="3" destOrd="0" presId="urn:microsoft.com/office/officeart/2005/8/layout/hierarchy1"/>
    <dgm:cxn modelId="{2E55F840-BD4E-42BB-AACB-0174EA0BC11E}" type="presParOf" srcId="{CD6D7C1E-55B7-47A3-A272-77864489488A}" destId="{F2C3157F-22C0-42D3-B3F6-885AAA1EDDED}" srcOrd="0" destOrd="0" presId="urn:microsoft.com/office/officeart/2005/8/layout/hierarchy1"/>
    <dgm:cxn modelId="{35D80A21-1226-487F-A3BA-9332A1B674E9}" type="presParOf" srcId="{F2C3157F-22C0-42D3-B3F6-885AAA1EDDED}" destId="{C241DAC8-5130-4632-A92B-24D8C235E92A}" srcOrd="0" destOrd="0" presId="urn:microsoft.com/office/officeart/2005/8/layout/hierarchy1"/>
    <dgm:cxn modelId="{8D14475B-4869-4A9F-9F80-8E429A8E9A0E}" type="presParOf" srcId="{F2C3157F-22C0-42D3-B3F6-885AAA1EDDED}" destId="{0FB8BC24-DA08-46E2-8D37-0DCD4C230D36}" srcOrd="1" destOrd="0" presId="urn:microsoft.com/office/officeart/2005/8/layout/hierarchy1"/>
    <dgm:cxn modelId="{D7C1DE78-514A-4F7F-BD10-CA3A8DA3B946}" type="presParOf" srcId="{CD6D7C1E-55B7-47A3-A272-77864489488A}" destId="{0A6082A0-DC85-4916-98B6-BAB19F7F66FF}" srcOrd="1" destOrd="0" presId="urn:microsoft.com/office/officeart/2005/8/layout/hierarchy1"/>
    <dgm:cxn modelId="{FE75F6AB-1066-4A85-A9E1-627CF02227FC}" type="presParOf" srcId="{0A6082A0-DC85-4916-98B6-BAB19F7F66FF}" destId="{68566109-D10A-4493-B8F7-42C65588F9F6}" srcOrd="0" destOrd="0" presId="urn:microsoft.com/office/officeart/2005/8/layout/hierarchy1"/>
    <dgm:cxn modelId="{DD15A2B9-6903-45ED-A919-B8BBABCB974C}" type="presParOf" srcId="{0A6082A0-DC85-4916-98B6-BAB19F7F66FF}" destId="{D07C87C3-A379-47C1-8867-D8DA8F1F72CF}" srcOrd="1" destOrd="0" presId="urn:microsoft.com/office/officeart/2005/8/layout/hierarchy1"/>
    <dgm:cxn modelId="{9FF8624E-6B36-41D3-A15A-818CFB55FBE8}" type="presParOf" srcId="{D07C87C3-A379-47C1-8867-D8DA8F1F72CF}" destId="{543C4C11-E054-4509-BF08-1AFF1FFA93FD}" srcOrd="0" destOrd="0" presId="urn:microsoft.com/office/officeart/2005/8/layout/hierarchy1"/>
    <dgm:cxn modelId="{345395A4-51A4-457F-BCA2-B87B0335F3C9}" type="presParOf" srcId="{543C4C11-E054-4509-BF08-1AFF1FFA93FD}" destId="{8998CE37-16A3-4265-8ED9-A9A636D225C7}" srcOrd="0" destOrd="0" presId="urn:microsoft.com/office/officeart/2005/8/layout/hierarchy1"/>
    <dgm:cxn modelId="{A2462257-05E6-4E3F-B911-95797E946424}" type="presParOf" srcId="{543C4C11-E054-4509-BF08-1AFF1FFA93FD}" destId="{31810F2E-C3C2-4E24-A54D-D584A6BBD9E3}" srcOrd="1" destOrd="0" presId="urn:microsoft.com/office/officeart/2005/8/layout/hierarchy1"/>
    <dgm:cxn modelId="{071BDEB8-2956-4CB4-B1CB-7B57A6169AAE}" type="presParOf" srcId="{D07C87C3-A379-47C1-8867-D8DA8F1F72CF}" destId="{8A4B70D6-43BA-4522-8307-FA7737ADE64A}" srcOrd="1" destOrd="0" presId="urn:microsoft.com/office/officeart/2005/8/layout/hierarchy1"/>
    <dgm:cxn modelId="{E736AD12-46F5-494A-AD97-09BE54B26FB1}" type="presParOf" srcId="{DDD2DA73-6723-4E5A-ACA2-5F69F71A4CBB}" destId="{520786B4-EA07-4DDB-AF72-CDF7E45D361C}" srcOrd="4" destOrd="0" presId="urn:microsoft.com/office/officeart/2005/8/layout/hierarchy1"/>
    <dgm:cxn modelId="{9E348B29-A18A-4268-9E19-26862FB34005}" type="presParOf" srcId="{DDD2DA73-6723-4E5A-ACA2-5F69F71A4CBB}" destId="{A0C54B73-6885-40C5-89F4-CA1DF1030358}" srcOrd="5" destOrd="0" presId="urn:microsoft.com/office/officeart/2005/8/layout/hierarchy1"/>
    <dgm:cxn modelId="{8B6A2E31-FA94-4A27-90FA-15CCE3BE6297}" type="presParOf" srcId="{A0C54B73-6885-40C5-89F4-CA1DF1030358}" destId="{4EFFC645-5E76-485F-8E6B-5BFEFB23400D}" srcOrd="0" destOrd="0" presId="urn:microsoft.com/office/officeart/2005/8/layout/hierarchy1"/>
    <dgm:cxn modelId="{468791A3-E5C2-4FC7-95D5-83399691FEA1}" type="presParOf" srcId="{4EFFC645-5E76-485F-8E6B-5BFEFB23400D}" destId="{8E3B4B0F-C19D-4415-A407-EE7C7737DC0C}" srcOrd="0" destOrd="0" presId="urn:microsoft.com/office/officeart/2005/8/layout/hierarchy1"/>
    <dgm:cxn modelId="{2C52B2A5-86AD-41E5-8533-25E808880A97}" type="presParOf" srcId="{4EFFC645-5E76-485F-8E6B-5BFEFB23400D}" destId="{0EE97AED-55D0-4416-8B51-4A659862A108}" srcOrd="1" destOrd="0" presId="urn:microsoft.com/office/officeart/2005/8/layout/hierarchy1"/>
    <dgm:cxn modelId="{C765C02F-62C3-4444-80CF-1B1DFD54B924}" type="presParOf" srcId="{A0C54B73-6885-40C5-89F4-CA1DF1030358}" destId="{5E94C8AB-1485-48B4-A1FA-B52596F79247}" srcOrd="1" destOrd="0" presId="urn:microsoft.com/office/officeart/2005/8/layout/hierarchy1"/>
    <dgm:cxn modelId="{4DBE6F82-84A8-4456-A043-5286AC847047}" type="presParOf" srcId="{5E94C8AB-1485-48B4-A1FA-B52596F79247}" destId="{E2D03544-B3DD-49D7-8FD7-D1D269814809}" srcOrd="0" destOrd="0" presId="urn:microsoft.com/office/officeart/2005/8/layout/hierarchy1"/>
    <dgm:cxn modelId="{A5508637-D86E-4153-A54F-7B649C00D46F}" type="presParOf" srcId="{5E94C8AB-1485-48B4-A1FA-B52596F79247}" destId="{4DE50132-EFB7-457E-AC36-FCA8DAD2DB2C}" srcOrd="1" destOrd="0" presId="urn:microsoft.com/office/officeart/2005/8/layout/hierarchy1"/>
    <dgm:cxn modelId="{6112A0A6-013A-4D25-87D3-5A7C342867A5}" type="presParOf" srcId="{4DE50132-EFB7-457E-AC36-FCA8DAD2DB2C}" destId="{CDC6E01D-3B74-43BE-8518-1DEA271345D0}" srcOrd="0" destOrd="0" presId="urn:microsoft.com/office/officeart/2005/8/layout/hierarchy1"/>
    <dgm:cxn modelId="{33B41E3C-D9A8-48C4-9E54-B6DE19ED02B6}" type="presParOf" srcId="{CDC6E01D-3B74-43BE-8518-1DEA271345D0}" destId="{F80B882D-2C7F-4C0C-8588-DD5A2DF856D9}" srcOrd="0" destOrd="0" presId="urn:microsoft.com/office/officeart/2005/8/layout/hierarchy1"/>
    <dgm:cxn modelId="{C8261BAD-279F-45B4-BD8B-C39B89A79BA9}" type="presParOf" srcId="{CDC6E01D-3B74-43BE-8518-1DEA271345D0}" destId="{85BEF833-D2F6-47DE-B7DE-B65E809D0DA3}" srcOrd="1" destOrd="0" presId="urn:microsoft.com/office/officeart/2005/8/layout/hierarchy1"/>
    <dgm:cxn modelId="{8BF16633-A1FE-45BF-AD21-2CD46AE47BF7}" type="presParOf" srcId="{4DE50132-EFB7-457E-AC36-FCA8DAD2DB2C}" destId="{0AE1A510-BB45-43B6-8944-29F66813DCF3}" srcOrd="1" destOrd="0" presId="urn:microsoft.com/office/officeart/2005/8/layout/hierarchy1"/>
    <dgm:cxn modelId="{11591DAB-E917-4F6C-9B1F-816EA88EB651}" type="presParOf" srcId="{DDD2DA73-6723-4E5A-ACA2-5F69F71A4CBB}" destId="{5A6BF554-185F-4645-8448-C48548CF2004}" srcOrd="6" destOrd="0" presId="urn:microsoft.com/office/officeart/2005/8/layout/hierarchy1"/>
    <dgm:cxn modelId="{A5611236-5DCF-4730-A0D7-019F27AF95B5}" type="presParOf" srcId="{DDD2DA73-6723-4E5A-ACA2-5F69F71A4CBB}" destId="{F0020999-C838-4D17-A39D-86FAD5CAE312}" srcOrd="7" destOrd="0" presId="urn:microsoft.com/office/officeart/2005/8/layout/hierarchy1"/>
    <dgm:cxn modelId="{4BB116EB-8BB3-4C70-9BB4-6B1098EAAB64}" type="presParOf" srcId="{F0020999-C838-4D17-A39D-86FAD5CAE312}" destId="{3871EAC9-3D6D-4E37-BCD2-E6B3B7ABA547}" srcOrd="0" destOrd="0" presId="urn:microsoft.com/office/officeart/2005/8/layout/hierarchy1"/>
    <dgm:cxn modelId="{833917ED-04A6-4825-B01B-9560E7D15426}" type="presParOf" srcId="{3871EAC9-3D6D-4E37-BCD2-E6B3B7ABA547}" destId="{4CBF61EA-825E-4EC7-ADDE-5DF6A2DFD96A}" srcOrd="0" destOrd="0" presId="urn:microsoft.com/office/officeart/2005/8/layout/hierarchy1"/>
    <dgm:cxn modelId="{F4581D79-6718-406C-8AB9-98621E09D1A4}" type="presParOf" srcId="{3871EAC9-3D6D-4E37-BCD2-E6B3B7ABA547}" destId="{C6E81F73-FF73-4772-AB50-01A2BA9527CD}" srcOrd="1" destOrd="0" presId="urn:microsoft.com/office/officeart/2005/8/layout/hierarchy1"/>
    <dgm:cxn modelId="{4C5E5A19-5A4F-46E1-A929-526805FDC77B}" type="presParOf" srcId="{F0020999-C838-4D17-A39D-86FAD5CAE312}" destId="{0CD31592-58B5-4D53-B6BA-007ADF0C9AEF}" srcOrd="1" destOrd="0" presId="urn:microsoft.com/office/officeart/2005/8/layout/hierarchy1"/>
    <dgm:cxn modelId="{9057EE7B-C606-4681-999D-69E7D0CA9EA0}" type="presParOf" srcId="{0CD31592-58B5-4D53-B6BA-007ADF0C9AEF}" destId="{49CA66FA-B49A-4863-87F9-057F2FDFD8D8}" srcOrd="0" destOrd="0" presId="urn:microsoft.com/office/officeart/2005/8/layout/hierarchy1"/>
    <dgm:cxn modelId="{318F3F5D-02D7-499A-9187-E3EE6B7B2EEE}" type="presParOf" srcId="{0CD31592-58B5-4D53-B6BA-007ADF0C9AEF}" destId="{71AC320F-CC52-4FF0-92B6-592C97FC8B09}" srcOrd="1" destOrd="0" presId="urn:microsoft.com/office/officeart/2005/8/layout/hierarchy1"/>
    <dgm:cxn modelId="{87171139-82A3-4D30-ACC4-EE73D7329D55}" type="presParOf" srcId="{71AC320F-CC52-4FF0-92B6-592C97FC8B09}" destId="{47C62468-7051-43D1-927A-4E16F471891F}" srcOrd="0" destOrd="0" presId="urn:microsoft.com/office/officeart/2005/8/layout/hierarchy1"/>
    <dgm:cxn modelId="{C6488B31-887A-49F9-8FD6-BCE94EB011CB}" type="presParOf" srcId="{47C62468-7051-43D1-927A-4E16F471891F}" destId="{A13909F3-8C8E-4B25-8638-1AD23A25F33E}" srcOrd="0" destOrd="0" presId="urn:microsoft.com/office/officeart/2005/8/layout/hierarchy1"/>
    <dgm:cxn modelId="{3E7070D8-A2EA-4A79-A485-E921D365FCEB}" type="presParOf" srcId="{47C62468-7051-43D1-927A-4E16F471891F}" destId="{AFA65902-B46E-4D07-B2D0-847DB5EFFBCE}" srcOrd="1" destOrd="0" presId="urn:microsoft.com/office/officeart/2005/8/layout/hierarchy1"/>
    <dgm:cxn modelId="{689B15DE-9F45-4451-8F4C-0150DCEC528C}" type="presParOf" srcId="{71AC320F-CC52-4FF0-92B6-592C97FC8B09}" destId="{8A3D89F6-118F-46F3-83D9-3FE44656580F}" srcOrd="1" destOrd="0" presId="urn:microsoft.com/office/officeart/2005/8/layout/hierarchy1"/>
    <dgm:cxn modelId="{A3FF768F-FDE4-43C5-9B5A-F871B7F28EFD}" type="presParOf" srcId="{DDD2DA73-6723-4E5A-ACA2-5F69F71A4CBB}" destId="{13AFDFCA-71B3-4C37-8127-AD561901C3E3}" srcOrd="8" destOrd="0" presId="urn:microsoft.com/office/officeart/2005/8/layout/hierarchy1"/>
    <dgm:cxn modelId="{0AD3331B-FFFC-4566-A39F-35E29B1AC927}" type="presParOf" srcId="{DDD2DA73-6723-4E5A-ACA2-5F69F71A4CBB}" destId="{56A9A7EE-5DC3-4ADE-8930-988A6B7E678D}" srcOrd="9" destOrd="0" presId="urn:microsoft.com/office/officeart/2005/8/layout/hierarchy1"/>
    <dgm:cxn modelId="{FA4BC797-6AB7-40C7-A709-BC565C9DE84E}" type="presParOf" srcId="{56A9A7EE-5DC3-4ADE-8930-988A6B7E678D}" destId="{3497571A-7BA3-4277-9EFE-DE64BA5583D2}" srcOrd="0" destOrd="0" presId="urn:microsoft.com/office/officeart/2005/8/layout/hierarchy1"/>
    <dgm:cxn modelId="{E89F0A13-4D91-456D-8FE5-2262D3AD4150}" type="presParOf" srcId="{3497571A-7BA3-4277-9EFE-DE64BA5583D2}" destId="{EF22DFC7-90DA-49FF-8470-D51A3A8D0090}" srcOrd="0" destOrd="0" presId="urn:microsoft.com/office/officeart/2005/8/layout/hierarchy1"/>
    <dgm:cxn modelId="{50D30F49-884C-4EBE-9A45-65715FA80FB3}" type="presParOf" srcId="{3497571A-7BA3-4277-9EFE-DE64BA5583D2}" destId="{8B261F6A-61FE-4968-9705-5A6B5CA46A7E}" srcOrd="1" destOrd="0" presId="urn:microsoft.com/office/officeart/2005/8/layout/hierarchy1"/>
    <dgm:cxn modelId="{7EA11AB2-CF3E-4BB5-B55A-29D20B81C796}" type="presParOf" srcId="{56A9A7EE-5DC3-4ADE-8930-988A6B7E678D}" destId="{CEA01549-6531-4E37-970F-5FCF865E1119}" srcOrd="1" destOrd="0" presId="urn:microsoft.com/office/officeart/2005/8/layout/hierarchy1"/>
    <dgm:cxn modelId="{9C4C151D-BDC9-40E9-9D96-A59E622F04FD}" type="presParOf" srcId="{CEA01549-6531-4E37-970F-5FCF865E1119}" destId="{74CDBB2B-9C3E-49FC-AE24-E6476191FD24}" srcOrd="0" destOrd="0" presId="urn:microsoft.com/office/officeart/2005/8/layout/hierarchy1"/>
    <dgm:cxn modelId="{08997DD8-E9A3-4A90-9DCC-6D059CC5AEE1}" type="presParOf" srcId="{CEA01549-6531-4E37-970F-5FCF865E1119}" destId="{A16EDD70-EEEF-409A-ADF1-1930AF7A174F}" srcOrd="1" destOrd="0" presId="urn:microsoft.com/office/officeart/2005/8/layout/hierarchy1"/>
    <dgm:cxn modelId="{26132F52-214D-438D-828A-3375CA575531}" type="presParOf" srcId="{A16EDD70-EEEF-409A-ADF1-1930AF7A174F}" destId="{E8D74ECB-4832-4447-99DD-BB75C00C1C56}" srcOrd="0" destOrd="0" presId="urn:microsoft.com/office/officeart/2005/8/layout/hierarchy1"/>
    <dgm:cxn modelId="{02CC18B5-AF85-4754-889D-7ED69D38EAE1}" type="presParOf" srcId="{E8D74ECB-4832-4447-99DD-BB75C00C1C56}" destId="{B2C2D87C-0915-46D0-933A-F435D149AF9E}" srcOrd="0" destOrd="0" presId="urn:microsoft.com/office/officeart/2005/8/layout/hierarchy1"/>
    <dgm:cxn modelId="{F61904DB-0EF6-4B14-891C-3108315D0902}" type="presParOf" srcId="{E8D74ECB-4832-4447-99DD-BB75C00C1C56}" destId="{A60C1E1C-DFD1-40CF-A019-6A61C05C5DAE}" srcOrd="1" destOrd="0" presId="urn:microsoft.com/office/officeart/2005/8/layout/hierarchy1"/>
    <dgm:cxn modelId="{041E69C1-F3DB-45BD-B5BE-5D1E8DA89916}" type="presParOf" srcId="{A16EDD70-EEEF-409A-ADF1-1930AF7A174F}" destId="{DCC50F0F-5ECB-40D5-882D-C9BFC777410B}" srcOrd="1" destOrd="0" presId="urn:microsoft.com/office/officeart/2005/8/layout/hierarchy1"/>
    <dgm:cxn modelId="{49C04843-7F39-4B3C-ACE4-79238CB78132}" type="presParOf" srcId="{DDD2DA73-6723-4E5A-ACA2-5F69F71A4CBB}" destId="{61CD993B-DBEE-4FA6-97B6-7D7F880C1D33}" srcOrd="10" destOrd="0" presId="urn:microsoft.com/office/officeart/2005/8/layout/hierarchy1"/>
    <dgm:cxn modelId="{F5663D76-7DF9-4D85-B072-866E0A0CB7E7}" type="presParOf" srcId="{DDD2DA73-6723-4E5A-ACA2-5F69F71A4CBB}" destId="{AB6F7153-0AC3-47AF-8351-CD6AB826FE2D}" srcOrd="11" destOrd="0" presId="urn:microsoft.com/office/officeart/2005/8/layout/hierarchy1"/>
    <dgm:cxn modelId="{869DAA96-385B-4E3D-8EBF-0FECDF02B58E}" type="presParOf" srcId="{AB6F7153-0AC3-47AF-8351-CD6AB826FE2D}" destId="{F8FD0111-EEA5-4600-9592-1E532B484F66}" srcOrd="0" destOrd="0" presId="urn:microsoft.com/office/officeart/2005/8/layout/hierarchy1"/>
    <dgm:cxn modelId="{B4FCEB46-31B1-49CF-876B-70A17AA4F7E5}" type="presParOf" srcId="{F8FD0111-EEA5-4600-9592-1E532B484F66}" destId="{D2FE9A08-A722-4489-A088-9430AF261236}" srcOrd="0" destOrd="0" presId="urn:microsoft.com/office/officeart/2005/8/layout/hierarchy1"/>
    <dgm:cxn modelId="{BE7E0AC0-A861-4ABD-987F-E95466AF9D07}" type="presParOf" srcId="{F8FD0111-EEA5-4600-9592-1E532B484F66}" destId="{48BAB678-4C19-4ADD-A80F-B4F1C8ED86D5}" srcOrd="1" destOrd="0" presId="urn:microsoft.com/office/officeart/2005/8/layout/hierarchy1"/>
    <dgm:cxn modelId="{BBFA3A6B-BD57-4B67-88AE-76D49C110CD0}" type="presParOf" srcId="{AB6F7153-0AC3-47AF-8351-CD6AB826FE2D}" destId="{D5BB81CC-69DF-4548-B0FC-268752E966A5}" srcOrd="1" destOrd="0" presId="urn:microsoft.com/office/officeart/2005/8/layout/hierarchy1"/>
    <dgm:cxn modelId="{66CEEFB2-2820-4C33-B034-E82628DFAA28}" type="presParOf" srcId="{D5BB81CC-69DF-4548-B0FC-268752E966A5}" destId="{DB2AF436-B651-431D-8A77-5D319C4EABDE}" srcOrd="0" destOrd="0" presId="urn:microsoft.com/office/officeart/2005/8/layout/hierarchy1"/>
    <dgm:cxn modelId="{76BDDE7D-7AA5-49AF-B747-05EBD44AF2DE}" type="presParOf" srcId="{D5BB81CC-69DF-4548-B0FC-268752E966A5}" destId="{971C39A2-1175-473E-9401-A76274457A61}" srcOrd="1" destOrd="0" presId="urn:microsoft.com/office/officeart/2005/8/layout/hierarchy1"/>
    <dgm:cxn modelId="{43B8F93F-5783-4DB7-80D1-3FBA4A9ED2BA}" type="presParOf" srcId="{971C39A2-1175-473E-9401-A76274457A61}" destId="{E74B8737-09C3-4640-B9DC-1634608EAE30}" srcOrd="0" destOrd="0" presId="urn:microsoft.com/office/officeart/2005/8/layout/hierarchy1"/>
    <dgm:cxn modelId="{C7308816-1D84-411F-9E59-C9A75A5501C1}" type="presParOf" srcId="{E74B8737-09C3-4640-B9DC-1634608EAE30}" destId="{C63911B2-AD79-41EF-B486-620780E18BDD}" srcOrd="0" destOrd="0" presId="urn:microsoft.com/office/officeart/2005/8/layout/hierarchy1"/>
    <dgm:cxn modelId="{64128D99-F3E0-450F-BC59-612976A03E0D}" type="presParOf" srcId="{E74B8737-09C3-4640-B9DC-1634608EAE30}" destId="{03AFD832-3F97-41FA-BE5F-711AE6676102}" srcOrd="1" destOrd="0" presId="urn:microsoft.com/office/officeart/2005/8/layout/hierarchy1"/>
    <dgm:cxn modelId="{44E49620-F2C5-444A-85A7-5EE8AC79193F}" type="presParOf" srcId="{971C39A2-1175-473E-9401-A76274457A61}" destId="{E4A8B4AF-CF71-4239-A2E1-F960EDC24DB5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52C732-7BBF-4BCF-8D94-B9CB1C2AEA4D}" type="doc">
      <dgm:prSet loTypeId="urn:microsoft.com/office/officeart/2005/8/layout/radial2" loCatId="relationship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805AFA49-93A1-4A79-9A7B-8E7181F18047}">
      <dgm:prSet phldrT="[Texto]"/>
      <dgm:spPr/>
      <dgm:t>
        <a:bodyPr/>
        <a:lstStyle/>
        <a:p>
          <a:r>
            <a:rPr lang="es-ES" b="1" u="sng" dirty="0" smtClean="0"/>
            <a:t>poder</a:t>
          </a:r>
          <a:endParaRPr lang="es-ES" b="1" u="sng" dirty="0"/>
        </a:p>
      </dgm:t>
    </dgm:pt>
    <dgm:pt modelId="{B735AA06-4AEA-4449-87BC-E7E2424E46D6}" type="parTrans" cxnId="{43A2327C-FDAA-45C1-9A21-461E1C6AB6AA}">
      <dgm:prSet/>
      <dgm:spPr/>
      <dgm:t>
        <a:bodyPr/>
        <a:lstStyle/>
        <a:p>
          <a:endParaRPr lang="es-ES" dirty="0"/>
        </a:p>
      </dgm:t>
    </dgm:pt>
    <dgm:pt modelId="{344F731A-33B1-4CF2-992B-5543DF0298DA}" type="sibTrans" cxnId="{43A2327C-FDAA-45C1-9A21-461E1C6AB6AA}">
      <dgm:prSet/>
      <dgm:spPr/>
      <dgm:t>
        <a:bodyPr/>
        <a:lstStyle/>
        <a:p>
          <a:endParaRPr lang="es-ES"/>
        </a:p>
      </dgm:t>
    </dgm:pt>
    <dgm:pt modelId="{1A5E4F34-4A78-437C-8908-D425EB061980}">
      <dgm:prSet phldrT="[Texto]"/>
      <dgm:spPr>
        <a:ln>
          <a:solidFill>
            <a:srgbClr val="FF0000"/>
          </a:solidFill>
        </a:ln>
      </dgm:spPr>
      <dgm:t>
        <a:bodyPr/>
        <a:lstStyle/>
        <a:p>
          <a:r>
            <a:rPr lang="es-ES" b="1" u="sng" dirty="0" smtClean="0"/>
            <a:t>Agentes del cuerpo social</a:t>
          </a:r>
          <a:endParaRPr lang="es-ES" b="1" u="sng" dirty="0"/>
        </a:p>
      </dgm:t>
    </dgm:pt>
    <dgm:pt modelId="{9D7437EA-8DB3-4C79-AA4B-E2D51AF86356}" type="parTrans" cxnId="{090351B2-B55E-4BA6-AA45-2424A4F01B98}">
      <dgm:prSet/>
      <dgm:spPr/>
      <dgm:t>
        <a:bodyPr/>
        <a:lstStyle/>
        <a:p>
          <a:endParaRPr lang="es-ES" dirty="0"/>
        </a:p>
      </dgm:t>
    </dgm:pt>
    <dgm:pt modelId="{7F49C798-B5C4-40B4-BF55-2034550C83FF}" type="sibTrans" cxnId="{090351B2-B55E-4BA6-AA45-2424A4F01B98}">
      <dgm:prSet/>
      <dgm:spPr/>
      <dgm:t>
        <a:bodyPr/>
        <a:lstStyle/>
        <a:p>
          <a:endParaRPr lang="es-ES"/>
        </a:p>
      </dgm:t>
    </dgm:pt>
    <dgm:pt modelId="{747B790D-1D28-47AB-A056-2EA21894A9BD}">
      <dgm:prSet phldrT="[Texto]" custT="1"/>
      <dgm:spPr>
        <a:ln>
          <a:solidFill>
            <a:srgbClr val="FF0000"/>
          </a:solidFill>
        </a:ln>
      </dgm:spPr>
      <dgm:t>
        <a:bodyPr/>
        <a:lstStyle/>
        <a:p>
          <a:r>
            <a:rPr lang="es-ES" sz="1700" b="1" u="sng" dirty="0" smtClean="0"/>
            <a:t>Trabajo y su remuneración</a:t>
          </a:r>
          <a:endParaRPr lang="es-ES" sz="1700" b="1" u="sng" dirty="0"/>
        </a:p>
      </dgm:t>
    </dgm:pt>
    <dgm:pt modelId="{3BCC80FE-B8C3-4AC1-8BAC-EA2F5CF9B92D}" type="parTrans" cxnId="{EC209397-4D71-41AF-8976-092A011A53A2}">
      <dgm:prSet/>
      <dgm:spPr/>
      <dgm:t>
        <a:bodyPr/>
        <a:lstStyle/>
        <a:p>
          <a:endParaRPr lang="es-ES" dirty="0"/>
        </a:p>
      </dgm:t>
    </dgm:pt>
    <dgm:pt modelId="{042565C5-05C6-4B75-9588-19596381629E}" type="sibTrans" cxnId="{EC209397-4D71-41AF-8976-092A011A53A2}">
      <dgm:prSet/>
      <dgm:spPr/>
      <dgm:t>
        <a:bodyPr/>
        <a:lstStyle/>
        <a:p>
          <a:endParaRPr lang="es-ES"/>
        </a:p>
      </dgm:t>
    </dgm:pt>
    <dgm:pt modelId="{FE263AEC-C345-4B89-A5AC-2433D5E8185F}" type="pres">
      <dgm:prSet presAssocID="{9852C732-7BBF-4BCF-8D94-B9CB1C2AEA4D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6CA6A7F5-AF7A-43A3-8BC2-6A6F4E5434BD}" type="pres">
      <dgm:prSet presAssocID="{9852C732-7BBF-4BCF-8D94-B9CB1C2AEA4D}" presName="cycle" presStyleCnt="0"/>
      <dgm:spPr/>
      <dgm:t>
        <a:bodyPr/>
        <a:lstStyle/>
        <a:p>
          <a:endParaRPr lang="es-ES"/>
        </a:p>
      </dgm:t>
    </dgm:pt>
    <dgm:pt modelId="{18B33269-6E0C-4EEB-928B-7AB6664B7781}" type="pres">
      <dgm:prSet presAssocID="{9852C732-7BBF-4BCF-8D94-B9CB1C2AEA4D}" presName="centerShape" presStyleCnt="0"/>
      <dgm:spPr/>
      <dgm:t>
        <a:bodyPr/>
        <a:lstStyle/>
        <a:p>
          <a:endParaRPr lang="es-ES"/>
        </a:p>
      </dgm:t>
    </dgm:pt>
    <dgm:pt modelId="{636FCA5D-D343-42A5-BDEA-449FF92EB831}" type="pres">
      <dgm:prSet presAssocID="{9852C732-7BBF-4BCF-8D94-B9CB1C2AEA4D}" presName="connSite" presStyleLbl="node1" presStyleIdx="0" presStyleCnt="4"/>
      <dgm:spPr/>
      <dgm:t>
        <a:bodyPr/>
        <a:lstStyle/>
        <a:p>
          <a:endParaRPr lang="es-ES"/>
        </a:p>
      </dgm:t>
    </dgm:pt>
    <dgm:pt modelId="{110CEA60-22B2-4792-9EB3-519184CFE257}" type="pres">
      <dgm:prSet presAssocID="{9852C732-7BBF-4BCF-8D94-B9CB1C2AEA4D}" presName="visible" presStyleLbl="node1" presStyleIdx="0" presStyleCnt="4" custLinFactNeighborX="-14471" custLinFactNeighborY="-2997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rgbClr val="FF0000">
              <a:alpha val="78000"/>
            </a:srgbClr>
          </a:solidFill>
        </a:ln>
      </dgm:spPr>
      <dgm:t>
        <a:bodyPr/>
        <a:lstStyle/>
        <a:p>
          <a:endParaRPr lang="es-ES"/>
        </a:p>
      </dgm:t>
    </dgm:pt>
    <dgm:pt modelId="{AD11FA3F-43CE-4BE2-A423-545B22B6F8EA}" type="pres">
      <dgm:prSet presAssocID="{B735AA06-4AEA-4449-87BC-E7E2424E46D6}" presName="Name25" presStyleLbl="parChTrans1D1" presStyleIdx="0" presStyleCnt="3"/>
      <dgm:spPr/>
      <dgm:t>
        <a:bodyPr/>
        <a:lstStyle/>
        <a:p>
          <a:endParaRPr lang="es-ES"/>
        </a:p>
      </dgm:t>
    </dgm:pt>
    <dgm:pt modelId="{64857FEA-FA15-4390-9069-364FF44C2450}" type="pres">
      <dgm:prSet presAssocID="{805AFA49-93A1-4A79-9A7B-8E7181F18047}" presName="node" presStyleCnt="0"/>
      <dgm:spPr/>
      <dgm:t>
        <a:bodyPr/>
        <a:lstStyle/>
        <a:p>
          <a:endParaRPr lang="es-ES"/>
        </a:p>
      </dgm:t>
    </dgm:pt>
    <dgm:pt modelId="{A70DB781-FDF0-4A11-8AEB-4393E62848D6}" type="pres">
      <dgm:prSet presAssocID="{805AFA49-93A1-4A79-9A7B-8E7181F18047}" presName="parentNode" presStyleLbl="node1" presStyleIdx="1" presStyleCnt="4" custLinFactNeighborX="35467" custLinFactNeighborY="-8697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EA22135-3530-417C-A7EF-42AF04F54DED}" type="pres">
      <dgm:prSet presAssocID="{805AFA49-93A1-4A79-9A7B-8E7181F18047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6D34F26-327D-4349-BC93-27073D626E64}" type="pres">
      <dgm:prSet presAssocID="{9D7437EA-8DB3-4C79-AA4B-E2D51AF86356}" presName="Name25" presStyleLbl="parChTrans1D1" presStyleIdx="1" presStyleCnt="3"/>
      <dgm:spPr/>
      <dgm:t>
        <a:bodyPr/>
        <a:lstStyle/>
        <a:p>
          <a:endParaRPr lang="es-ES"/>
        </a:p>
      </dgm:t>
    </dgm:pt>
    <dgm:pt modelId="{0329B739-B786-4267-8B1D-691788675143}" type="pres">
      <dgm:prSet presAssocID="{1A5E4F34-4A78-437C-8908-D425EB061980}" presName="node" presStyleCnt="0"/>
      <dgm:spPr/>
      <dgm:t>
        <a:bodyPr/>
        <a:lstStyle/>
        <a:p>
          <a:endParaRPr lang="es-ES"/>
        </a:p>
      </dgm:t>
    </dgm:pt>
    <dgm:pt modelId="{DAA662D2-56DE-463B-BDE9-B874C6BF42D1}" type="pres">
      <dgm:prSet presAssocID="{1A5E4F34-4A78-437C-8908-D425EB061980}" presName="parentNode" presStyleLbl="node1" presStyleIdx="2" presStyleCnt="4" custLinFactNeighborX="74474" custLinFactNeighborY="-27571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CB73249-7EBD-4B78-8B6D-1D2E0F95D1B4}" type="pres">
      <dgm:prSet presAssocID="{1A5E4F34-4A78-437C-8908-D425EB061980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8BD6E0E-B1B8-4D79-BF33-103263612927}" type="pres">
      <dgm:prSet presAssocID="{3BCC80FE-B8C3-4AC1-8BAC-EA2F5CF9B92D}" presName="Name25" presStyleLbl="parChTrans1D1" presStyleIdx="2" presStyleCnt="3"/>
      <dgm:spPr/>
      <dgm:t>
        <a:bodyPr/>
        <a:lstStyle/>
        <a:p>
          <a:endParaRPr lang="es-ES"/>
        </a:p>
      </dgm:t>
    </dgm:pt>
    <dgm:pt modelId="{27F345A8-78C8-4434-9EEA-4B59AF61F320}" type="pres">
      <dgm:prSet presAssocID="{747B790D-1D28-47AB-A056-2EA21894A9BD}" presName="node" presStyleCnt="0"/>
      <dgm:spPr/>
      <dgm:t>
        <a:bodyPr/>
        <a:lstStyle/>
        <a:p>
          <a:endParaRPr lang="es-ES"/>
        </a:p>
      </dgm:t>
    </dgm:pt>
    <dgm:pt modelId="{815E3474-904A-47A4-A1BD-9F3C5905F36B}" type="pres">
      <dgm:prSet presAssocID="{747B790D-1D28-47AB-A056-2EA21894A9BD}" presName="parentNode" presStyleLbl="node1" presStyleIdx="3" presStyleCnt="4" custScaleX="139674" custLinFactNeighborX="92053" custLinFactNeighborY="-11721">
        <dgm:presLayoutVars>
          <dgm:chMax val="1"/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46A1F53-ACE1-4DC6-9112-CFDEF6F0B647}" type="pres">
      <dgm:prSet presAssocID="{747B790D-1D28-47AB-A056-2EA21894A9BD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3501DB3D-630B-402E-8235-94E1964AE5F2}" type="presOf" srcId="{3BCC80FE-B8C3-4AC1-8BAC-EA2F5CF9B92D}" destId="{C8BD6E0E-B1B8-4D79-BF33-103263612927}" srcOrd="0" destOrd="0" presId="urn:microsoft.com/office/officeart/2005/8/layout/radial2"/>
    <dgm:cxn modelId="{D7A291F1-688B-4D23-8D95-B7890E7F5462}" type="presOf" srcId="{9852C732-7BBF-4BCF-8D94-B9CB1C2AEA4D}" destId="{FE263AEC-C345-4B89-A5AC-2433D5E8185F}" srcOrd="0" destOrd="0" presId="urn:microsoft.com/office/officeart/2005/8/layout/radial2"/>
    <dgm:cxn modelId="{5C473894-3AAC-48C6-AE73-E3928D7234B9}" type="presOf" srcId="{1A5E4F34-4A78-437C-8908-D425EB061980}" destId="{DAA662D2-56DE-463B-BDE9-B874C6BF42D1}" srcOrd="0" destOrd="0" presId="urn:microsoft.com/office/officeart/2005/8/layout/radial2"/>
    <dgm:cxn modelId="{43A2327C-FDAA-45C1-9A21-461E1C6AB6AA}" srcId="{9852C732-7BBF-4BCF-8D94-B9CB1C2AEA4D}" destId="{805AFA49-93A1-4A79-9A7B-8E7181F18047}" srcOrd="0" destOrd="0" parTransId="{B735AA06-4AEA-4449-87BC-E7E2424E46D6}" sibTransId="{344F731A-33B1-4CF2-992B-5543DF0298DA}"/>
    <dgm:cxn modelId="{EC209397-4D71-41AF-8976-092A011A53A2}" srcId="{9852C732-7BBF-4BCF-8D94-B9CB1C2AEA4D}" destId="{747B790D-1D28-47AB-A056-2EA21894A9BD}" srcOrd="2" destOrd="0" parTransId="{3BCC80FE-B8C3-4AC1-8BAC-EA2F5CF9B92D}" sibTransId="{042565C5-05C6-4B75-9588-19596381629E}"/>
    <dgm:cxn modelId="{AB6537B1-57E6-4638-90B5-20B1D240C918}" type="presOf" srcId="{805AFA49-93A1-4A79-9A7B-8E7181F18047}" destId="{A70DB781-FDF0-4A11-8AEB-4393E62848D6}" srcOrd="0" destOrd="0" presId="urn:microsoft.com/office/officeart/2005/8/layout/radial2"/>
    <dgm:cxn modelId="{6DB136DF-30D4-4EAA-AA1E-CD20BBF5DB2E}" type="presOf" srcId="{B735AA06-4AEA-4449-87BC-E7E2424E46D6}" destId="{AD11FA3F-43CE-4BE2-A423-545B22B6F8EA}" srcOrd="0" destOrd="0" presId="urn:microsoft.com/office/officeart/2005/8/layout/radial2"/>
    <dgm:cxn modelId="{090351B2-B55E-4BA6-AA45-2424A4F01B98}" srcId="{9852C732-7BBF-4BCF-8D94-B9CB1C2AEA4D}" destId="{1A5E4F34-4A78-437C-8908-D425EB061980}" srcOrd="1" destOrd="0" parTransId="{9D7437EA-8DB3-4C79-AA4B-E2D51AF86356}" sibTransId="{7F49C798-B5C4-40B4-BF55-2034550C83FF}"/>
    <dgm:cxn modelId="{761A6AE6-0787-4F79-93A6-02E157553164}" type="presOf" srcId="{9D7437EA-8DB3-4C79-AA4B-E2D51AF86356}" destId="{36D34F26-327D-4349-BC93-27073D626E64}" srcOrd="0" destOrd="0" presId="urn:microsoft.com/office/officeart/2005/8/layout/radial2"/>
    <dgm:cxn modelId="{48A55306-D530-41C9-A196-7B9E06E19A34}" type="presOf" srcId="{747B790D-1D28-47AB-A056-2EA21894A9BD}" destId="{815E3474-904A-47A4-A1BD-9F3C5905F36B}" srcOrd="0" destOrd="0" presId="urn:microsoft.com/office/officeart/2005/8/layout/radial2"/>
    <dgm:cxn modelId="{EB7A5B17-70AF-4F73-94CC-91C1F3E3866B}" type="presParOf" srcId="{FE263AEC-C345-4B89-A5AC-2433D5E8185F}" destId="{6CA6A7F5-AF7A-43A3-8BC2-6A6F4E5434BD}" srcOrd="0" destOrd="0" presId="urn:microsoft.com/office/officeart/2005/8/layout/radial2"/>
    <dgm:cxn modelId="{DEB58442-9021-49DE-8C09-3B2B89B5D00A}" type="presParOf" srcId="{6CA6A7F5-AF7A-43A3-8BC2-6A6F4E5434BD}" destId="{18B33269-6E0C-4EEB-928B-7AB6664B7781}" srcOrd="0" destOrd="0" presId="urn:microsoft.com/office/officeart/2005/8/layout/radial2"/>
    <dgm:cxn modelId="{6F235BD5-1AD6-4B6B-BB9B-65F95FA0AEBD}" type="presParOf" srcId="{18B33269-6E0C-4EEB-928B-7AB6664B7781}" destId="{636FCA5D-D343-42A5-BDEA-449FF92EB831}" srcOrd="0" destOrd="0" presId="urn:microsoft.com/office/officeart/2005/8/layout/radial2"/>
    <dgm:cxn modelId="{2C20C8D3-0596-4D20-B548-5CAF889FEC61}" type="presParOf" srcId="{18B33269-6E0C-4EEB-928B-7AB6664B7781}" destId="{110CEA60-22B2-4792-9EB3-519184CFE257}" srcOrd="1" destOrd="0" presId="urn:microsoft.com/office/officeart/2005/8/layout/radial2"/>
    <dgm:cxn modelId="{FB33485B-969C-4D32-A695-EB5F2A45340B}" type="presParOf" srcId="{6CA6A7F5-AF7A-43A3-8BC2-6A6F4E5434BD}" destId="{AD11FA3F-43CE-4BE2-A423-545B22B6F8EA}" srcOrd="1" destOrd="0" presId="urn:microsoft.com/office/officeart/2005/8/layout/radial2"/>
    <dgm:cxn modelId="{E03F4C6D-E32A-420E-854A-BE7B2CEE2135}" type="presParOf" srcId="{6CA6A7F5-AF7A-43A3-8BC2-6A6F4E5434BD}" destId="{64857FEA-FA15-4390-9069-364FF44C2450}" srcOrd="2" destOrd="0" presId="urn:microsoft.com/office/officeart/2005/8/layout/radial2"/>
    <dgm:cxn modelId="{59B0FDAA-CD7F-481D-95AA-EB7B520C2789}" type="presParOf" srcId="{64857FEA-FA15-4390-9069-364FF44C2450}" destId="{A70DB781-FDF0-4A11-8AEB-4393E62848D6}" srcOrd="0" destOrd="0" presId="urn:microsoft.com/office/officeart/2005/8/layout/radial2"/>
    <dgm:cxn modelId="{07DA2C86-BBB3-4909-8AB7-97B223B2523D}" type="presParOf" srcId="{64857FEA-FA15-4390-9069-364FF44C2450}" destId="{6EA22135-3530-417C-A7EF-42AF04F54DED}" srcOrd="1" destOrd="0" presId="urn:microsoft.com/office/officeart/2005/8/layout/radial2"/>
    <dgm:cxn modelId="{1D5A8C72-A24E-4B15-99DB-C97E5B1C6101}" type="presParOf" srcId="{6CA6A7F5-AF7A-43A3-8BC2-6A6F4E5434BD}" destId="{36D34F26-327D-4349-BC93-27073D626E64}" srcOrd="3" destOrd="0" presId="urn:microsoft.com/office/officeart/2005/8/layout/radial2"/>
    <dgm:cxn modelId="{8AE074CE-DA49-4293-8165-B975AE3B66BF}" type="presParOf" srcId="{6CA6A7F5-AF7A-43A3-8BC2-6A6F4E5434BD}" destId="{0329B739-B786-4267-8B1D-691788675143}" srcOrd="4" destOrd="0" presId="urn:microsoft.com/office/officeart/2005/8/layout/radial2"/>
    <dgm:cxn modelId="{88553860-BF5F-4602-9A82-04994E5B99FA}" type="presParOf" srcId="{0329B739-B786-4267-8B1D-691788675143}" destId="{DAA662D2-56DE-463B-BDE9-B874C6BF42D1}" srcOrd="0" destOrd="0" presId="urn:microsoft.com/office/officeart/2005/8/layout/radial2"/>
    <dgm:cxn modelId="{81897629-4591-4EE9-AB70-35B26659721C}" type="presParOf" srcId="{0329B739-B786-4267-8B1D-691788675143}" destId="{5CB73249-7EBD-4B78-8B6D-1D2E0F95D1B4}" srcOrd="1" destOrd="0" presId="urn:microsoft.com/office/officeart/2005/8/layout/radial2"/>
    <dgm:cxn modelId="{8D45AE06-F767-46BB-9188-9E08EBF9BFC1}" type="presParOf" srcId="{6CA6A7F5-AF7A-43A3-8BC2-6A6F4E5434BD}" destId="{C8BD6E0E-B1B8-4D79-BF33-103263612927}" srcOrd="5" destOrd="0" presId="urn:microsoft.com/office/officeart/2005/8/layout/radial2"/>
    <dgm:cxn modelId="{2865D9D0-ECD2-484E-AA87-0DFC6C1EF225}" type="presParOf" srcId="{6CA6A7F5-AF7A-43A3-8BC2-6A6F4E5434BD}" destId="{27F345A8-78C8-4434-9EEA-4B59AF61F320}" srcOrd="6" destOrd="0" presId="urn:microsoft.com/office/officeart/2005/8/layout/radial2"/>
    <dgm:cxn modelId="{D6359F5A-7CEA-4E8D-94F2-F7E7EDED230B}" type="presParOf" srcId="{27F345A8-78C8-4434-9EEA-4B59AF61F320}" destId="{815E3474-904A-47A4-A1BD-9F3C5905F36B}" srcOrd="0" destOrd="0" presId="urn:microsoft.com/office/officeart/2005/8/layout/radial2"/>
    <dgm:cxn modelId="{00EE668D-ABAB-41C3-AE6C-795D33E250B7}" type="presParOf" srcId="{27F345A8-78C8-4434-9EEA-4B59AF61F320}" destId="{F46A1F53-ACE1-4DC6-9112-CFDEF6F0B647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581F3E-F7B9-4D98-9044-692EF6904C76}" type="doc">
      <dgm:prSet loTypeId="urn:microsoft.com/office/officeart/2005/8/layout/cycle1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103B141-DFEC-4E29-A868-DEDA2DF1D563}">
      <dgm:prSet phldrT="[Texto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2000" dirty="0" smtClean="0"/>
            <a:t>AUTORIDAD Y RESPONSABILIDAD</a:t>
          </a:r>
          <a:endParaRPr lang="es-ES" sz="2000" dirty="0"/>
        </a:p>
      </dgm:t>
    </dgm:pt>
    <dgm:pt modelId="{809B08F5-C3AF-43AE-9296-AF6870BB3BAF}" type="parTrans" cxnId="{418B116A-6D90-42A4-8DC8-08B46B59BBA7}">
      <dgm:prSet/>
      <dgm:spPr/>
      <dgm:t>
        <a:bodyPr/>
        <a:lstStyle/>
        <a:p>
          <a:endParaRPr lang="es-ES"/>
        </a:p>
      </dgm:t>
    </dgm:pt>
    <dgm:pt modelId="{C16DF760-BCD7-49EC-8A18-E3852144CA31}" type="sibTrans" cxnId="{418B116A-6D90-42A4-8DC8-08B46B59BBA7}">
      <dgm:prSet/>
      <dgm:spPr/>
      <dgm:t>
        <a:bodyPr/>
        <a:lstStyle/>
        <a:p>
          <a:endParaRPr lang="es-ES"/>
        </a:p>
      </dgm:t>
    </dgm:pt>
    <dgm:pt modelId="{BB6F8FE9-BB71-452D-8FC6-3E050B6AEFA6}">
      <dgm:prSet phldrT="[Texto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sz="2000" dirty="0" smtClean="0"/>
            <a:t>UNIDAD DE DIRECCION</a:t>
          </a:r>
          <a:endParaRPr lang="es-ES" sz="2000" dirty="0"/>
        </a:p>
      </dgm:t>
    </dgm:pt>
    <dgm:pt modelId="{F741FFC9-6E7F-405B-B137-AE033C614C3B}" type="parTrans" cxnId="{2E457EF5-C527-4954-A0CB-71A20F45F52D}">
      <dgm:prSet/>
      <dgm:spPr/>
      <dgm:t>
        <a:bodyPr/>
        <a:lstStyle/>
        <a:p>
          <a:endParaRPr lang="es-ES"/>
        </a:p>
      </dgm:t>
    </dgm:pt>
    <dgm:pt modelId="{C9D583D7-94BC-4D82-BA9E-CD31538A9A71}" type="sibTrans" cxnId="{2E457EF5-C527-4954-A0CB-71A20F45F52D}">
      <dgm:prSet/>
      <dgm:spPr/>
      <dgm:t>
        <a:bodyPr/>
        <a:lstStyle/>
        <a:p>
          <a:endParaRPr lang="es-ES"/>
        </a:p>
      </dgm:t>
    </dgm:pt>
    <dgm:pt modelId="{54426F5E-2A48-4619-8E31-EA801887E634}">
      <dgm:prSet phldrT="[Texto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2000" dirty="0" smtClean="0"/>
            <a:t>CENTRALIZACION</a:t>
          </a:r>
          <a:endParaRPr lang="es-ES" sz="2000" dirty="0"/>
        </a:p>
      </dgm:t>
    </dgm:pt>
    <dgm:pt modelId="{B6D1D4CB-CD40-4EC6-A392-8E5A44701F39}" type="parTrans" cxnId="{0548771A-984D-4774-8E00-CE17B811EA93}">
      <dgm:prSet/>
      <dgm:spPr/>
      <dgm:t>
        <a:bodyPr/>
        <a:lstStyle/>
        <a:p>
          <a:endParaRPr lang="es-ES"/>
        </a:p>
      </dgm:t>
    </dgm:pt>
    <dgm:pt modelId="{D2E041F2-E6DA-4D1A-A29C-E16C1576401D}" type="sibTrans" cxnId="{0548771A-984D-4774-8E00-CE17B811EA93}">
      <dgm:prSet/>
      <dgm:spPr/>
      <dgm:t>
        <a:bodyPr/>
        <a:lstStyle/>
        <a:p>
          <a:endParaRPr lang="es-ES"/>
        </a:p>
      </dgm:t>
    </dgm:pt>
    <dgm:pt modelId="{478A502C-C000-4347-99DF-89476E74BC2E}">
      <dgm:prSet phldrT="[Texto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2000" dirty="0" smtClean="0"/>
            <a:t>CADENA ESCALAR</a:t>
          </a:r>
          <a:endParaRPr lang="es-ES" sz="2000" dirty="0"/>
        </a:p>
      </dgm:t>
    </dgm:pt>
    <dgm:pt modelId="{70197089-A897-4C59-9272-E8DD99C3C91C}" type="parTrans" cxnId="{1761A1AB-DBAD-4296-84EF-107B5A2254D5}">
      <dgm:prSet/>
      <dgm:spPr/>
      <dgm:t>
        <a:bodyPr/>
        <a:lstStyle/>
        <a:p>
          <a:endParaRPr lang="es-ES"/>
        </a:p>
      </dgm:t>
    </dgm:pt>
    <dgm:pt modelId="{CB8AD17F-96CE-4557-9481-1DB06ECCF738}" type="sibTrans" cxnId="{1761A1AB-DBAD-4296-84EF-107B5A2254D5}">
      <dgm:prSet/>
      <dgm:spPr/>
      <dgm:t>
        <a:bodyPr/>
        <a:lstStyle/>
        <a:p>
          <a:endParaRPr lang="es-ES"/>
        </a:p>
      </dgm:t>
    </dgm:pt>
    <dgm:pt modelId="{EDE3C512-6F03-4D02-8606-F36469A6EC82}">
      <dgm:prSet phldrT="[Texto]"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2000" dirty="0" smtClean="0"/>
            <a:t>ORDEN</a:t>
          </a:r>
          <a:endParaRPr lang="es-ES" sz="2000" dirty="0"/>
        </a:p>
      </dgm:t>
    </dgm:pt>
    <dgm:pt modelId="{AD0046D0-67FC-4624-8C8D-47A40B5AEBAD}" type="parTrans" cxnId="{47370A16-C70E-4089-A357-B388E36902DF}">
      <dgm:prSet/>
      <dgm:spPr/>
      <dgm:t>
        <a:bodyPr/>
        <a:lstStyle/>
        <a:p>
          <a:endParaRPr lang="es-ES"/>
        </a:p>
      </dgm:t>
    </dgm:pt>
    <dgm:pt modelId="{9DF0C62D-DA8D-45A2-A1F9-A5D7DB582066}" type="sibTrans" cxnId="{47370A16-C70E-4089-A357-B388E36902DF}">
      <dgm:prSet/>
      <dgm:spPr/>
      <dgm:t>
        <a:bodyPr/>
        <a:lstStyle/>
        <a:p>
          <a:endParaRPr lang="es-ES"/>
        </a:p>
      </dgm:t>
    </dgm:pt>
    <dgm:pt modelId="{6FD12798-69D3-4AEE-91FC-DA85E17A3340}">
      <dgm:prSet phldrT="[Texto]" custT="1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sz="2000" dirty="0" smtClean="0"/>
            <a:t>UNIDAD DE MANDO</a:t>
          </a:r>
          <a:endParaRPr lang="es-ES" sz="2000" dirty="0"/>
        </a:p>
      </dgm:t>
    </dgm:pt>
    <dgm:pt modelId="{3058645A-C30C-4913-851A-F44F6EA1C739}" type="parTrans" cxnId="{F19D0788-BD90-43D0-A7AE-2A6C8FF482EE}">
      <dgm:prSet/>
      <dgm:spPr/>
      <dgm:t>
        <a:bodyPr/>
        <a:lstStyle/>
        <a:p>
          <a:endParaRPr lang="es-ES"/>
        </a:p>
      </dgm:t>
    </dgm:pt>
    <dgm:pt modelId="{7256F64C-34D6-4E77-A72A-20738A2881FC}" type="sibTrans" cxnId="{F19D0788-BD90-43D0-A7AE-2A6C8FF482EE}">
      <dgm:prSet/>
      <dgm:spPr/>
      <dgm:t>
        <a:bodyPr/>
        <a:lstStyle/>
        <a:p>
          <a:endParaRPr lang="es-ES"/>
        </a:p>
      </dgm:t>
    </dgm:pt>
    <dgm:pt modelId="{F9D8AC13-61E6-43CB-8D18-2789C4D40460}">
      <dgm:prSet phldrT="[Texto]" custT="1"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ES" sz="2000" dirty="0" smtClean="0"/>
            <a:t>DISCIPLINA</a:t>
          </a:r>
          <a:endParaRPr lang="es-ES" sz="2000" dirty="0"/>
        </a:p>
      </dgm:t>
    </dgm:pt>
    <dgm:pt modelId="{791B8A04-A327-46E3-B909-8A449D578158}" type="parTrans" cxnId="{12B47FEC-4323-4936-8044-8C4EAE67DFD8}">
      <dgm:prSet/>
      <dgm:spPr/>
      <dgm:t>
        <a:bodyPr/>
        <a:lstStyle/>
        <a:p>
          <a:endParaRPr lang="es-ES"/>
        </a:p>
      </dgm:t>
    </dgm:pt>
    <dgm:pt modelId="{62400010-04D9-43CE-8CB4-B521DD3A6090}" type="sibTrans" cxnId="{12B47FEC-4323-4936-8044-8C4EAE67DFD8}">
      <dgm:prSet/>
      <dgm:spPr/>
      <dgm:t>
        <a:bodyPr/>
        <a:lstStyle/>
        <a:p>
          <a:endParaRPr lang="es-ES"/>
        </a:p>
      </dgm:t>
    </dgm:pt>
    <dgm:pt modelId="{68DC5DA1-3ECF-4551-8760-B41D709EE0C0}" type="pres">
      <dgm:prSet presAssocID="{DB581F3E-F7B9-4D98-9044-692EF6904C7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BB29AED0-2D1C-49CA-9F79-6A259ECD8C0C}" type="pres">
      <dgm:prSet presAssocID="{6103B141-DFEC-4E29-A868-DEDA2DF1D563}" presName="dummy" presStyleCnt="0"/>
      <dgm:spPr/>
    </dgm:pt>
    <dgm:pt modelId="{42E75F50-20B7-4288-8E2A-8A7E1C3A1B64}" type="pres">
      <dgm:prSet presAssocID="{6103B141-DFEC-4E29-A868-DEDA2DF1D563}" presName="node" presStyleLbl="revTx" presStyleIdx="0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DF5CC27-633A-4945-98D9-9EF6CFF2E317}" type="pres">
      <dgm:prSet presAssocID="{C16DF760-BCD7-49EC-8A18-E3852144CA31}" presName="sibTrans" presStyleLbl="node1" presStyleIdx="0" presStyleCnt="7"/>
      <dgm:spPr/>
      <dgm:t>
        <a:bodyPr/>
        <a:lstStyle/>
        <a:p>
          <a:endParaRPr lang="es-ES"/>
        </a:p>
      </dgm:t>
    </dgm:pt>
    <dgm:pt modelId="{76A272A7-BD7A-42DB-A6BE-BF01B660BB7D}" type="pres">
      <dgm:prSet presAssocID="{F9D8AC13-61E6-43CB-8D18-2789C4D40460}" presName="dummy" presStyleCnt="0"/>
      <dgm:spPr/>
    </dgm:pt>
    <dgm:pt modelId="{B0E9052C-C1DA-40A3-AC2B-CB0CC5E03F9C}" type="pres">
      <dgm:prSet presAssocID="{F9D8AC13-61E6-43CB-8D18-2789C4D40460}" presName="node" presStyleLbl="revTx" presStyleIdx="1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436CBFC-364B-4340-90B0-D383AAC52B29}" type="pres">
      <dgm:prSet presAssocID="{62400010-04D9-43CE-8CB4-B521DD3A6090}" presName="sibTrans" presStyleLbl="node1" presStyleIdx="1" presStyleCnt="7"/>
      <dgm:spPr/>
      <dgm:t>
        <a:bodyPr/>
        <a:lstStyle/>
        <a:p>
          <a:endParaRPr lang="es-ES"/>
        </a:p>
      </dgm:t>
    </dgm:pt>
    <dgm:pt modelId="{0B065293-2346-4665-A5D6-2FA42E820DCA}" type="pres">
      <dgm:prSet presAssocID="{6FD12798-69D3-4AEE-91FC-DA85E17A3340}" presName="dummy" presStyleCnt="0"/>
      <dgm:spPr/>
    </dgm:pt>
    <dgm:pt modelId="{496C936C-A91B-4006-9873-DEEFBCA77D8D}" type="pres">
      <dgm:prSet presAssocID="{6FD12798-69D3-4AEE-91FC-DA85E17A3340}" presName="node" presStyleLbl="revTx" presStyleIdx="2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413F388-1B16-4ECC-9874-DE75B1BED9D1}" type="pres">
      <dgm:prSet presAssocID="{7256F64C-34D6-4E77-A72A-20738A2881FC}" presName="sibTrans" presStyleLbl="node1" presStyleIdx="2" presStyleCnt="7" custLinFactNeighborX="1301" custLinFactNeighborY="1601"/>
      <dgm:spPr/>
      <dgm:t>
        <a:bodyPr/>
        <a:lstStyle/>
        <a:p>
          <a:endParaRPr lang="es-ES"/>
        </a:p>
      </dgm:t>
    </dgm:pt>
    <dgm:pt modelId="{A988B62D-80A8-4368-9849-DCEFABE19186}" type="pres">
      <dgm:prSet presAssocID="{BB6F8FE9-BB71-452D-8FC6-3E050B6AEFA6}" presName="dummy" presStyleCnt="0"/>
      <dgm:spPr/>
    </dgm:pt>
    <dgm:pt modelId="{F9EE1950-C6FC-49EC-B54B-FF76506556EE}" type="pres">
      <dgm:prSet presAssocID="{BB6F8FE9-BB71-452D-8FC6-3E050B6AEFA6}" presName="node" presStyleLbl="revTx" presStyleIdx="3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E221A2D-A129-423F-9042-E816ACF627C0}" type="pres">
      <dgm:prSet presAssocID="{C9D583D7-94BC-4D82-BA9E-CD31538A9A71}" presName="sibTrans" presStyleLbl="node1" presStyleIdx="3" presStyleCnt="7" custScaleX="131077" custLinFactNeighborX="-4220" custLinFactNeighborY="284"/>
      <dgm:spPr/>
      <dgm:t>
        <a:bodyPr/>
        <a:lstStyle/>
        <a:p>
          <a:endParaRPr lang="es-ES"/>
        </a:p>
      </dgm:t>
    </dgm:pt>
    <dgm:pt modelId="{E0901983-CCFA-4E7E-9D1A-FE081BEB4E4D}" type="pres">
      <dgm:prSet presAssocID="{54426F5E-2A48-4619-8E31-EA801887E634}" presName="dummy" presStyleCnt="0"/>
      <dgm:spPr/>
    </dgm:pt>
    <dgm:pt modelId="{FFA6FB31-896C-44ED-9D09-FD7527A15FD9}" type="pres">
      <dgm:prSet presAssocID="{54426F5E-2A48-4619-8E31-EA801887E634}" presName="node" presStyleLbl="revTx" presStyleIdx="4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52E26C4-01AF-4A1C-85DB-A7F69D82530A}" type="pres">
      <dgm:prSet presAssocID="{D2E041F2-E6DA-4D1A-A29C-E16C1576401D}" presName="sibTrans" presStyleLbl="node1" presStyleIdx="4" presStyleCnt="7" custLinFactNeighborX="-2648" custLinFactNeighborY="1601"/>
      <dgm:spPr/>
      <dgm:t>
        <a:bodyPr/>
        <a:lstStyle/>
        <a:p>
          <a:endParaRPr lang="es-ES"/>
        </a:p>
      </dgm:t>
    </dgm:pt>
    <dgm:pt modelId="{9CBF9389-3B08-4CBC-B03A-5570E3DCC0A2}" type="pres">
      <dgm:prSet presAssocID="{478A502C-C000-4347-99DF-89476E74BC2E}" presName="dummy" presStyleCnt="0"/>
      <dgm:spPr/>
    </dgm:pt>
    <dgm:pt modelId="{4884080B-8C89-43DF-AAB1-979AF8F386D4}" type="pres">
      <dgm:prSet presAssocID="{478A502C-C000-4347-99DF-89476E74BC2E}" presName="node" presStyleLbl="revTx" presStyleIdx="5" presStyleCnt="7" custScaleX="163630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F2988D8-4448-4769-B1A6-264A4C2D4EA0}" type="pres">
      <dgm:prSet presAssocID="{CB8AD17F-96CE-4557-9481-1DB06ECCF738}" presName="sibTrans" presStyleLbl="node1" presStyleIdx="5" presStyleCnt="7" custLinFactNeighborX="-3964" custLinFactNeighborY="-1032"/>
      <dgm:spPr/>
      <dgm:t>
        <a:bodyPr/>
        <a:lstStyle/>
        <a:p>
          <a:endParaRPr lang="es-ES"/>
        </a:p>
      </dgm:t>
    </dgm:pt>
    <dgm:pt modelId="{84204A0C-BF05-45A8-AF5D-0056140189FB}" type="pres">
      <dgm:prSet presAssocID="{EDE3C512-6F03-4D02-8606-F36469A6EC82}" presName="dummy" presStyleCnt="0"/>
      <dgm:spPr/>
    </dgm:pt>
    <dgm:pt modelId="{03302B90-2951-48A7-95F7-3FF789D4CC00}" type="pres">
      <dgm:prSet presAssocID="{EDE3C512-6F03-4D02-8606-F36469A6EC82}" presName="node" presStyleLbl="revTx" presStyleIdx="6" presStyleCnt="7" custScaleX="163630" custRadScaleRad="106288" custRadScaleInc="722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6539E13-8FEC-40D5-A9B6-6E1CE23F4AF3}" type="pres">
      <dgm:prSet presAssocID="{9DF0C62D-DA8D-45A2-A1F9-A5D7DB582066}" presName="sibTrans" presStyleLbl="node1" presStyleIdx="6" presStyleCnt="7" custLinFactNeighborX="-15" custLinFactNeighborY="284"/>
      <dgm:spPr/>
      <dgm:t>
        <a:bodyPr/>
        <a:lstStyle/>
        <a:p>
          <a:endParaRPr lang="es-ES"/>
        </a:p>
      </dgm:t>
    </dgm:pt>
  </dgm:ptLst>
  <dgm:cxnLst>
    <dgm:cxn modelId="{F19D0788-BD90-43D0-A7AE-2A6C8FF482EE}" srcId="{DB581F3E-F7B9-4D98-9044-692EF6904C76}" destId="{6FD12798-69D3-4AEE-91FC-DA85E17A3340}" srcOrd="2" destOrd="0" parTransId="{3058645A-C30C-4913-851A-F44F6EA1C739}" sibTransId="{7256F64C-34D6-4E77-A72A-20738A2881FC}"/>
    <dgm:cxn modelId="{2699B10D-C37F-445D-987A-BD846632DB47}" type="presOf" srcId="{6FD12798-69D3-4AEE-91FC-DA85E17A3340}" destId="{496C936C-A91B-4006-9873-DEEFBCA77D8D}" srcOrd="0" destOrd="0" presId="urn:microsoft.com/office/officeart/2005/8/layout/cycle1"/>
    <dgm:cxn modelId="{12B47FEC-4323-4936-8044-8C4EAE67DFD8}" srcId="{DB581F3E-F7B9-4D98-9044-692EF6904C76}" destId="{F9D8AC13-61E6-43CB-8D18-2789C4D40460}" srcOrd="1" destOrd="0" parTransId="{791B8A04-A327-46E3-B909-8A449D578158}" sibTransId="{62400010-04D9-43CE-8CB4-B521DD3A6090}"/>
    <dgm:cxn modelId="{968C562F-759F-46D7-8CF0-E3D077F90802}" type="presOf" srcId="{C16DF760-BCD7-49EC-8A18-E3852144CA31}" destId="{0DF5CC27-633A-4945-98D9-9EF6CFF2E317}" srcOrd="0" destOrd="0" presId="urn:microsoft.com/office/officeart/2005/8/layout/cycle1"/>
    <dgm:cxn modelId="{5F5A6D64-A18A-4AC0-A24C-5ECD62112E06}" type="presOf" srcId="{62400010-04D9-43CE-8CB4-B521DD3A6090}" destId="{B436CBFC-364B-4340-90B0-D383AAC52B29}" srcOrd="0" destOrd="0" presId="urn:microsoft.com/office/officeart/2005/8/layout/cycle1"/>
    <dgm:cxn modelId="{6B5D5169-7B3D-4E3D-85E2-542657A8EED5}" type="presOf" srcId="{9DF0C62D-DA8D-45A2-A1F9-A5D7DB582066}" destId="{06539E13-8FEC-40D5-A9B6-6E1CE23F4AF3}" srcOrd="0" destOrd="0" presId="urn:microsoft.com/office/officeart/2005/8/layout/cycle1"/>
    <dgm:cxn modelId="{C8EB4C62-9336-4DB6-9A14-E5ACD8AFB5E4}" type="presOf" srcId="{D2E041F2-E6DA-4D1A-A29C-E16C1576401D}" destId="{052E26C4-01AF-4A1C-85DB-A7F69D82530A}" srcOrd="0" destOrd="0" presId="urn:microsoft.com/office/officeart/2005/8/layout/cycle1"/>
    <dgm:cxn modelId="{E750B9F6-54FD-4B5F-8016-61081E1E0FE3}" type="presOf" srcId="{BB6F8FE9-BB71-452D-8FC6-3E050B6AEFA6}" destId="{F9EE1950-C6FC-49EC-B54B-FF76506556EE}" srcOrd="0" destOrd="0" presId="urn:microsoft.com/office/officeart/2005/8/layout/cycle1"/>
    <dgm:cxn modelId="{5EF74ED2-25C6-4D66-991C-AE5A0BDA2DA5}" type="presOf" srcId="{DB581F3E-F7B9-4D98-9044-692EF6904C76}" destId="{68DC5DA1-3ECF-4551-8760-B41D709EE0C0}" srcOrd="0" destOrd="0" presId="urn:microsoft.com/office/officeart/2005/8/layout/cycle1"/>
    <dgm:cxn modelId="{5AE91E42-A2CA-47BA-A048-0BF6E8526AF7}" type="presOf" srcId="{6103B141-DFEC-4E29-A868-DEDA2DF1D563}" destId="{42E75F50-20B7-4288-8E2A-8A7E1C3A1B64}" srcOrd="0" destOrd="0" presId="urn:microsoft.com/office/officeart/2005/8/layout/cycle1"/>
    <dgm:cxn modelId="{79766006-65EA-4F0A-B1AB-5FB997E0FDE2}" type="presOf" srcId="{EDE3C512-6F03-4D02-8606-F36469A6EC82}" destId="{03302B90-2951-48A7-95F7-3FF789D4CC00}" srcOrd="0" destOrd="0" presId="urn:microsoft.com/office/officeart/2005/8/layout/cycle1"/>
    <dgm:cxn modelId="{418B116A-6D90-42A4-8DC8-08B46B59BBA7}" srcId="{DB581F3E-F7B9-4D98-9044-692EF6904C76}" destId="{6103B141-DFEC-4E29-A868-DEDA2DF1D563}" srcOrd="0" destOrd="0" parTransId="{809B08F5-C3AF-43AE-9296-AF6870BB3BAF}" sibTransId="{C16DF760-BCD7-49EC-8A18-E3852144CA31}"/>
    <dgm:cxn modelId="{4D945700-A86F-42A3-AEFD-4E578E093F88}" type="presOf" srcId="{C9D583D7-94BC-4D82-BA9E-CD31538A9A71}" destId="{8E221A2D-A129-423F-9042-E816ACF627C0}" srcOrd="0" destOrd="0" presId="urn:microsoft.com/office/officeart/2005/8/layout/cycle1"/>
    <dgm:cxn modelId="{2B136F29-69D3-419E-9C7E-D92D34958BC8}" type="presOf" srcId="{54426F5E-2A48-4619-8E31-EA801887E634}" destId="{FFA6FB31-896C-44ED-9D09-FD7527A15FD9}" srcOrd="0" destOrd="0" presId="urn:microsoft.com/office/officeart/2005/8/layout/cycle1"/>
    <dgm:cxn modelId="{33C1B04D-8FA8-45C6-936C-1BAE38BCB30B}" type="presOf" srcId="{F9D8AC13-61E6-43CB-8D18-2789C4D40460}" destId="{B0E9052C-C1DA-40A3-AC2B-CB0CC5E03F9C}" srcOrd="0" destOrd="0" presId="urn:microsoft.com/office/officeart/2005/8/layout/cycle1"/>
    <dgm:cxn modelId="{3C1C10E5-E400-4254-A13E-B181121AC6C1}" type="presOf" srcId="{CB8AD17F-96CE-4557-9481-1DB06ECCF738}" destId="{CF2988D8-4448-4769-B1A6-264A4C2D4EA0}" srcOrd="0" destOrd="0" presId="urn:microsoft.com/office/officeart/2005/8/layout/cycle1"/>
    <dgm:cxn modelId="{1761A1AB-DBAD-4296-84EF-107B5A2254D5}" srcId="{DB581F3E-F7B9-4D98-9044-692EF6904C76}" destId="{478A502C-C000-4347-99DF-89476E74BC2E}" srcOrd="5" destOrd="0" parTransId="{70197089-A897-4C59-9272-E8DD99C3C91C}" sibTransId="{CB8AD17F-96CE-4557-9481-1DB06ECCF738}"/>
    <dgm:cxn modelId="{47370A16-C70E-4089-A357-B388E36902DF}" srcId="{DB581F3E-F7B9-4D98-9044-692EF6904C76}" destId="{EDE3C512-6F03-4D02-8606-F36469A6EC82}" srcOrd="6" destOrd="0" parTransId="{AD0046D0-67FC-4624-8C8D-47A40B5AEBAD}" sibTransId="{9DF0C62D-DA8D-45A2-A1F9-A5D7DB582066}"/>
    <dgm:cxn modelId="{0548771A-984D-4774-8E00-CE17B811EA93}" srcId="{DB581F3E-F7B9-4D98-9044-692EF6904C76}" destId="{54426F5E-2A48-4619-8E31-EA801887E634}" srcOrd="4" destOrd="0" parTransId="{B6D1D4CB-CD40-4EC6-A392-8E5A44701F39}" sibTransId="{D2E041F2-E6DA-4D1A-A29C-E16C1576401D}"/>
    <dgm:cxn modelId="{555B4D1B-6299-4E06-A675-DDAD10B7B3C9}" type="presOf" srcId="{478A502C-C000-4347-99DF-89476E74BC2E}" destId="{4884080B-8C89-43DF-AAB1-979AF8F386D4}" srcOrd="0" destOrd="0" presId="urn:microsoft.com/office/officeart/2005/8/layout/cycle1"/>
    <dgm:cxn modelId="{2E457EF5-C527-4954-A0CB-71A20F45F52D}" srcId="{DB581F3E-F7B9-4D98-9044-692EF6904C76}" destId="{BB6F8FE9-BB71-452D-8FC6-3E050B6AEFA6}" srcOrd="3" destOrd="0" parTransId="{F741FFC9-6E7F-405B-B137-AE033C614C3B}" sibTransId="{C9D583D7-94BC-4D82-BA9E-CD31538A9A71}"/>
    <dgm:cxn modelId="{BB5377EC-5E0F-49C1-AABD-86733944B2B2}" type="presOf" srcId="{7256F64C-34D6-4E77-A72A-20738A2881FC}" destId="{4413F388-1B16-4ECC-9874-DE75B1BED9D1}" srcOrd="0" destOrd="0" presId="urn:microsoft.com/office/officeart/2005/8/layout/cycle1"/>
    <dgm:cxn modelId="{1B636EEE-2A66-4ADF-915A-ECBC2288CC51}" type="presParOf" srcId="{68DC5DA1-3ECF-4551-8760-B41D709EE0C0}" destId="{BB29AED0-2D1C-49CA-9F79-6A259ECD8C0C}" srcOrd="0" destOrd="0" presId="urn:microsoft.com/office/officeart/2005/8/layout/cycle1"/>
    <dgm:cxn modelId="{E20647A0-CD62-43CB-ACE7-CBF4B387BFF9}" type="presParOf" srcId="{68DC5DA1-3ECF-4551-8760-B41D709EE0C0}" destId="{42E75F50-20B7-4288-8E2A-8A7E1C3A1B64}" srcOrd="1" destOrd="0" presId="urn:microsoft.com/office/officeart/2005/8/layout/cycle1"/>
    <dgm:cxn modelId="{E0D75A98-D74E-4F5A-8D0F-C30347DCF1AA}" type="presParOf" srcId="{68DC5DA1-3ECF-4551-8760-B41D709EE0C0}" destId="{0DF5CC27-633A-4945-98D9-9EF6CFF2E317}" srcOrd="2" destOrd="0" presId="urn:microsoft.com/office/officeart/2005/8/layout/cycle1"/>
    <dgm:cxn modelId="{E844CE61-AA19-41CF-A6A9-2D2A6DC1D797}" type="presParOf" srcId="{68DC5DA1-3ECF-4551-8760-B41D709EE0C0}" destId="{76A272A7-BD7A-42DB-A6BE-BF01B660BB7D}" srcOrd="3" destOrd="0" presId="urn:microsoft.com/office/officeart/2005/8/layout/cycle1"/>
    <dgm:cxn modelId="{DE81EE7C-6F83-4D46-8553-16BEBE67F01C}" type="presParOf" srcId="{68DC5DA1-3ECF-4551-8760-B41D709EE0C0}" destId="{B0E9052C-C1DA-40A3-AC2B-CB0CC5E03F9C}" srcOrd="4" destOrd="0" presId="urn:microsoft.com/office/officeart/2005/8/layout/cycle1"/>
    <dgm:cxn modelId="{9AA5B8B1-FD62-43CF-A886-5E80330F98BD}" type="presParOf" srcId="{68DC5DA1-3ECF-4551-8760-B41D709EE0C0}" destId="{B436CBFC-364B-4340-90B0-D383AAC52B29}" srcOrd="5" destOrd="0" presId="urn:microsoft.com/office/officeart/2005/8/layout/cycle1"/>
    <dgm:cxn modelId="{07A11B86-9F73-4148-B71F-2B3B02FFF102}" type="presParOf" srcId="{68DC5DA1-3ECF-4551-8760-B41D709EE0C0}" destId="{0B065293-2346-4665-A5D6-2FA42E820DCA}" srcOrd="6" destOrd="0" presId="urn:microsoft.com/office/officeart/2005/8/layout/cycle1"/>
    <dgm:cxn modelId="{9EF81FA9-6B23-4B6F-BB5C-0BF2902256CC}" type="presParOf" srcId="{68DC5DA1-3ECF-4551-8760-B41D709EE0C0}" destId="{496C936C-A91B-4006-9873-DEEFBCA77D8D}" srcOrd="7" destOrd="0" presId="urn:microsoft.com/office/officeart/2005/8/layout/cycle1"/>
    <dgm:cxn modelId="{C29CB890-42AF-4F1D-9DEC-BA92D9E12FC1}" type="presParOf" srcId="{68DC5DA1-3ECF-4551-8760-B41D709EE0C0}" destId="{4413F388-1B16-4ECC-9874-DE75B1BED9D1}" srcOrd="8" destOrd="0" presId="urn:microsoft.com/office/officeart/2005/8/layout/cycle1"/>
    <dgm:cxn modelId="{7EC371FC-367B-4EC2-B052-0B221EB19F29}" type="presParOf" srcId="{68DC5DA1-3ECF-4551-8760-B41D709EE0C0}" destId="{A988B62D-80A8-4368-9849-DCEFABE19186}" srcOrd="9" destOrd="0" presId="urn:microsoft.com/office/officeart/2005/8/layout/cycle1"/>
    <dgm:cxn modelId="{39219984-2411-42DA-A15A-658095EC82DD}" type="presParOf" srcId="{68DC5DA1-3ECF-4551-8760-B41D709EE0C0}" destId="{F9EE1950-C6FC-49EC-B54B-FF76506556EE}" srcOrd="10" destOrd="0" presId="urn:microsoft.com/office/officeart/2005/8/layout/cycle1"/>
    <dgm:cxn modelId="{91356D0C-4F27-4999-BFB0-DF260E2F041C}" type="presParOf" srcId="{68DC5DA1-3ECF-4551-8760-B41D709EE0C0}" destId="{8E221A2D-A129-423F-9042-E816ACF627C0}" srcOrd="11" destOrd="0" presId="urn:microsoft.com/office/officeart/2005/8/layout/cycle1"/>
    <dgm:cxn modelId="{43A73CE7-3A03-4986-98C9-A2EB5EC55CC5}" type="presParOf" srcId="{68DC5DA1-3ECF-4551-8760-B41D709EE0C0}" destId="{E0901983-CCFA-4E7E-9D1A-FE081BEB4E4D}" srcOrd="12" destOrd="0" presId="urn:microsoft.com/office/officeart/2005/8/layout/cycle1"/>
    <dgm:cxn modelId="{D7CB8376-7B71-4C41-8F4C-8943A2AD62F1}" type="presParOf" srcId="{68DC5DA1-3ECF-4551-8760-B41D709EE0C0}" destId="{FFA6FB31-896C-44ED-9D09-FD7527A15FD9}" srcOrd="13" destOrd="0" presId="urn:microsoft.com/office/officeart/2005/8/layout/cycle1"/>
    <dgm:cxn modelId="{A91B8729-F74B-487B-B6D2-EB7FCE58F079}" type="presParOf" srcId="{68DC5DA1-3ECF-4551-8760-B41D709EE0C0}" destId="{052E26C4-01AF-4A1C-85DB-A7F69D82530A}" srcOrd="14" destOrd="0" presId="urn:microsoft.com/office/officeart/2005/8/layout/cycle1"/>
    <dgm:cxn modelId="{40BFD98E-D694-4BDF-B875-F8E87284F074}" type="presParOf" srcId="{68DC5DA1-3ECF-4551-8760-B41D709EE0C0}" destId="{9CBF9389-3B08-4CBC-B03A-5570E3DCC0A2}" srcOrd="15" destOrd="0" presId="urn:microsoft.com/office/officeart/2005/8/layout/cycle1"/>
    <dgm:cxn modelId="{2D1A9030-316B-4361-917E-24C427FF7979}" type="presParOf" srcId="{68DC5DA1-3ECF-4551-8760-B41D709EE0C0}" destId="{4884080B-8C89-43DF-AAB1-979AF8F386D4}" srcOrd="16" destOrd="0" presId="urn:microsoft.com/office/officeart/2005/8/layout/cycle1"/>
    <dgm:cxn modelId="{9BAC65C9-97C6-4697-A146-1591390E157A}" type="presParOf" srcId="{68DC5DA1-3ECF-4551-8760-B41D709EE0C0}" destId="{CF2988D8-4448-4769-B1A6-264A4C2D4EA0}" srcOrd="17" destOrd="0" presId="urn:microsoft.com/office/officeart/2005/8/layout/cycle1"/>
    <dgm:cxn modelId="{620C8D93-78AD-4DBD-B997-B5856C566A52}" type="presParOf" srcId="{68DC5DA1-3ECF-4551-8760-B41D709EE0C0}" destId="{84204A0C-BF05-45A8-AF5D-0056140189FB}" srcOrd="18" destOrd="0" presId="urn:microsoft.com/office/officeart/2005/8/layout/cycle1"/>
    <dgm:cxn modelId="{B7D3AD02-D9CB-41C7-BF66-0F5709FCF1BC}" type="presParOf" srcId="{68DC5DA1-3ECF-4551-8760-B41D709EE0C0}" destId="{03302B90-2951-48A7-95F7-3FF789D4CC00}" srcOrd="19" destOrd="0" presId="urn:microsoft.com/office/officeart/2005/8/layout/cycle1"/>
    <dgm:cxn modelId="{04C33A06-970B-48DC-8E3A-93E2646905CC}" type="presParOf" srcId="{68DC5DA1-3ECF-4551-8760-B41D709EE0C0}" destId="{06539E13-8FEC-40D5-A9B6-6E1CE23F4AF3}" srcOrd="2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F12D3D-763D-4F11-B159-8FEECB8993C5}" type="doc">
      <dgm:prSet loTypeId="urn:microsoft.com/office/officeart/2005/8/layout/process2" loCatId="process" qsTypeId="urn:microsoft.com/office/officeart/2005/8/quickstyle/3d2" qsCatId="3D" csTypeId="urn:microsoft.com/office/officeart/2005/8/colors/colorful2" csCatId="colorful" phldr="1"/>
      <dgm:spPr/>
    </dgm:pt>
    <dgm:pt modelId="{4EABC983-5D34-4C94-AF91-BA4EBC2138D5}">
      <dgm:prSet phldrT="[Texto]"/>
      <dgm:spPr/>
      <dgm:t>
        <a:bodyPr/>
        <a:lstStyle/>
        <a:p>
          <a:r>
            <a:rPr lang="es-ES" dirty="0" smtClean="0"/>
            <a:t>Director de fabrica</a:t>
          </a:r>
          <a:endParaRPr lang="es-ES" dirty="0"/>
        </a:p>
      </dgm:t>
    </dgm:pt>
    <dgm:pt modelId="{3AE0F01D-A988-4FA7-B490-22E920638221}" type="parTrans" cxnId="{DCD07BE8-4983-43B4-BB30-6DE13691113C}">
      <dgm:prSet/>
      <dgm:spPr/>
      <dgm:t>
        <a:bodyPr/>
        <a:lstStyle/>
        <a:p>
          <a:endParaRPr lang="es-ES"/>
        </a:p>
      </dgm:t>
    </dgm:pt>
    <dgm:pt modelId="{E6B66F3C-4857-4CB2-BD54-4BE04D2DB4BC}" type="sibTrans" cxnId="{DCD07BE8-4983-43B4-BB30-6DE13691113C}">
      <dgm:prSet/>
      <dgm:spPr/>
      <dgm:t>
        <a:bodyPr/>
        <a:lstStyle/>
        <a:p>
          <a:endParaRPr lang="es-ES"/>
        </a:p>
      </dgm:t>
    </dgm:pt>
    <dgm:pt modelId="{37FBC9AB-7DA7-4D27-9D18-C96BBC57F688}">
      <dgm:prSet phldrT="[Texto]"/>
      <dgm:spPr/>
      <dgm:t>
        <a:bodyPr/>
        <a:lstStyle/>
        <a:p>
          <a:r>
            <a:rPr lang="es-ES" dirty="0" smtClean="0"/>
            <a:t>Supervisor directo</a:t>
          </a:r>
          <a:endParaRPr lang="es-ES" dirty="0"/>
        </a:p>
      </dgm:t>
    </dgm:pt>
    <dgm:pt modelId="{C2219222-A4DA-48CE-B9D0-614F88D7941F}" type="parTrans" cxnId="{A53DCF89-2C4B-4F19-9A26-37C4C4D9CA47}">
      <dgm:prSet/>
      <dgm:spPr/>
      <dgm:t>
        <a:bodyPr/>
        <a:lstStyle/>
        <a:p>
          <a:endParaRPr lang="es-ES"/>
        </a:p>
      </dgm:t>
    </dgm:pt>
    <dgm:pt modelId="{C0346AB5-1D5C-47DB-8715-7AE60F4EED60}" type="sibTrans" cxnId="{A53DCF89-2C4B-4F19-9A26-37C4C4D9CA47}">
      <dgm:prSet/>
      <dgm:spPr/>
      <dgm:t>
        <a:bodyPr/>
        <a:lstStyle/>
        <a:p>
          <a:endParaRPr lang="es-ES"/>
        </a:p>
      </dgm:t>
    </dgm:pt>
    <dgm:pt modelId="{3D3F30B5-76EA-448B-BABF-60430EBE2B5E}">
      <dgm:prSet phldrT="[Texto]"/>
      <dgm:spPr/>
      <dgm:t>
        <a:bodyPr/>
        <a:lstStyle/>
        <a:p>
          <a:r>
            <a:rPr lang="es-ES" dirty="0" smtClean="0"/>
            <a:t>operario</a:t>
          </a:r>
          <a:endParaRPr lang="es-ES" dirty="0"/>
        </a:p>
      </dgm:t>
    </dgm:pt>
    <dgm:pt modelId="{429DF4D5-FA57-4B99-8F1E-EE9FE53022D2}" type="parTrans" cxnId="{6176CBDD-DB09-46A7-ACE2-119AB70AA7F4}">
      <dgm:prSet/>
      <dgm:spPr/>
      <dgm:t>
        <a:bodyPr/>
        <a:lstStyle/>
        <a:p>
          <a:endParaRPr lang="es-ES"/>
        </a:p>
      </dgm:t>
    </dgm:pt>
    <dgm:pt modelId="{7955C48D-1030-4DB4-AFDF-44A803FDF95B}" type="sibTrans" cxnId="{6176CBDD-DB09-46A7-ACE2-119AB70AA7F4}">
      <dgm:prSet/>
      <dgm:spPr/>
      <dgm:t>
        <a:bodyPr/>
        <a:lstStyle/>
        <a:p>
          <a:endParaRPr lang="es-ES"/>
        </a:p>
      </dgm:t>
    </dgm:pt>
    <dgm:pt modelId="{79C50728-1A2B-4D80-91A9-717FFF7A4C36}">
      <dgm:prSet phldrT="[Texto]"/>
      <dgm:spPr/>
      <dgm:t>
        <a:bodyPr/>
        <a:lstStyle/>
        <a:p>
          <a:r>
            <a:rPr lang="es-ES" dirty="0" smtClean="0"/>
            <a:t>Capataz general</a:t>
          </a:r>
          <a:endParaRPr lang="es-ES" dirty="0"/>
        </a:p>
      </dgm:t>
    </dgm:pt>
    <dgm:pt modelId="{8F398A41-B3B8-44DE-9DBA-3057EA016870}" type="parTrans" cxnId="{E6A71740-25D7-4800-B548-5867F5B205AF}">
      <dgm:prSet/>
      <dgm:spPr/>
      <dgm:t>
        <a:bodyPr/>
        <a:lstStyle/>
        <a:p>
          <a:endParaRPr lang="es-ES"/>
        </a:p>
      </dgm:t>
    </dgm:pt>
    <dgm:pt modelId="{CFEAFA61-38CC-480A-BAC5-655BCC6D8177}" type="sibTrans" cxnId="{E6A71740-25D7-4800-B548-5867F5B205AF}">
      <dgm:prSet/>
      <dgm:spPr/>
      <dgm:t>
        <a:bodyPr/>
        <a:lstStyle/>
        <a:p>
          <a:endParaRPr lang="es-ES"/>
        </a:p>
      </dgm:t>
    </dgm:pt>
    <dgm:pt modelId="{E71006EA-D102-4314-9D5D-BA9C144F5D01}" type="pres">
      <dgm:prSet presAssocID="{C2F12D3D-763D-4F11-B159-8FEECB8993C5}" presName="linearFlow" presStyleCnt="0">
        <dgm:presLayoutVars>
          <dgm:resizeHandles val="exact"/>
        </dgm:presLayoutVars>
      </dgm:prSet>
      <dgm:spPr/>
    </dgm:pt>
    <dgm:pt modelId="{4D6DF2C6-416D-4E29-B011-51B0691F1307}" type="pres">
      <dgm:prSet presAssocID="{4EABC983-5D34-4C94-AF91-BA4EBC2138D5}" presName="node" presStyleLbl="node1" presStyleIdx="0" presStyleCnt="4" custLinFactNeighborX="2333" custLinFactNeighborY="-1483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966495D-047D-4F51-A5DF-16ECFAC019A3}" type="pres">
      <dgm:prSet presAssocID="{E6B66F3C-4857-4CB2-BD54-4BE04D2DB4BC}" presName="sibTrans" presStyleLbl="sibTrans2D1" presStyleIdx="0" presStyleCnt="3"/>
      <dgm:spPr/>
      <dgm:t>
        <a:bodyPr/>
        <a:lstStyle/>
        <a:p>
          <a:endParaRPr lang="es-ES"/>
        </a:p>
      </dgm:t>
    </dgm:pt>
    <dgm:pt modelId="{AF179E35-8400-4C90-A4F4-9FC3F3235C5B}" type="pres">
      <dgm:prSet presAssocID="{E6B66F3C-4857-4CB2-BD54-4BE04D2DB4BC}" presName="connectorText" presStyleLbl="sibTrans2D1" presStyleIdx="0" presStyleCnt="3"/>
      <dgm:spPr/>
      <dgm:t>
        <a:bodyPr/>
        <a:lstStyle/>
        <a:p>
          <a:endParaRPr lang="es-ES"/>
        </a:p>
      </dgm:t>
    </dgm:pt>
    <dgm:pt modelId="{2908B005-CC6E-4B5C-A1C8-BE4DEBE0184E}" type="pres">
      <dgm:prSet presAssocID="{79C50728-1A2B-4D80-91A9-717FFF7A4C36}" presName="node" presStyleLbl="node1" presStyleIdx="1" presStyleCnt="4" custLinFactNeighborX="-1639" custLinFactNeighborY="-24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03755C3C-D5E6-4D0F-A090-27CE892469DA}" type="pres">
      <dgm:prSet presAssocID="{CFEAFA61-38CC-480A-BAC5-655BCC6D8177}" presName="sibTrans" presStyleLbl="sibTrans2D1" presStyleIdx="1" presStyleCnt="3"/>
      <dgm:spPr/>
      <dgm:t>
        <a:bodyPr/>
        <a:lstStyle/>
        <a:p>
          <a:endParaRPr lang="es-ES"/>
        </a:p>
      </dgm:t>
    </dgm:pt>
    <dgm:pt modelId="{241A5057-D717-4E2C-9066-1F6E01D29480}" type="pres">
      <dgm:prSet presAssocID="{CFEAFA61-38CC-480A-BAC5-655BCC6D8177}" presName="connectorText" presStyleLbl="sibTrans2D1" presStyleIdx="1" presStyleCnt="3"/>
      <dgm:spPr/>
      <dgm:t>
        <a:bodyPr/>
        <a:lstStyle/>
        <a:p>
          <a:endParaRPr lang="es-ES"/>
        </a:p>
      </dgm:t>
    </dgm:pt>
    <dgm:pt modelId="{E16463E2-501C-4F80-ABF4-6A2565551543}" type="pres">
      <dgm:prSet presAssocID="{37FBC9AB-7DA7-4D27-9D18-C96BBC57F688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3B76D1F-0490-4D74-A0B8-8791979042C3}" type="pres">
      <dgm:prSet presAssocID="{C0346AB5-1D5C-47DB-8715-7AE60F4EED60}" presName="sibTrans" presStyleLbl="sibTrans2D1" presStyleIdx="2" presStyleCnt="3"/>
      <dgm:spPr/>
      <dgm:t>
        <a:bodyPr/>
        <a:lstStyle/>
        <a:p>
          <a:endParaRPr lang="es-ES"/>
        </a:p>
      </dgm:t>
    </dgm:pt>
    <dgm:pt modelId="{DBB0BD4F-DBAC-4DA6-A3C4-D230087B386D}" type="pres">
      <dgm:prSet presAssocID="{C0346AB5-1D5C-47DB-8715-7AE60F4EED60}" presName="connectorText" presStyleLbl="sibTrans2D1" presStyleIdx="2" presStyleCnt="3"/>
      <dgm:spPr/>
      <dgm:t>
        <a:bodyPr/>
        <a:lstStyle/>
        <a:p>
          <a:endParaRPr lang="es-ES"/>
        </a:p>
      </dgm:t>
    </dgm:pt>
    <dgm:pt modelId="{A9FD0F34-B307-4A55-8552-4F4D4EE3CE50}" type="pres">
      <dgm:prSet presAssocID="{3D3F30B5-76EA-448B-BABF-60430EBE2B5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A53DCF89-2C4B-4F19-9A26-37C4C4D9CA47}" srcId="{C2F12D3D-763D-4F11-B159-8FEECB8993C5}" destId="{37FBC9AB-7DA7-4D27-9D18-C96BBC57F688}" srcOrd="2" destOrd="0" parTransId="{C2219222-A4DA-48CE-B9D0-614F88D7941F}" sibTransId="{C0346AB5-1D5C-47DB-8715-7AE60F4EED60}"/>
    <dgm:cxn modelId="{580A4F7E-21DF-43D7-A024-2748B1213AEE}" type="presOf" srcId="{E6B66F3C-4857-4CB2-BD54-4BE04D2DB4BC}" destId="{2966495D-047D-4F51-A5DF-16ECFAC019A3}" srcOrd="0" destOrd="0" presId="urn:microsoft.com/office/officeart/2005/8/layout/process2"/>
    <dgm:cxn modelId="{090BB518-1D91-4C50-9F5C-1CD659F102D6}" type="presOf" srcId="{4EABC983-5D34-4C94-AF91-BA4EBC2138D5}" destId="{4D6DF2C6-416D-4E29-B011-51B0691F1307}" srcOrd="0" destOrd="0" presId="urn:microsoft.com/office/officeart/2005/8/layout/process2"/>
    <dgm:cxn modelId="{4D066CAB-FD62-4140-B6DB-E2C63D67F771}" type="presOf" srcId="{79C50728-1A2B-4D80-91A9-717FFF7A4C36}" destId="{2908B005-CC6E-4B5C-A1C8-BE4DEBE0184E}" srcOrd="0" destOrd="0" presId="urn:microsoft.com/office/officeart/2005/8/layout/process2"/>
    <dgm:cxn modelId="{E6A71740-25D7-4800-B548-5867F5B205AF}" srcId="{C2F12D3D-763D-4F11-B159-8FEECB8993C5}" destId="{79C50728-1A2B-4D80-91A9-717FFF7A4C36}" srcOrd="1" destOrd="0" parTransId="{8F398A41-B3B8-44DE-9DBA-3057EA016870}" sibTransId="{CFEAFA61-38CC-480A-BAC5-655BCC6D8177}"/>
    <dgm:cxn modelId="{B4405C93-CEEC-4441-81B8-448322FF0358}" type="presOf" srcId="{C0346AB5-1D5C-47DB-8715-7AE60F4EED60}" destId="{DBB0BD4F-DBAC-4DA6-A3C4-D230087B386D}" srcOrd="1" destOrd="0" presId="urn:microsoft.com/office/officeart/2005/8/layout/process2"/>
    <dgm:cxn modelId="{E7193A58-65F6-448D-B95A-7FD238750235}" type="presOf" srcId="{CFEAFA61-38CC-480A-BAC5-655BCC6D8177}" destId="{241A5057-D717-4E2C-9066-1F6E01D29480}" srcOrd="1" destOrd="0" presId="urn:microsoft.com/office/officeart/2005/8/layout/process2"/>
    <dgm:cxn modelId="{DAAD320B-FC0B-4D36-A9D1-EE6C8A811505}" type="presOf" srcId="{3D3F30B5-76EA-448B-BABF-60430EBE2B5E}" destId="{A9FD0F34-B307-4A55-8552-4F4D4EE3CE50}" srcOrd="0" destOrd="0" presId="urn:microsoft.com/office/officeart/2005/8/layout/process2"/>
    <dgm:cxn modelId="{6176CBDD-DB09-46A7-ACE2-119AB70AA7F4}" srcId="{C2F12D3D-763D-4F11-B159-8FEECB8993C5}" destId="{3D3F30B5-76EA-448B-BABF-60430EBE2B5E}" srcOrd="3" destOrd="0" parTransId="{429DF4D5-FA57-4B99-8F1E-EE9FE53022D2}" sibTransId="{7955C48D-1030-4DB4-AFDF-44A803FDF95B}"/>
    <dgm:cxn modelId="{4596C614-DBE4-454E-AB0A-59C0F0A14692}" type="presOf" srcId="{37FBC9AB-7DA7-4D27-9D18-C96BBC57F688}" destId="{E16463E2-501C-4F80-ABF4-6A2565551543}" srcOrd="0" destOrd="0" presId="urn:microsoft.com/office/officeart/2005/8/layout/process2"/>
    <dgm:cxn modelId="{9545DB76-DEAC-40A9-A251-EAF7B3E9963A}" type="presOf" srcId="{C2F12D3D-763D-4F11-B159-8FEECB8993C5}" destId="{E71006EA-D102-4314-9D5D-BA9C144F5D01}" srcOrd="0" destOrd="0" presId="urn:microsoft.com/office/officeart/2005/8/layout/process2"/>
    <dgm:cxn modelId="{82BFA245-EE90-441B-A1C7-415A0A4636E8}" type="presOf" srcId="{E6B66F3C-4857-4CB2-BD54-4BE04D2DB4BC}" destId="{AF179E35-8400-4C90-A4F4-9FC3F3235C5B}" srcOrd="1" destOrd="0" presId="urn:microsoft.com/office/officeart/2005/8/layout/process2"/>
    <dgm:cxn modelId="{DCD07BE8-4983-43B4-BB30-6DE13691113C}" srcId="{C2F12D3D-763D-4F11-B159-8FEECB8993C5}" destId="{4EABC983-5D34-4C94-AF91-BA4EBC2138D5}" srcOrd="0" destOrd="0" parTransId="{3AE0F01D-A988-4FA7-B490-22E920638221}" sibTransId="{E6B66F3C-4857-4CB2-BD54-4BE04D2DB4BC}"/>
    <dgm:cxn modelId="{B33D50ED-0134-4ADD-A407-7310B459B6AD}" type="presOf" srcId="{C0346AB5-1D5C-47DB-8715-7AE60F4EED60}" destId="{A3B76D1F-0490-4D74-A0B8-8791979042C3}" srcOrd="0" destOrd="0" presId="urn:microsoft.com/office/officeart/2005/8/layout/process2"/>
    <dgm:cxn modelId="{FE1918F5-38A6-45B2-9469-3262C04C31E7}" type="presOf" srcId="{CFEAFA61-38CC-480A-BAC5-655BCC6D8177}" destId="{03755C3C-D5E6-4D0F-A090-27CE892469DA}" srcOrd="0" destOrd="0" presId="urn:microsoft.com/office/officeart/2005/8/layout/process2"/>
    <dgm:cxn modelId="{998A4FE6-29D5-4C57-BC09-85829E92A74D}" type="presParOf" srcId="{E71006EA-D102-4314-9D5D-BA9C144F5D01}" destId="{4D6DF2C6-416D-4E29-B011-51B0691F1307}" srcOrd="0" destOrd="0" presId="urn:microsoft.com/office/officeart/2005/8/layout/process2"/>
    <dgm:cxn modelId="{BBAF4152-0C2C-4656-B03A-1215A8880BB0}" type="presParOf" srcId="{E71006EA-D102-4314-9D5D-BA9C144F5D01}" destId="{2966495D-047D-4F51-A5DF-16ECFAC019A3}" srcOrd="1" destOrd="0" presId="urn:microsoft.com/office/officeart/2005/8/layout/process2"/>
    <dgm:cxn modelId="{A092A005-7C36-40FB-87D2-BDADEED6853B}" type="presParOf" srcId="{2966495D-047D-4F51-A5DF-16ECFAC019A3}" destId="{AF179E35-8400-4C90-A4F4-9FC3F3235C5B}" srcOrd="0" destOrd="0" presId="urn:microsoft.com/office/officeart/2005/8/layout/process2"/>
    <dgm:cxn modelId="{A1236FC4-F112-4AA9-A6AB-AF3E2D3C9A8B}" type="presParOf" srcId="{E71006EA-D102-4314-9D5D-BA9C144F5D01}" destId="{2908B005-CC6E-4B5C-A1C8-BE4DEBE0184E}" srcOrd="2" destOrd="0" presId="urn:microsoft.com/office/officeart/2005/8/layout/process2"/>
    <dgm:cxn modelId="{E2690170-36A1-46A7-9450-EA75998C2CB1}" type="presParOf" srcId="{E71006EA-D102-4314-9D5D-BA9C144F5D01}" destId="{03755C3C-D5E6-4D0F-A090-27CE892469DA}" srcOrd="3" destOrd="0" presId="urn:microsoft.com/office/officeart/2005/8/layout/process2"/>
    <dgm:cxn modelId="{F1E6ED7A-240E-425A-97FF-B15DB09FE1D8}" type="presParOf" srcId="{03755C3C-D5E6-4D0F-A090-27CE892469DA}" destId="{241A5057-D717-4E2C-9066-1F6E01D29480}" srcOrd="0" destOrd="0" presId="urn:microsoft.com/office/officeart/2005/8/layout/process2"/>
    <dgm:cxn modelId="{EAA46D38-FB55-4868-81D3-E9DE1D4367D5}" type="presParOf" srcId="{E71006EA-D102-4314-9D5D-BA9C144F5D01}" destId="{E16463E2-501C-4F80-ABF4-6A2565551543}" srcOrd="4" destOrd="0" presId="urn:microsoft.com/office/officeart/2005/8/layout/process2"/>
    <dgm:cxn modelId="{02F22D8B-BEE0-4956-A208-3C046794CA36}" type="presParOf" srcId="{E71006EA-D102-4314-9D5D-BA9C144F5D01}" destId="{A3B76D1F-0490-4D74-A0B8-8791979042C3}" srcOrd="5" destOrd="0" presId="urn:microsoft.com/office/officeart/2005/8/layout/process2"/>
    <dgm:cxn modelId="{04579639-A141-409A-BCBD-283EA1F26A8B}" type="presParOf" srcId="{A3B76D1F-0490-4D74-A0B8-8791979042C3}" destId="{DBB0BD4F-DBAC-4DA6-A3C4-D230087B386D}" srcOrd="0" destOrd="0" presId="urn:microsoft.com/office/officeart/2005/8/layout/process2"/>
    <dgm:cxn modelId="{FB56CCC2-D5C4-43CA-AD20-31F2200127D4}" type="presParOf" srcId="{E71006EA-D102-4314-9D5D-BA9C144F5D01}" destId="{A9FD0F34-B307-4A55-8552-4F4D4EE3CE50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D9FA74-89AB-48A5-A18F-36D59D31E4FF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E213241-95A4-4B41-9424-87623E4848BC}">
      <dgm:prSet phldrT="[Texto]" custT="1"/>
      <dgm:spPr/>
      <dgm:t>
        <a:bodyPr/>
        <a:lstStyle/>
        <a:p>
          <a:r>
            <a:rPr lang="es-ES" sz="1600" dirty="0" smtClean="0"/>
            <a:t>GERENCIA</a:t>
          </a:r>
          <a:endParaRPr lang="es-ES" sz="1600" dirty="0"/>
        </a:p>
      </dgm:t>
    </dgm:pt>
    <dgm:pt modelId="{5451E12B-C8CB-4530-8C60-5694DAFBBF91}" type="parTrans" cxnId="{16319D5E-9CDF-42B8-A949-1313F5CC6065}">
      <dgm:prSet/>
      <dgm:spPr/>
      <dgm:t>
        <a:bodyPr/>
        <a:lstStyle/>
        <a:p>
          <a:endParaRPr lang="es-ES"/>
        </a:p>
      </dgm:t>
    </dgm:pt>
    <dgm:pt modelId="{E74A5126-F358-453F-9D36-E491FE7571F0}" type="sibTrans" cxnId="{16319D5E-9CDF-42B8-A949-1313F5CC6065}">
      <dgm:prSet/>
      <dgm:spPr/>
      <dgm:t>
        <a:bodyPr/>
        <a:lstStyle/>
        <a:p>
          <a:endParaRPr lang="es-ES"/>
        </a:p>
      </dgm:t>
    </dgm:pt>
    <dgm:pt modelId="{66AB61C5-15FE-4DB0-999B-D2C7BAB0E7E0}">
      <dgm:prSet phldrT="[Texto]"/>
      <dgm:spPr/>
      <dgm:t>
        <a:bodyPr/>
        <a:lstStyle/>
        <a:p>
          <a:r>
            <a:rPr lang="es-ES" dirty="0" smtClean="0"/>
            <a:t>JEFE DE NEGOCIOS</a:t>
          </a:r>
          <a:endParaRPr lang="es-ES" dirty="0"/>
        </a:p>
      </dgm:t>
    </dgm:pt>
    <dgm:pt modelId="{78931F70-D46F-4295-8EF5-1F122E9FBAB0}" type="parTrans" cxnId="{BAD55C5B-9D8A-4D64-ACA3-63E6BE26E060}">
      <dgm:prSet/>
      <dgm:spPr/>
      <dgm:t>
        <a:bodyPr/>
        <a:lstStyle/>
        <a:p>
          <a:endParaRPr lang="es-ES" sz="1050"/>
        </a:p>
      </dgm:t>
    </dgm:pt>
    <dgm:pt modelId="{2123F7F8-F958-4D76-B7FF-BC9350AF39CD}" type="sibTrans" cxnId="{BAD55C5B-9D8A-4D64-ACA3-63E6BE26E060}">
      <dgm:prSet/>
      <dgm:spPr/>
      <dgm:t>
        <a:bodyPr/>
        <a:lstStyle/>
        <a:p>
          <a:endParaRPr lang="es-ES"/>
        </a:p>
      </dgm:t>
    </dgm:pt>
    <dgm:pt modelId="{E1C6F6BC-E8B7-454D-A9A3-25C07952B1F6}">
      <dgm:prSet phldrT="[Texto]"/>
      <dgm:spPr/>
      <dgm:t>
        <a:bodyPr/>
        <a:lstStyle/>
        <a:p>
          <a:r>
            <a:rPr lang="es-ES" dirty="0" smtClean="0"/>
            <a:t>CONSULTORES</a:t>
          </a:r>
          <a:endParaRPr lang="es-ES" dirty="0"/>
        </a:p>
      </dgm:t>
    </dgm:pt>
    <dgm:pt modelId="{94974C98-1A5A-43BB-8E59-E77B1E56B77D}" type="parTrans" cxnId="{81B182FE-2A97-4F36-A92F-2FB48E480EAF}">
      <dgm:prSet/>
      <dgm:spPr/>
      <dgm:t>
        <a:bodyPr/>
        <a:lstStyle/>
        <a:p>
          <a:endParaRPr lang="es-ES" sz="1050"/>
        </a:p>
      </dgm:t>
    </dgm:pt>
    <dgm:pt modelId="{B3A27444-E0EB-49E3-A738-38D1E5F0D504}" type="sibTrans" cxnId="{81B182FE-2A97-4F36-A92F-2FB48E480EAF}">
      <dgm:prSet/>
      <dgm:spPr/>
      <dgm:t>
        <a:bodyPr/>
        <a:lstStyle/>
        <a:p>
          <a:endParaRPr lang="es-ES"/>
        </a:p>
      </dgm:t>
    </dgm:pt>
    <dgm:pt modelId="{F23AD05D-3342-48A8-8D8F-1AB6F1FA329C}">
      <dgm:prSet phldrT="[Texto]" custT="1"/>
      <dgm:spPr/>
      <dgm:t>
        <a:bodyPr/>
        <a:lstStyle/>
        <a:p>
          <a:r>
            <a:rPr lang="es-ES" sz="1200" dirty="0" smtClean="0"/>
            <a:t>JEFE DE NEGOCIOS </a:t>
          </a:r>
        </a:p>
        <a:p>
          <a:endParaRPr lang="es-ES" sz="1050" dirty="0"/>
        </a:p>
      </dgm:t>
    </dgm:pt>
    <dgm:pt modelId="{E965DF20-4A09-40C8-8592-6D37968CF1A7}" type="parTrans" cxnId="{2131F1E4-24E1-44BA-8215-96C514C4875C}">
      <dgm:prSet/>
      <dgm:spPr/>
      <dgm:t>
        <a:bodyPr/>
        <a:lstStyle/>
        <a:p>
          <a:endParaRPr lang="es-ES" sz="1050"/>
        </a:p>
      </dgm:t>
    </dgm:pt>
    <dgm:pt modelId="{B70B1CD6-91A7-4D06-B483-C197A55D224F}" type="sibTrans" cxnId="{2131F1E4-24E1-44BA-8215-96C514C4875C}">
      <dgm:prSet/>
      <dgm:spPr/>
      <dgm:t>
        <a:bodyPr/>
        <a:lstStyle/>
        <a:p>
          <a:endParaRPr lang="es-ES"/>
        </a:p>
      </dgm:t>
    </dgm:pt>
    <dgm:pt modelId="{674A8F76-5A4F-4532-846B-398A09041F64}">
      <dgm:prSet phldrT="[Texto]" custT="1"/>
      <dgm:spPr/>
      <dgm:t>
        <a:bodyPr/>
        <a:lstStyle/>
        <a:p>
          <a:r>
            <a:rPr lang="es-ES" sz="1050" dirty="0" smtClean="0"/>
            <a:t>CONTABILIDAD  Y FINANZAS</a:t>
          </a:r>
          <a:endParaRPr lang="es-ES" sz="1050" dirty="0"/>
        </a:p>
      </dgm:t>
    </dgm:pt>
    <dgm:pt modelId="{48902D4E-46A8-4084-8BC8-12C596DE781C}" type="parTrans" cxnId="{D2DC9FDE-1E39-4CD0-9B72-28209CE95A7F}">
      <dgm:prSet/>
      <dgm:spPr/>
      <dgm:t>
        <a:bodyPr/>
        <a:lstStyle/>
        <a:p>
          <a:endParaRPr lang="es-ES" sz="1050"/>
        </a:p>
      </dgm:t>
    </dgm:pt>
    <dgm:pt modelId="{BE7ECC1D-4EF7-45F4-A252-CA0C323AE434}" type="sibTrans" cxnId="{D2DC9FDE-1E39-4CD0-9B72-28209CE95A7F}">
      <dgm:prSet/>
      <dgm:spPr/>
      <dgm:t>
        <a:bodyPr/>
        <a:lstStyle/>
        <a:p>
          <a:endParaRPr lang="es-ES"/>
        </a:p>
      </dgm:t>
    </dgm:pt>
    <dgm:pt modelId="{EC81A970-B5B4-46BB-8411-3CD48055EDEF}">
      <dgm:prSet phldrT="[Texto]" custT="1"/>
      <dgm:spPr/>
      <dgm:t>
        <a:bodyPr/>
        <a:lstStyle/>
        <a:p>
          <a:pPr algn="l"/>
          <a:r>
            <a:rPr lang="es-ES" sz="1050" dirty="0" smtClean="0"/>
            <a:t>ADMINISTRACION</a:t>
          </a:r>
          <a:endParaRPr lang="es-ES" sz="1050" dirty="0"/>
        </a:p>
      </dgm:t>
    </dgm:pt>
    <dgm:pt modelId="{04D8C4C0-BA63-4B9B-BF49-5CBAA6922EFC}" type="parTrans" cxnId="{F874847A-0805-41A3-980A-04610442F05D}">
      <dgm:prSet/>
      <dgm:spPr/>
      <dgm:t>
        <a:bodyPr/>
        <a:lstStyle/>
        <a:p>
          <a:endParaRPr lang="es-ES" sz="1050"/>
        </a:p>
      </dgm:t>
    </dgm:pt>
    <dgm:pt modelId="{16F71324-7143-4EC2-915D-EA8AE48A2DD2}" type="sibTrans" cxnId="{F874847A-0805-41A3-980A-04610442F05D}">
      <dgm:prSet/>
      <dgm:spPr/>
      <dgm:t>
        <a:bodyPr/>
        <a:lstStyle/>
        <a:p>
          <a:endParaRPr lang="es-ES"/>
        </a:p>
      </dgm:t>
    </dgm:pt>
    <dgm:pt modelId="{F712161F-2675-45E0-A975-D7CD877C2F3F}">
      <dgm:prSet phldrT="[Texto]" custT="1"/>
      <dgm:spPr/>
      <dgm:t>
        <a:bodyPr/>
        <a:lstStyle/>
        <a:p>
          <a:r>
            <a:rPr lang="es-ES" sz="1050" dirty="0" smtClean="0"/>
            <a:t>JEFE</a:t>
          </a:r>
        </a:p>
        <a:p>
          <a:r>
            <a:rPr lang="es-ES" sz="1050" dirty="0" smtClean="0"/>
            <a:t>DE</a:t>
          </a:r>
        </a:p>
        <a:p>
          <a:r>
            <a:rPr lang="es-ES" sz="1050" dirty="0" smtClean="0"/>
            <a:t>DESARROLLO</a:t>
          </a:r>
          <a:endParaRPr lang="es-ES" sz="1050" dirty="0"/>
        </a:p>
      </dgm:t>
    </dgm:pt>
    <dgm:pt modelId="{A25C9182-F12E-41BA-9CA4-89EF37702D39}" type="parTrans" cxnId="{1F0E7AB1-F618-4548-9EDA-4040BCEE7027}">
      <dgm:prSet/>
      <dgm:spPr/>
      <dgm:t>
        <a:bodyPr/>
        <a:lstStyle/>
        <a:p>
          <a:endParaRPr lang="es-ES" sz="1050"/>
        </a:p>
      </dgm:t>
    </dgm:pt>
    <dgm:pt modelId="{BD09C560-AB67-4AFA-AAE8-B21BA66A6491}" type="sibTrans" cxnId="{1F0E7AB1-F618-4548-9EDA-4040BCEE7027}">
      <dgm:prSet/>
      <dgm:spPr/>
      <dgm:t>
        <a:bodyPr/>
        <a:lstStyle/>
        <a:p>
          <a:endParaRPr lang="es-ES"/>
        </a:p>
      </dgm:t>
    </dgm:pt>
    <dgm:pt modelId="{42BC7D9B-C179-461C-94E7-D134811D7F88}">
      <dgm:prSet phldrT="[Texto]" custT="1"/>
      <dgm:spPr/>
      <dgm:t>
        <a:bodyPr/>
        <a:lstStyle/>
        <a:p>
          <a:r>
            <a:rPr lang="es-ES" sz="1050" dirty="0" smtClean="0"/>
            <a:t>CONSULTORES</a:t>
          </a:r>
          <a:endParaRPr lang="es-ES" sz="1050" dirty="0"/>
        </a:p>
      </dgm:t>
    </dgm:pt>
    <dgm:pt modelId="{78A74590-2F36-4322-95B7-1D2410CB7368}" type="parTrans" cxnId="{217FE0AD-BF35-4149-AB01-486F2945C7AE}">
      <dgm:prSet/>
      <dgm:spPr/>
      <dgm:t>
        <a:bodyPr/>
        <a:lstStyle/>
        <a:p>
          <a:endParaRPr lang="es-ES"/>
        </a:p>
      </dgm:t>
    </dgm:pt>
    <dgm:pt modelId="{DA08A8A9-0138-459A-A0CC-58A13934EF1E}" type="sibTrans" cxnId="{217FE0AD-BF35-4149-AB01-486F2945C7AE}">
      <dgm:prSet/>
      <dgm:spPr/>
      <dgm:t>
        <a:bodyPr/>
        <a:lstStyle/>
        <a:p>
          <a:endParaRPr lang="es-ES"/>
        </a:p>
      </dgm:t>
    </dgm:pt>
    <dgm:pt modelId="{2CD6CFB1-4CC6-40CF-ADCD-0497815F3311}">
      <dgm:prSet custT="1"/>
      <dgm:spPr/>
      <dgm:t>
        <a:bodyPr/>
        <a:lstStyle/>
        <a:p>
          <a:r>
            <a:rPr lang="es-ES" sz="1050" dirty="0" smtClean="0"/>
            <a:t>JEFE DE PROYECTO 1</a:t>
          </a:r>
          <a:endParaRPr lang="es-ES" sz="1050" dirty="0"/>
        </a:p>
      </dgm:t>
    </dgm:pt>
    <dgm:pt modelId="{05AFAC38-6FE9-4F04-AF07-E24BED2B483F}" type="parTrans" cxnId="{D7711792-A370-4769-A242-1AF3BBDD73D9}">
      <dgm:prSet/>
      <dgm:spPr/>
      <dgm:t>
        <a:bodyPr/>
        <a:lstStyle/>
        <a:p>
          <a:endParaRPr lang="es-ES"/>
        </a:p>
      </dgm:t>
    </dgm:pt>
    <dgm:pt modelId="{AA62B053-DCAB-47EE-9BBF-DBA1EBC6AF37}" type="sibTrans" cxnId="{D7711792-A370-4769-A242-1AF3BBDD73D9}">
      <dgm:prSet/>
      <dgm:spPr/>
      <dgm:t>
        <a:bodyPr/>
        <a:lstStyle/>
        <a:p>
          <a:endParaRPr lang="es-ES"/>
        </a:p>
      </dgm:t>
    </dgm:pt>
    <dgm:pt modelId="{E832E936-2CDE-44E0-BAC5-C44FF8F3F1C6}">
      <dgm:prSet custT="1"/>
      <dgm:spPr/>
      <dgm:t>
        <a:bodyPr/>
        <a:lstStyle/>
        <a:p>
          <a:r>
            <a:rPr lang="es-ES" sz="1050" dirty="0" smtClean="0"/>
            <a:t>JEFE DE PROYECTO n</a:t>
          </a:r>
          <a:endParaRPr lang="es-ES" sz="1050" dirty="0"/>
        </a:p>
      </dgm:t>
    </dgm:pt>
    <dgm:pt modelId="{479D47DD-80F1-4632-8840-6C12E067CA69}" type="parTrans" cxnId="{BFA5CED5-ADAC-4573-AC98-4A71CB223589}">
      <dgm:prSet/>
      <dgm:spPr/>
      <dgm:t>
        <a:bodyPr/>
        <a:lstStyle/>
        <a:p>
          <a:endParaRPr lang="es-ES" sz="1050"/>
        </a:p>
      </dgm:t>
    </dgm:pt>
    <dgm:pt modelId="{CC14A98F-81E3-488B-93FF-7283C5220888}" type="sibTrans" cxnId="{BFA5CED5-ADAC-4573-AC98-4A71CB223589}">
      <dgm:prSet/>
      <dgm:spPr/>
      <dgm:t>
        <a:bodyPr/>
        <a:lstStyle/>
        <a:p>
          <a:endParaRPr lang="es-ES"/>
        </a:p>
      </dgm:t>
    </dgm:pt>
    <dgm:pt modelId="{075F2F4C-6466-450A-9302-2D5F3911A29A}">
      <dgm:prSet custT="1"/>
      <dgm:spPr/>
      <dgm:t>
        <a:bodyPr/>
        <a:lstStyle/>
        <a:p>
          <a:r>
            <a:rPr lang="es-ES" sz="1050" dirty="0" smtClean="0"/>
            <a:t>GRUPO DE INGENIERIA n</a:t>
          </a:r>
          <a:endParaRPr lang="es-ES" sz="1050" dirty="0"/>
        </a:p>
      </dgm:t>
    </dgm:pt>
    <dgm:pt modelId="{C4185FD0-0CE8-40BA-8F0D-AF630852F336}" type="parTrans" cxnId="{6602517D-C1D0-44A4-98B2-F6E062F858C4}">
      <dgm:prSet/>
      <dgm:spPr/>
      <dgm:t>
        <a:bodyPr/>
        <a:lstStyle/>
        <a:p>
          <a:endParaRPr lang="es-ES"/>
        </a:p>
      </dgm:t>
    </dgm:pt>
    <dgm:pt modelId="{BA7E54F4-62FE-4BA1-B451-3D1C031FFBDB}" type="sibTrans" cxnId="{6602517D-C1D0-44A4-98B2-F6E062F858C4}">
      <dgm:prSet/>
      <dgm:spPr/>
      <dgm:t>
        <a:bodyPr/>
        <a:lstStyle/>
        <a:p>
          <a:endParaRPr lang="es-ES"/>
        </a:p>
      </dgm:t>
    </dgm:pt>
    <dgm:pt modelId="{EEC47901-45CA-425D-B9F0-614FAA475631}">
      <dgm:prSet custT="1"/>
      <dgm:spPr/>
      <dgm:t>
        <a:bodyPr/>
        <a:lstStyle/>
        <a:p>
          <a:r>
            <a:rPr lang="es-ES" sz="1050" dirty="0" smtClean="0"/>
            <a:t>RECURSOS HUMANOS</a:t>
          </a:r>
          <a:endParaRPr lang="es-ES" sz="1050" dirty="0"/>
        </a:p>
      </dgm:t>
    </dgm:pt>
    <dgm:pt modelId="{003B626C-2107-458C-A979-BFEC68E11010}" type="parTrans" cxnId="{11A9E1F0-0A26-40BB-AF15-9F30B6221280}">
      <dgm:prSet/>
      <dgm:spPr/>
      <dgm:t>
        <a:bodyPr/>
        <a:lstStyle/>
        <a:p>
          <a:endParaRPr lang="es-ES"/>
        </a:p>
      </dgm:t>
    </dgm:pt>
    <dgm:pt modelId="{8551DB16-81D8-45A0-9A76-38297D3D1CD9}" type="sibTrans" cxnId="{11A9E1F0-0A26-40BB-AF15-9F30B6221280}">
      <dgm:prSet/>
      <dgm:spPr/>
      <dgm:t>
        <a:bodyPr/>
        <a:lstStyle/>
        <a:p>
          <a:endParaRPr lang="es-ES"/>
        </a:p>
      </dgm:t>
    </dgm:pt>
    <dgm:pt modelId="{83F30C0E-92AF-44C1-9856-7A71F4ACD97E}">
      <dgm:prSet custT="1"/>
      <dgm:spPr/>
      <dgm:t>
        <a:bodyPr/>
        <a:lstStyle/>
        <a:p>
          <a:r>
            <a:rPr lang="es-ES" sz="1050" dirty="0" smtClean="0"/>
            <a:t>Grupo de ingeniería 1</a:t>
          </a:r>
          <a:endParaRPr lang="es-ES" sz="1050" dirty="0"/>
        </a:p>
      </dgm:t>
    </dgm:pt>
    <dgm:pt modelId="{44AEA5A1-1B2E-4F6A-8350-29C6BDD902FC}" type="parTrans" cxnId="{490F98E5-E95D-4C28-869A-3CD095393322}">
      <dgm:prSet/>
      <dgm:spPr/>
      <dgm:t>
        <a:bodyPr/>
        <a:lstStyle/>
        <a:p>
          <a:endParaRPr lang="es-ES"/>
        </a:p>
      </dgm:t>
    </dgm:pt>
    <dgm:pt modelId="{CCBCA282-2C60-42DA-8C14-B1F4AFDFA4AE}" type="sibTrans" cxnId="{490F98E5-E95D-4C28-869A-3CD095393322}">
      <dgm:prSet/>
      <dgm:spPr/>
      <dgm:t>
        <a:bodyPr/>
        <a:lstStyle/>
        <a:p>
          <a:endParaRPr lang="es-ES"/>
        </a:p>
      </dgm:t>
    </dgm:pt>
    <dgm:pt modelId="{F2008373-5E59-464E-A66A-D82780CC3270}" type="pres">
      <dgm:prSet presAssocID="{23D9FA74-89AB-48A5-A18F-36D59D31E4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9C4B50A0-EAEA-4ECC-A96B-36C3CFAE1A6B}" type="pres">
      <dgm:prSet presAssocID="{1E213241-95A4-4B41-9424-87623E4848BC}" presName="hierRoot1" presStyleCnt="0"/>
      <dgm:spPr/>
    </dgm:pt>
    <dgm:pt modelId="{851C4571-6BCB-4651-A1FE-E43E866D3484}" type="pres">
      <dgm:prSet presAssocID="{1E213241-95A4-4B41-9424-87623E4848BC}" presName="composite" presStyleCnt="0"/>
      <dgm:spPr/>
    </dgm:pt>
    <dgm:pt modelId="{A95A0998-F30F-4187-945F-489065100B43}" type="pres">
      <dgm:prSet presAssocID="{1E213241-95A4-4B41-9424-87623E4848BC}" presName="background" presStyleLbl="node0" presStyleIdx="0" presStyleCnt="6"/>
      <dgm:spPr/>
    </dgm:pt>
    <dgm:pt modelId="{9B3F1EE4-A179-46E5-8864-82272F77CE81}" type="pres">
      <dgm:prSet presAssocID="{1E213241-95A4-4B41-9424-87623E4848BC}" presName="text" presStyleLbl="fgAcc0" presStyleIdx="0" presStyleCnt="6" custScaleX="154764" custLinFactNeighborX="-2379" custLinFactNeighborY="-90329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14A494B4-A44D-4123-ACB5-5AB19436D55A}" type="pres">
      <dgm:prSet presAssocID="{1E213241-95A4-4B41-9424-87623E4848BC}" presName="hierChild2" presStyleCnt="0"/>
      <dgm:spPr/>
    </dgm:pt>
    <dgm:pt modelId="{C61C1959-025B-454E-A543-2C86CD5E790D}" type="pres">
      <dgm:prSet presAssocID="{78931F70-D46F-4295-8EF5-1F122E9FBAB0}" presName="Name10" presStyleLbl="parChTrans1D2" presStyleIdx="0" presStyleCnt="5"/>
      <dgm:spPr/>
      <dgm:t>
        <a:bodyPr/>
        <a:lstStyle/>
        <a:p>
          <a:endParaRPr lang="es-ES"/>
        </a:p>
      </dgm:t>
    </dgm:pt>
    <dgm:pt modelId="{D8370CC5-A3AE-424B-9E72-79CF2D6B2D56}" type="pres">
      <dgm:prSet presAssocID="{66AB61C5-15FE-4DB0-999B-D2C7BAB0E7E0}" presName="hierRoot2" presStyleCnt="0"/>
      <dgm:spPr/>
    </dgm:pt>
    <dgm:pt modelId="{80A6A7B5-82B2-41E9-8A0C-F2D533DD1944}" type="pres">
      <dgm:prSet presAssocID="{66AB61C5-15FE-4DB0-999B-D2C7BAB0E7E0}" presName="composite2" presStyleCnt="0"/>
      <dgm:spPr/>
    </dgm:pt>
    <dgm:pt modelId="{B19B8F6D-EA65-4A35-9016-41265336167E}" type="pres">
      <dgm:prSet presAssocID="{66AB61C5-15FE-4DB0-999B-D2C7BAB0E7E0}" presName="background2" presStyleLbl="node2" presStyleIdx="0" presStyleCnt="5"/>
      <dgm:spPr/>
    </dgm:pt>
    <dgm:pt modelId="{286F800F-DD83-4E2D-97F5-A76882748E06}" type="pres">
      <dgm:prSet presAssocID="{66AB61C5-15FE-4DB0-999B-D2C7BAB0E7E0}" presName="text2" presStyleLbl="fgAcc2" presStyleIdx="0" presStyleCnt="5" custLinFactNeighborX="-11316" custLinFactNeighborY="-8687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40B25876-529D-4623-A8EC-5F653DBBCE09}" type="pres">
      <dgm:prSet presAssocID="{66AB61C5-15FE-4DB0-999B-D2C7BAB0E7E0}" presName="hierChild3" presStyleCnt="0"/>
      <dgm:spPr/>
    </dgm:pt>
    <dgm:pt modelId="{D7DD830A-E2D4-44C3-948B-18C770D2F3E9}" type="pres">
      <dgm:prSet presAssocID="{94974C98-1A5A-43BB-8E59-E77B1E56B77D}" presName="Name17" presStyleLbl="parChTrans1D3" presStyleIdx="0" presStyleCnt="2"/>
      <dgm:spPr/>
      <dgm:t>
        <a:bodyPr/>
        <a:lstStyle/>
        <a:p>
          <a:endParaRPr lang="es-ES"/>
        </a:p>
      </dgm:t>
    </dgm:pt>
    <dgm:pt modelId="{0F9F227C-0557-462A-B6C4-2954EE358DCF}" type="pres">
      <dgm:prSet presAssocID="{E1C6F6BC-E8B7-454D-A9A3-25C07952B1F6}" presName="hierRoot3" presStyleCnt="0"/>
      <dgm:spPr/>
    </dgm:pt>
    <dgm:pt modelId="{E042DA14-70F3-4B20-A28B-9F0A2840739C}" type="pres">
      <dgm:prSet presAssocID="{E1C6F6BC-E8B7-454D-A9A3-25C07952B1F6}" presName="composite3" presStyleCnt="0"/>
      <dgm:spPr/>
    </dgm:pt>
    <dgm:pt modelId="{4D3B12EB-2F90-4E9B-961C-356860F83A2A}" type="pres">
      <dgm:prSet presAssocID="{E1C6F6BC-E8B7-454D-A9A3-25C07952B1F6}" presName="background3" presStyleLbl="node3" presStyleIdx="0" presStyleCnt="2"/>
      <dgm:spPr/>
    </dgm:pt>
    <dgm:pt modelId="{B767F450-42FF-456C-A6FB-4D13BF4A666B}" type="pres">
      <dgm:prSet presAssocID="{E1C6F6BC-E8B7-454D-A9A3-25C07952B1F6}" presName="text3" presStyleLbl="fgAcc3" presStyleIdx="0" presStyleCnt="2" custLinFactNeighborX="-41614" custLinFactNeighborY="-4154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E5792F3-6BC5-49E7-B4F9-DABE31E4C673}" type="pres">
      <dgm:prSet presAssocID="{E1C6F6BC-E8B7-454D-A9A3-25C07952B1F6}" presName="hierChild4" presStyleCnt="0"/>
      <dgm:spPr/>
    </dgm:pt>
    <dgm:pt modelId="{682BF330-BFD6-468C-9330-7E5F9F9385B2}" type="pres">
      <dgm:prSet presAssocID="{E965DF20-4A09-40C8-8592-6D37968CF1A7}" presName="Name10" presStyleLbl="parChTrans1D2" presStyleIdx="1" presStyleCnt="5"/>
      <dgm:spPr/>
      <dgm:t>
        <a:bodyPr/>
        <a:lstStyle/>
        <a:p>
          <a:endParaRPr lang="es-ES"/>
        </a:p>
      </dgm:t>
    </dgm:pt>
    <dgm:pt modelId="{97851F9F-578E-4FE6-83E6-596103B1312A}" type="pres">
      <dgm:prSet presAssocID="{F23AD05D-3342-48A8-8D8F-1AB6F1FA329C}" presName="hierRoot2" presStyleCnt="0"/>
      <dgm:spPr/>
    </dgm:pt>
    <dgm:pt modelId="{279AC416-7711-4227-987E-B44AC41C235A}" type="pres">
      <dgm:prSet presAssocID="{F23AD05D-3342-48A8-8D8F-1AB6F1FA329C}" presName="composite2" presStyleCnt="0"/>
      <dgm:spPr/>
    </dgm:pt>
    <dgm:pt modelId="{0F298392-5C18-48E5-A001-9B966CAB0065}" type="pres">
      <dgm:prSet presAssocID="{F23AD05D-3342-48A8-8D8F-1AB6F1FA329C}" presName="background2" presStyleLbl="node2" presStyleIdx="1" presStyleCnt="5"/>
      <dgm:spPr/>
    </dgm:pt>
    <dgm:pt modelId="{6965E194-7289-4FE2-BE47-FBCA477CB9FA}" type="pres">
      <dgm:prSet presAssocID="{F23AD05D-3342-48A8-8D8F-1AB6F1FA329C}" presName="text2" presStyleLbl="fgAcc2" presStyleIdx="1" presStyleCnt="5" custLinFactNeighborX="15787" custLinFactNeighborY="-2088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336AACF-B169-4074-AABC-CBB85BDE560F}" type="pres">
      <dgm:prSet presAssocID="{F23AD05D-3342-48A8-8D8F-1AB6F1FA329C}" presName="hierChild3" presStyleCnt="0"/>
      <dgm:spPr/>
    </dgm:pt>
    <dgm:pt modelId="{D14A5B7D-0C45-4BA1-9848-DE1621680ABB}" type="pres">
      <dgm:prSet presAssocID="{A25C9182-F12E-41BA-9CA4-89EF37702D39}" presName="Name10" presStyleLbl="parChTrans1D2" presStyleIdx="2" presStyleCnt="5"/>
      <dgm:spPr/>
      <dgm:t>
        <a:bodyPr/>
        <a:lstStyle/>
        <a:p>
          <a:endParaRPr lang="es-ES"/>
        </a:p>
      </dgm:t>
    </dgm:pt>
    <dgm:pt modelId="{650C4701-BDD8-4691-BDD2-40D8AAD96AC8}" type="pres">
      <dgm:prSet presAssocID="{F712161F-2675-45E0-A975-D7CD877C2F3F}" presName="hierRoot2" presStyleCnt="0"/>
      <dgm:spPr/>
    </dgm:pt>
    <dgm:pt modelId="{0E07A719-EA59-4D49-ABE4-1A9513D97AF7}" type="pres">
      <dgm:prSet presAssocID="{F712161F-2675-45E0-A975-D7CD877C2F3F}" presName="composite2" presStyleCnt="0"/>
      <dgm:spPr/>
    </dgm:pt>
    <dgm:pt modelId="{5CF8193C-D8F1-4507-88F0-B2B545A044F1}" type="pres">
      <dgm:prSet presAssocID="{F712161F-2675-45E0-A975-D7CD877C2F3F}" presName="background2" presStyleLbl="node2" presStyleIdx="2" presStyleCnt="5"/>
      <dgm:spPr/>
    </dgm:pt>
    <dgm:pt modelId="{F150E26F-6AE7-4D21-BB8D-6EF070CEE86D}" type="pres">
      <dgm:prSet presAssocID="{F712161F-2675-45E0-A975-D7CD877C2F3F}" presName="text2" presStyleLbl="fgAcc2" presStyleIdx="2" presStyleCnt="5" custScaleX="122307" custLinFactNeighborX="55200" custLinFactNeighborY="-4443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F9C7B9BF-629E-44C3-9D0D-578D4264455B}" type="pres">
      <dgm:prSet presAssocID="{F712161F-2675-45E0-A975-D7CD877C2F3F}" presName="hierChild3" presStyleCnt="0"/>
      <dgm:spPr/>
    </dgm:pt>
    <dgm:pt modelId="{EC8D1373-5565-4A29-9988-8B5218027556}" type="pres">
      <dgm:prSet presAssocID="{479D47DD-80F1-4632-8840-6C12E067CA69}" presName="Name10" presStyleLbl="parChTrans1D2" presStyleIdx="3" presStyleCnt="5"/>
      <dgm:spPr/>
      <dgm:t>
        <a:bodyPr/>
        <a:lstStyle/>
        <a:p>
          <a:endParaRPr lang="es-ES"/>
        </a:p>
      </dgm:t>
    </dgm:pt>
    <dgm:pt modelId="{3560E77C-2315-4E23-A783-063F290EBE3C}" type="pres">
      <dgm:prSet presAssocID="{E832E936-2CDE-44E0-BAC5-C44FF8F3F1C6}" presName="hierRoot2" presStyleCnt="0"/>
      <dgm:spPr/>
    </dgm:pt>
    <dgm:pt modelId="{C70E91A6-9155-4FFC-B046-8CCC5C027AA4}" type="pres">
      <dgm:prSet presAssocID="{E832E936-2CDE-44E0-BAC5-C44FF8F3F1C6}" presName="composite2" presStyleCnt="0"/>
      <dgm:spPr/>
    </dgm:pt>
    <dgm:pt modelId="{92FC5857-A648-47D5-8ACB-06F24032E3DF}" type="pres">
      <dgm:prSet presAssocID="{E832E936-2CDE-44E0-BAC5-C44FF8F3F1C6}" presName="background2" presStyleLbl="node2" presStyleIdx="3" presStyleCnt="5"/>
      <dgm:spPr/>
    </dgm:pt>
    <dgm:pt modelId="{26C419EE-26F2-4207-A451-148DDE3BB2E7}" type="pres">
      <dgm:prSet presAssocID="{E832E936-2CDE-44E0-BAC5-C44FF8F3F1C6}" presName="text2" presStyleLbl="fgAcc2" presStyleIdx="3" presStyleCnt="5" custLinFactX="7720" custLinFactNeighborX="100000" custLinFactNeighborY="37425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643C935-7612-4EEB-B952-DEF79231F896}" type="pres">
      <dgm:prSet presAssocID="{E832E936-2CDE-44E0-BAC5-C44FF8F3F1C6}" presName="hierChild3" presStyleCnt="0"/>
      <dgm:spPr/>
    </dgm:pt>
    <dgm:pt modelId="{1C513B43-CF61-480C-961F-00BFDDE1F587}" type="pres">
      <dgm:prSet presAssocID="{04D8C4C0-BA63-4B9B-BF49-5CBAA6922EFC}" presName="Name10" presStyleLbl="parChTrans1D2" presStyleIdx="4" presStyleCnt="5"/>
      <dgm:spPr/>
      <dgm:t>
        <a:bodyPr/>
        <a:lstStyle/>
        <a:p>
          <a:endParaRPr lang="es-ES"/>
        </a:p>
      </dgm:t>
    </dgm:pt>
    <dgm:pt modelId="{A7A77419-EF32-4750-B66B-637681741E01}" type="pres">
      <dgm:prSet presAssocID="{EC81A970-B5B4-46BB-8411-3CD48055EDEF}" presName="hierRoot2" presStyleCnt="0"/>
      <dgm:spPr/>
    </dgm:pt>
    <dgm:pt modelId="{F1BF2292-B107-4FF7-9819-E4DE539D9402}" type="pres">
      <dgm:prSet presAssocID="{EC81A970-B5B4-46BB-8411-3CD48055EDEF}" presName="composite2" presStyleCnt="0"/>
      <dgm:spPr/>
    </dgm:pt>
    <dgm:pt modelId="{58687D20-AED7-42DB-80E6-200B2582364E}" type="pres">
      <dgm:prSet presAssocID="{EC81A970-B5B4-46BB-8411-3CD48055EDEF}" presName="background2" presStyleLbl="node2" presStyleIdx="4" presStyleCnt="5"/>
      <dgm:spPr/>
    </dgm:pt>
    <dgm:pt modelId="{76A5090B-CB7E-416F-A860-0C400A7082A3}" type="pres">
      <dgm:prSet presAssocID="{EC81A970-B5B4-46BB-8411-3CD48055EDEF}" presName="text2" presStyleLbl="fgAcc2" presStyleIdx="4" presStyleCnt="5" custScaleX="133547" custLinFactX="30271" custLinFactNeighborX="100000" custLinFactNeighborY="-8048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92F41693-3803-43EA-AE42-4879A8550ABD}" type="pres">
      <dgm:prSet presAssocID="{EC81A970-B5B4-46BB-8411-3CD48055EDEF}" presName="hierChild3" presStyleCnt="0"/>
      <dgm:spPr/>
    </dgm:pt>
    <dgm:pt modelId="{BF636F5D-78E0-460F-AC8C-2A66B8027CD7}" type="pres">
      <dgm:prSet presAssocID="{48902D4E-46A8-4084-8BC8-12C596DE781C}" presName="Name17" presStyleLbl="parChTrans1D3" presStyleIdx="1" presStyleCnt="2"/>
      <dgm:spPr/>
      <dgm:t>
        <a:bodyPr/>
        <a:lstStyle/>
        <a:p>
          <a:endParaRPr lang="es-ES"/>
        </a:p>
      </dgm:t>
    </dgm:pt>
    <dgm:pt modelId="{9A5772AA-D349-43C0-B764-3384652ECCB7}" type="pres">
      <dgm:prSet presAssocID="{674A8F76-5A4F-4532-846B-398A09041F64}" presName="hierRoot3" presStyleCnt="0"/>
      <dgm:spPr/>
    </dgm:pt>
    <dgm:pt modelId="{65572A4F-7BBF-4EFD-B14A-B7F1639FD2F1}" type="pres">
      <dgm:prSet presAssocID="{674A8F76-5A4F-4532-846B-398A09041F64}" presName="composite3" presStyleCnt="0"/>
      <dgm:spPr/>
    </dgm:pt>
    <dgm:pt modelId="{B17AA2C2-D480-494F-87FD-142284B19E20}" type="pres">
      <dgm:prSet presAssocID="{674A8F76-5A4F-4532-846B-398A09041F64}" presName="background3" presStyleLbl="node3" presStyleIdx="1" presStyleCnt="2"/>
      <dgm:spPr/>
    </dgm:pt>
    <dgm:pt modelId="{DB91ED07-2A1D-41DD-AF2A-ABABC6205890}" type="pres">
      <dgm:prSet presAssocID="{674A8F76-5A4F-4532-846B-398A09041F64}" presName="text3" presStyleLbl="fgAcc3" presStyleIdx="1" presStyleCnt="2" custScaleX="160407" custLinFactX="33686" custLinFactNeighborX="100000" custLinFactNeighborY="-31024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42D4DE9B-9460-480C-B01B-2BB062C08764}" type="pres">
      <dgm:prSet presAssocID="{674A8F76-5A4F-4532-846B-398A09041F64}" presName="hierChild4" presStyleCnt="0"/>
      <dgm:spPr/>
    </dgm:pt>
    <dgm:pt modelId="{2503A545-E477-403E-9DFE-8A87C0B14A13}" type="pres">
      <dgm:prSet presAssocID="{42BC7D9B-C179-461C-94E7-D134811D7F88}" presName="hierRoot1" presStyleCnt="0"/>
      <dgm:spPr/>
    </dgm:pt>
    <dgm:pt modelId="{01B7FEED-9FFE-4E8D-B155-016DC9192B10}" type="pres">
      <dgm:prSet presAssocID="{42BC7D9B-C179-461C-94E7-D134811D7F88}" presName="composite" presStyleCnt="0"/>
      <dgm:spPr/>
    </dgm:pt>
    <dgm:pt modelId="{8D883144-EEDD-4613-AC7F-43B4E071AB7F}" type="pres">
      <dgm:prSet presAssocID="{42BC7D9B-C179-461C-94E7-D134811D7F88}" presName="background" presStyleLbl="node0" presStyleIdx="1" presStyleCnt="6"/>
      <dgm:spPr/>
    </dgm:pt>
    <dgm:pt modelId="{35006AB1-722F-4A2E-B1AB-EEEC08D5D62E}" type="pres">
      <dgm:prSet presAssocID="{42BC7D9B-C179-461C-94E7-D134811D7F88}" presName="text" presStyleLbl="fgAcc0" presStyleIdx="1" presStyleCnt="6" custScaleX="137716" custLinFactX="-100000" custLinFactY="100000" custLinFactNeighborX="-175180" custLinFactNeighborY="1863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872B6D53-1874-466A-8922-9DB170CBF88D}" type="pres">
      <dgm:prSet presAssocID="{42BC7D9B-C179-461C-94E7-D134811D7F88}" presName="hierChild2" presStyleCnt="0"/>
      <dgm:spPr/>
    </dgm:pt>
    <dgm:pt modelId="{FF7B2DF0-0572-43C3-AE60-1E33CD5F1EAC}" type="pres">
      <dgm:prSet presAssocID="{2CD6CFB1-4CC6-40CF-ADCD-0497815F3311}" presName="hierRoot1" presStyleCnt="0"/>
      <dgm:spPr/>
    </dgm:pt>
    <dgm:pt modelId="{20F43E54-D027-4FE5-AE18-1EEDD8EFE89C}" type="pres">
      <dgm:prSet presAssocID="{2CD6CFB1-4CC6-40CF-ADCD-0497815F3311}" presName="composite" presStyleCnt="0"/>
      <dgm:spPr/>
    </dgm:pt>
    <dgm:pt modelId="{3E66E807-1754-4E96-A59C-6BCCE3D77A20}" type="pres">
      <dgm:prSet presAssocID="{2CD6CFB1-4CC6-40CF-ADCD-0497815F3311}" presName="background" presStyleLbl="node0" presStyleIdx="2" presStyleCnt="6"/>
      <dgm:spPr/>
    </dgm:pt>
    <dgm:pt modelId="{B9F2DB43-14C5-47FA-9091-4B2DE1304500}" type="pres">
      <dgm:prSet presAssocID="{2CD6CFB1-4CC6-40CF-ADCD-0497815F3311}" presName="text" presStyleLbl="fgAcc0" presStyleIdx="2" presStyleCnt="6" custLinFactX="-100000" custLinFactY="100000" custLinFactNeighborX="-150511" custLinFactNeighborY="138855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0CC0E2E7-B7A2-4C57-AFB1-52245BC27518}" type="pres">
      <dgm:prSet presAssocID="{2CD6CFB1-4CC6-40CF-ADCD-0497815F3311}" presName="hierChild2" presStyleCnt="0"/>
      <dgm:spPr/>
    </dgm:pt>
    <dgm:pt modelId="{83BDA66E-F41D-4C7A-A8F0-EB99D817C69E}" type="pres">
      <dgm:prSet presAssocID="{075F2F4C-6466-450A-9302-2D5F3911A29A}" presName="hierRoot1" presStyleCnt="0"/>
      <dgm:spPr/>
    </dgm:pt>
    <dgm:pt modelId="{1DDB263D-EC16-4B18-96C3-CA0DB4F5DDD2}" type="pres">
      <dgm:prSet presAssocID="{075F2F4C-6466-450A-9302-2D5F3911A29A}" presName="composite" presStyleCnt="0"/>
      <dgm:spPr/>
    </dgm:pt>
    <dgm:pt modelId="{26DA3791-21CF-40E2-90E6-EED9BC09F86D}" type="pres">
      <dgm:prSet presAssocID="{075F2F4C-6466-450A-9302-2D5F3911A29A}" presName="background" presStyleLbl="node0" presStyleIdx="3" presStyleCnt="6"/>
      <dgm:spPr/>
    </dgm:pt>
    <dgm:pt modelId="{FEBDB1D3-7E89-4E58-B511-EE39F719E44C}" type="pres">
      <dgm:prSet presAssocID="{075F2F4C-6466-450A-9302-2D5F3911A29A}" presName="text" presStyleLbl="fgAcc0" presStyleIdx="3" presStyleCnt="6" custLinFactX="-100000" custLinFactY="150291" custLinFactNeighborX="-114073" custLinFactNeighborY="2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9C745322-F34D-4DF9-95F1-EB9B6F28DCAB}" type="pres">
      <dgm:prSet presAssocID="{075F2F4C-6466-450A-9302-2D5F3911A29A}" presName="hierChild2" presStyleCnt="0"/>
      <dgm:spPr/>
    </dgm:pt>
    <dgm:pt modelId="{825AC1B1-7665-4F30-9A30-878D3A878C81}" type="pres">
      <dgm:prSet presAssocID="{EEC47901-45CA-425D-B9F0-614FAA475631}" presName="hierRoot1" presStyleCnt="0"/>
      <dgm:spPr/>
    </dgm:pt>
    <dgm:pt modelId="{715DF50B-B518-42E3-8673-7E94F3F047D1}" type="pres">
      <dgm:prSet presAssocID="{EEC47901-45CA-425D-B9F0-614FAA475631}" presName="composite" presStyleCnt="0"/>
      <dgm:spPr/>
    </dgm:pt>
    <dgm:pt modelId="{A7A796E5-66D4-4031-8C9F-6BE40AF197A4}" type="pres">
      <dgm:prSet presAssocID="{EEC47901-45CA-425D-B9F0-614FAA475631}" presName="background" presStyleLbl="node0" presStyleIdx="4" presStyleCnt="6"/>
      <dgm:spPr/>
    </dgm:pt>
    <dgm:pt modelId="{996A9C0B-5D04-402E-A516-05AC0E22932E}" type="pres">
      <dgm:prSet presAssocID="{EEC47901-45CA-425D-B9F0-614FAA475631}" presName="text" presStyleLbl="fgAcc0" presStyleIdx="4" presStyleCnt="6" custLinFactX="-48494" custLinFactY="200000" custLinFactNeighborX="-100000" custLinFactNeighborY="22764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3FDA4DAB-4AA3-4A9B-9E20-1346167668A1}" type="pres">
      <dgm:prSet presAssocID="{EEC47901-45CA-425D-B9F0-614FAA475631}" presName="hierChild2" presStyleCnt="0"/>
      <dgm:spPr/>
    </dgm:pt>
    <dgm:pt modelId="{09AA3CF7-6C32-4AED-AA9D-83FDC3EBE194}" type="pres">
      <dgm:prSet presAssocID="{83F30C0E-92AF-44C1-9856-7A71F4ACD97E}" presName="hierRoot1" presStyleCnt="0"/>
      <dgm:spPr/>
    </dgm:pt>
    <dgm:pt modelId="{AF7CC7FD-4B61-426C-88DE-9FDB3176B6B7}" type="pres">
      <dgm:prSet presAssocID="{83F30C0E-92AF-44C1-9856-7A71F4ACD97E}" presName="composite" presStyleCnt="0"/>
      <dgm:spPr/>
    </dgm:pt>
    <dgm:pt modelId="{4F7C9840-4321-4F1A-A0E7-215A9633D69A}" type="pres">
      <dgm:prSet presAssocID="{83F30C0E-92AF-44C1-9856-7A71F4ACD97E}" presName="background" presStyleLbl="node0" presStyleIdx="5" presStyleCnt="6"/>
      <dgm:spPr/>
    </dgm:pt>
    <dgm:pt modelId="{94B8A98A-09A5-4546-A73D-000F4CDFB379}" type="pres">
      <dgm:prSet presAssocID="{83F30C0E-92AF-44C1-9856-7A71F4ACD97E}" presName="text" presStyleLbl="fgAcc0" presStyleIdx="5" presStyleCnt="6" custLinFactX="-300000" custLinFactY="182691" custLinFactNeighborX="-310654" custLinFactNeighborY="20000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10E753BB-EC6C-4BC8-9771-DABCDFFBD702}" type="pres">
      <dgm:prSet presAssocID="{83F30C0E-92AF-44C1-9856-7A71F4ACD97E}" presName="hierChild2" presStyleCnt="0"/>
      <dgm:spPr/>
    </dgm:pt>
  </dgm:ptLst>
  <dgm:cxnLst>
    <dgm:cxn modelId="{CE75CA95-BA07-4C1D-B279-C25C6480E35F}" type="presOf" srcId="{E832E936-2CDE-44E0-BAC5-C44FF8F3F1C6}" destId="{26C419EE-26F2-4207-A451-148DDE3BB2E7}" srcOrd="0" destOrd="0" presId="urn:microsoft.com/office/officeart/2005/8/layout/hierarchy1"/>
    <dgm:cxn modelId="{955013E9-EAE1-4FB1-A1D7-1982EF484011}" type="presOf" srcId="{42BC7D9B-C179-461C-94E7-D134811D7F88}" destId="{35006AB1-722F-4A2E-B1AB-EEEC08D5D62E}" srcOrd="0" destOrd="0" presId="urn:microsoft.com/office/officeart/2005/8/layout/hierarchy1"/>
    <dgm:cxn modelId="{16319D5E-9CDF-42B8-A949-1313F5CC6065}" srcId="{23D9FA74-89AB-48A5-A18F-36D59D31E4FF}" destId="{1E213241-95A4-4B41-9424-87623E4848BC}" srcOrd="0" destOrd="0" parTransId="{5451E12B-C8CB-4530-8C60-5694DAFBBF91}" sibTransId="{E74A5126-F358-453F-9D36-E491FE7571F0}"/>
    <dgm:cxn modelId="{BFA5CED5-ADAC-4573-AC98-4A71CB223589}" srcId="{1E213241-95A4-4B41-9424-87623E4848BC}" destId="{E832E936-2CDE-44E0-BAC5-C44FF8F3F1C6}" srcOrd="3" destOrd="0" parTransId="{479D47DD-80F1-4632-8840-6C12E067CA69}" sibTransId="{CC14A98F-81E3-488B-93FF-7283C5220888}"/>
    <dgm:cxn modelId="{2131F1E4-24E1-44BA-8215-96C514C4875C}" srcId="{1E213241-95A4-4B41-9424-87623E4848BC}" destId="{F23AD05D-3342-48A8-8D8F-1AB6F1FA329C}" srcOrd="1" destOrd="0" parTransId="{E965DF20-4A09-40C8-8592-6D37968CF1A7}" sibTransId="{B70B1CD6-91A7-4D06-B483-C197A55D224F}"/>
    <dgm:cxn modelId="{B4455434-35BE-4F3D-A4F4-0CC66ABB13EC}" type="presOf" srcId="{F23AD05D-3342-48A8-8D8F-1AB6F1FA329C}" destId="{6965E194-7289-4FE2-BE47-FBCA477CB9FA}" srcOrd="0" destOrd="0" presId="urn:microsoft.com/office/officeart/2005/8/layout/hierarchy1"/>
    <dgm:cxn modelId="{490F98E5-E95D-4C28-869A-3CD095393322}" srcId="{23D9FA74-89AB-48A5-A18F-36D59D31E4FF}" destId="{83F30C0E-92AF-44C1-9856-7A71F4ACD97E}" srcOrd="5" destOrd="0" parTransId="{44AEA5A1-1B2E-4F6A-8350-29C6BDD902FC}" sibTransId="{CCBCA282-2C60-42DA-8C14-B1F4AFDFA4AE}"/>
    <dgm:cxn modelId="{A400FEF6-98EB-4C1A-9EF1-1B606FEA5DA0}" type="presOf" srcId="{E1C6F6BC-E8B7-454D-A9A3-25C07952B1F6}" destId="{B767F450-42FF-456C-A6FB-4D13BF4A666B}" srcOrd="0" destOrd="0" presId="urn:microsoft.com/office/officeart/2005/8/layout/hierarchy1"/>
    <dgm:cxn modelId="{980F24D3-0622-4601-BFC1-C524021E1294}" type="presOf" srcId="{075F2F4C-6466-450A-9302-2D5F3911A29A}" destId="{FEBDB1D3-7E89-4E58-B511-EE39F719E44C}" srcOrd="0" destOrd="0" presId="urn:microsoft.com/office/officeart/2005/8/layout/hierarchy1"/>
    <dgm:cxn modelId="{F874847A-0805-41A3-980A-04610442F05D}" srcId="{1E213241-95A4-4B41-9424-87623E4848BC}" destId="{EC81A970-B5B4-46BB-8411-3CD48055EDEF}" srcOrd="4" destOrd="0" parTransId="{04D8C4C0-BA63-4B9B-BF49-5CBAA6922EFC}" sibTransId="{16F71324-7143-4EC2-915D-EA8AE48A2DD2}"/>
    <dgm:cxn modelId="{DB4865D6-2145-45AD-B251-580106FDA8F5}" type="presOf" srcId="{2CD6CFB1-4CC6-40CF-ADCD-0497815F3311}" destId="{B9F2DB43-14C5-47FA-9091-4B2DE1304500}" srcOrd="0" destOrd="0" presId="urn:microsoft.com/office/officeart/2005/8/layout/hierarchy1"/>
    <dgm:cxn modelId="{FD7CB4D8-F37B-4BF0-9023-4979BC81D40A}" type="presOf" srcId="{A25C9182-F12E-41BA-9CA4-89EF37702D39}" destId="{D14A5B7D-0C45-4BA1-9848-DE1621680ABB}" srcOrd="0" destOrd="0" presId="urn:microsoft.com/office/officeart/2005/8/layout/hierarchy1"/>
    <dgm:cxn modelId="{D2DC9FDE-1E39-4CD0-9B72-28209CE95A7F}" srcId="{EC81A970-B5B4-46BB-8411-3CD48055EDEF}" destId="{674A8F76-5A4F-4532-846B-398A09041F64}" srcOrd="0" destOrd="0" parTransId="{48902D4E-46A8-4084-8BC8-12C596DE781C}" sibTransId="{BE7ECC1D-4EF7-45F4-A252-CA0C323AE434}"/>
    <dgm:cxn modelId="{F34AEC10-8E67-4198-A6E7-64206FAF1883}" type="presOf" srcId="{F712161F-2675-45E0-A975-D7CD877C2F3F}" destId="{F150E26F-6AE7-4D21-BB8D-6EF070CEE86D}" srcOrd="0" destOrd="0" presId="urn:microsoft.com/office/officeart/2005/8/layout/hierarchy1"/>
    <dgm:cxn modelId="{EB5749E8-458F-4AB9-B0EA-80B5A1DC64FE}" type="presOf" srcId="{78931F70-D46F-4295-8EF5-1F122E9FBAB0}" destId="{C61C1959-025B-454E-A543-2C86CD5E790D}" srcOrd="0" destOrd="0" presId="urn:microsoft.com/office/officeart/2005/8/layout/hierarchy1"/>
    <dgm:cxn modelId="{2FF0B612-91AF-4671-ABC9-136A28132DD9}" type="presOf" srcId="{479D47DD-80F1-4632-8840-6C12E067CA69}" destId="{EC8D1373-5565-4A29-9988-8B5218027556}" srcOrd="0" destOrd="0" presId="urn:microsoft.com/office/officeart/2005/8/layout/hierarchy1"/>
    <dgm:cxn modelId="{BAD55C5B-9D8A-4D64-ACA3-63E6BE26E060}" srcId="{1E213241-95A4-4B41-9424-87623E4848BC}" destId="{66AB61C5-15FE-4DB0-999B-D2C7BAB0E7E0}" srcOrd="0" destOrd="0" parTransId="{78931F70-D46F-4295-8EF5-1F122E9FBAB0}" sibTransId="{2123F7F8-F958-4D76-B7FF-BC9350AF39CD}"/>
    <dgm:cxn modelId="{3528D9C9-FEDD-4814-9A79-5FA4799DC217}" type="presOf" srcId="{04D8C4C0-BA63-4B9B-BF49-5CBAA6922EFC}" destId="{1C513B43-CF61-480C-961F-00BFDDE1F587}" srcOrd="0" destOrd="0" presId="urn:microsoft.com/office/officeart/2005/8/layout/hierarchy1"/>
    <dgm:cxn modelId="{D7711792-A370-4769-A242-1AF3BBDD73D9}" srcId="{23D9FA74-89AB-48A5-A18F-36D59D31E4FF}" destId="{2CD6CFB1-4CC6-40CF-ADCD-0497815F3311}" srcOrd="2" destOrd="0" parTransId="{05AFAC38-6FE9-4F04-AF07-E24BED2B483F}" sibTransId="{AA62B053-DCAB-47EE-9BBF-DBA1EBC6AF37}"/>
    <dgm:cxn modelId="{B2B2465D-F2EB-496A-AEB1-E67456BE8F67}" type="presOf" srcId="{E965DF20-4A09-40C8-8592-6D37968CF1A7}" destId="{682BF330-BFD6-468C-9330-7E5F9F9385B2}" srcOrd="0" destOrd="0" presId="urn:microsoft.com/office/officeart/2005/8/layout/hierarchy1"/>
    <dgm:cxn modelId="{B6CA2226-D2F8-4A59-BA22-348FD0B4EB01}" type="presOf" srcId="{94974C98-1A5A-43BB-8E59-E77B1E56B77D}" destId="{D7DD830A-E2D4-44C3-948B-18C770D2F3E9}" srcOrd="0" destOrd="0" presId="urn:microsoft.com/office/officeart/2005/8/layout/hierarchy1"/>
    <dgm:cxn modelId="{1F0E7AB1-F618-4548-9EDA-4040BCEE7027}" srcId="{1E213241-95A4-4B41-9424-87623E4848BC}" destId="{F712161F-2675-45E0-A975-D7CD877C2F3F}" srcOrd="2" destOrd="0" parTransId="{A25C9182-F12E-41BA-9CA4-89EF37702D39}" sibTransId="{BD09C560-AB67-4AFA-AAE8-B21BA66A6491}"/>
    <dgm:cxn modelId="{1DF76BB6-5B2D-48AB-B927-ADD983053F24}" type="presOf" srcId="{23D9FA74-89AB-48A5-A18F-36D59D31E4FF}" destId="{F2008373-5E59-464E-A66A-D82780CC3270}" srcOrd="0" destOrd="0" presId="urn:microsoft.com/office/officeart/2005/8/layout/hierarchy1"/>
    <dgm:cxn modelId="{5A7C72AD-B082-4026-8FA2-503E15EABA4F}" type="presOf" srcId="{EC81A970-B5B4-46BB-8411-3CD48055EDEF}" destId="{76A5090B-CB7E-416F-A860-0C400A7082A3}" srcOrd="0" destOrd="0" presId="urn:microsoft.com/office/officeart/2005/8/layout/hierarchy1"/>
    <dgm:cxn modelId="{81B182FE-2A97-4F36-A92F-2FB48E480EAF}" srcId="{66AB61C5-15FE-4DB0-999B-D2C7BAB0E7E0}" destId="{E1C6F6BC-E8B7-454D-A9A3-25C07952B1F6}" srcOrd="0" destOrd="0" parTransId="{94974C98-1A5A-43BB-8E59-E77B1E56B77D}" sibTransId="{B3A27444-E0EB-49E3-A738-38D1E5F0D504}"/>
    <dgm:cxn modelId="{6602517D-C1D0-44A4-98B2-F6E062F858C4}" srcId="{23D9FA74-89AB-48A5-A18F-36D59D31E4FF}" destId="{075F2F4C-6466-450A-9302-2D5F3911A29A}" srcOrd="3" destOrd="0" parTransId="{C4185FD0-0CE8-40BA-8F0D-AF630852F336}" sibTransId="{BA7E54F4-62FE-4BA1-B451-3D1C031FFBDB}"/>
    <dgm:cxn modelId="{11A9E1F0-0A26-40BB-AF15-9F30B6221280}" srcId="{23D9FA74-89AB-48A5-A18F-36D59D31E4FF}" destId="{EEC47901-45CA-425D-B9F0-614FAA475631}" srcOrd="4" destOrd="0" parTransId="{003B626C-2107-458C-A979-BFEC68E11010}" sibTransId="{8551DB16-81D8-45A0-9A76-38297D3D1CD9}"/>
    <dgm:cxn modelId="{3E399BD7-3AF9-48ED-83BC-946237AF7F05}" type="presOf" srcId="{48902D4E-46A8-4084-8BC8-12C596DE781C}" destId="{BF636F5D-78E0-460F-AC8C-2A66B8027CD7}" srcOrd="0" destOrd="0" presId="urn:microsoft.com/office/officeart/2005/8/layout/hierarchy1"/>
    <dgm:cxn modelId="{55094908-B87C-41B7-A00C-459D856D1D07}" type="presOf" srcId="{83F30C0E-92AF-44C1-9856-7A71F4ACD97E}" destId="{94B8A98A-09A5-4546-A73D-000F4CDFB379}" srcOrd="0" destOrd="0" presId="urn:microsoft.com/office/officeart/2005/8/layout/hierarchy1"/>
    <dgm:cxn modelId="{CD044C51-4A2C-4330-98C9-298473250992}" type="presOf" srcId="{EEC47901-45CA-425D-B9F0-614FAA475631}" destId="{996A9C0B-5D04-402E-A516-05AC0E22932E}" srcOrd="0" destOrd="0" presId="urn:microsoft.com/office/officeart/2005/8/layout/hierarchy1"/>
    <dgm:cxn modelId="{D571086C-59A6-4E69-80DF-7C8ADEC19681}" type="presOf" srcId="{674A8F76-5A4F-4532-846B-398A09041F64}" destId="{DB91ED07-2A1D-41DD-AF2A-ABABC6205890}" srcOrd="0" destOrd="0" presId="urn:microsoft.com/office/officeart/2005/8/layout/hierarchy1"/>
    <dgm:cxn modelId="{21314521-D291-4F9E-A77A-868A4BBCDD5C}" type="presOf" srcId="{66AB61C5-15FE-4DB0-999B-D2C7BAB0E7E0}" destId="{286F800F-DD83-4E2D-97F5-A76882748E06}" srcOrd="0" destOrd="0" presId="urn:microsoft.com/office/officeart/2005/8/layout/hierarchy1"/>
    <dgm:cxn modelId="{01C61C1D-7F57-4674-B18B-84F2742B435D}" type="presOf" srcId="{1E213241-95A4-4B41-9424-87623E4848BC}" destId="{9B3F1EE4-A179-46E5-8864-82272F77CE81}" srcOrd="0" destOrd="0" presId="urn:microsoft.com/office/officeart/2005/8/layout/hierarchy1"/>
    <dgm:cxn modelId="{217FE0AD-BF35-4149-AB01-486F2945C7AE}" srcId="{23D9FA74-89AB-48A5-A18F-36D59D31E4FF}" destId="{42BC7D9B-C179-461C-94E7-D134811D7F88}" srcOrd="1" destOrd="0" parTransId="{78A74590-2F36-4322-95B7-1D2410CB7368}" sibTransId="{DA08A8A9-0138-459A-A0CC-58A13934EF1E}"/>
    <dgm:cxn modelId="{6198CF4F-A3E4-48E4-9D27-61D4185BE069}" type="presParOf" srcId="{F2008373-5E59-464E-A66A-D82780CC3270}" destId="{9C4B50A0-EAEA-4ECC-A96B-36C3CFAE1A6B}" srcOrd="0" destOrd="0" presId="urn:microsoft.com/office/officeart/2005/8/layout/hierarchy1"/>
    <dgm:cxn modelId="{259185F3-1707-4C4A-AA01-4EC9591C53F2}" type="presParOf" srcId="{9C4B50A0-EAEA-4ECC-A96B-36C3CFAE1A6B}" destId="{851C4571-6BCB-4651-A1FE-E43E866D3484}" srcOrd="0" destOrd="0" presId="urn:microsoft.com/office/officeart/2005/8/layout/hierarchy1"/>
    <dgm:cxn modelId="{BE407E26-1A1D-41B8-AB4E-461F67863CCC}" type="presParOf" srcId="{851C4571-6BCB-4651-A1FE-E43E866D3484}" destId="{A95A0998-F30F-4187-945F-489065100B43}" srcOrd="0" destOrd="0" presId="urn:microsoft.com/office/officeart/2005/8/layout/hierarchy1"/>
    <dgm:cxn modelId="{8A473D8C-CEDB-499E-8972-6E6CFB509D7A}" type="presParOf" srcId="{851C4571-6BCB-4651-A1FE-E43E866D3484}" destId="{9B3F1EE4-A179-46E5-8864-82272F77CE81}" srcOrd="1" destOrd="0" presId="urn:microsoft.com/office/officeart/2005/8/layout/hierarchy1"/>
    <dgm:cxn modelId="{5F1BA9E2-40AE-44A9-AAEA-AD1800FCC435}" type="presParOf" srcId="{9C4B50A0-EAEA-4ECC-A96B-36C3CFAE1A6B}" destId="{14A494B4-A44D-4123-ACB5-5AB19436D55A}" srcOrd="1" destOrd="0" presId="urn:microsoft.com/office/officeart/2005/8/layout/hierarchy1"/>
    <dgm:cxn modelId="{D6DB96F5-9ED2-4783-B92C-B9AF5052AFF6}" type="presParOf" srcId="{14A494B4-A44D-4123-ACB5-5AB19436D55A}" destId="{C61C1959-025B-454E-A543-2C86CD5E790D}" srcOrd="0" destOrd="0" presId="urn:microsoft.com/office/officeart/2005/8/layout/hierarchy1"/>
    <dgm:cxn modelId="{E82A2B47-14FD-41AF-A0D6-06BC0F68C10C}" type="presParOf" srcId="{14A494B4-A44D-4123-ACB5-5AB19436D55A}" destId="{D8370CC5-A3AE-424B-9E72-79CF2D6B2D56}" srcOrd="1" destOrd="0" presId="urn:microsoft.com/office/officeart/2005/8/layout/hierarchy1"/>
    <dgm:cxn modelId="{2D11D631-302F-499E-9D9C-94CA1046EBD3}" type="presParOf" srcId="{D8370CC5-A3AE-424B-9E72-79CF2D6B2D56}" destId="{80A6A7B5-82B2-41E9-8A0C-F2D533DD1944}" srcOrd="0" destOrd="0" presId="urn:microsoft.com/office/officeart/2005/8/layout/hierarchy1"/>
    <dgm:cxn modelId="{B6E9D7D8-F798-4E39-A69F-19E3BEC8ED1C}" type="presParOf" srcId="{80A6A7B5-82B2-41E9-8A0C-F2D533DD1944}" destId="{B19B8F6D-EA65-4A35-9016-41265336167E}" srcOrd="0" destOrd="0" presId="urn:microsoft.com/office/officeart/2005/8/layout/hierarchy1"/>
    <dgm:cxn modelId="{2F41EA80-6EE3-4064-BAAB-FCC9CC7B2BBD}" type="presParOf" srcId="{80A6A7B5-82B2-41E9-8A0C-F2D533DD1944}" destId="{286F800F-DD83-4E2D-97F5-A76882748E06}" srcOrd="1" destOrd="0" presId="urn:microsoft.com/office/officeart/2005/8/layout/hierarchy1"/>
    <dgm:cxn modelId="{E95EA05F-8B13-4846-83F8-44CE9EE3D19D}" type="presParOf" srcId="{D8370CC5-A3AE-424B-9E72-79CF2D6B2D56}" destId="{40B25876-529D-4623-A8EC-5F653DBBCE09}" srcOrd="1" destOrd="0" presId="urn:microsoft.com/office/officeart/2005/8/layout/hierarchy1"/>
    <dgm:cxn modelId="{F6F91247-C15D-4EFC-9758-F7C402E38A58}" type="presParOf" srcId="{40B25876-529D-4623-A8EC-5F653DBBCE09}" destId="{D7DD830A-E2D4-44C3-948B-18C770D2F3E9}" srcOrd="0" destOrd="0" presId="urn:microsoft.com/office/officeart/2005/8/layout/hierarchy1"/>
    <dgm:cxn modelId="{C8BAA20E-3D4F-4204-8264-26E253B77F6F}" type="presParOf" srcId="{40B25876-529D-4623-A8EC-5F653DBBCE09}" destId="{0F9F227C-0557-462A-B6C4-2954EE358DCF}" srcOrd="1" destOrd="0" presId="urn:microsoft.com/office/officeart/2005/8/layout/hierarchy1"/>
    <dgm:cxn modelId="{196D52C1-4169-4684-A1EF-CE051B38B478}" type="presParOf" srcId="{0F9F227C-0557-462A-B6C4-2954EE358DCF}" destId="{E042DA14-70F3-4B20-A28B-9F0A2840739C}" srcOrd="0" destOrd="0" presId="urn:microsoft.com/office/officeart/2005/8/layout/hierarchy1"/>
    <dgm:cxn modelId="{7D424938-7E1F-4D11-A619-B7E6A8EDE03A}" type="presParOf" srcId="{E042DA14-70F3-4B20-A28B-9F0A2840739C}" destId="{4D3B12EB-2F90-4E9B-961C-356860F83A2A}" srcOrd="0" destOrd="0" presId="urn:microsoft.com/office/officeart/2005/8/layout/hierarchy1"/>
    <dgm:cxn modelId="{D1A0E909-DA57-4DB7-93DC-ABC5300A468A}" type="presParOf" srcId="{E042DA14-70F3-4B20-A28B-9F0A2840739C}" destId="{B767F450-42FF-456C-A6FB-4D13BF4A666B}" srcOrd="1" destOrd="0" presId="urn:microsoft.com/office/officeart/2005/8/layout/hierarchy1"/>
    <dgm:cxn modelId="{2B07B93D-D739-465A-A9B9-932582A0B112}" type="presParOf" srcId="{0F9F227C-0557-462A-B6C4-2954EE358DCF}" destId="{DE5792F3-6BC5-49E7-B4F9-DABE31E4C673}" srcOrd="1" destOrd="0" presId="urn:microsoft.com/office/officeart/2005/8/layout/hierarchy1"/>
    <dgm:cxn modelId="{96245606-3A21-445C-B766-8A8B94FAB826}" type="presParOf" srcId="{14A494B4-A44D-4123-ACB5-5AB19436D55A}" destId="{682BF330-BFD6-468C-9330-7E5F9F9385B2}" srcOrd="2" destOrd="0" presId="urn:microsoft.com/office/officeart/2005/8/layout/hierarchy1"/>
    <dgm:cxn modelId="{8119234E-CFE9-4B6E-BC49-DF849E6D8E24}" type="presParOf" srcId="{14A494B4-A44D-4123-ACB5-5AB19436D55A}" destId="{97851F9F-578E-4FE6-83E6-596103B1312A}" srcOrd="3" destOrd="0" presId="urn:microsoft.com/office/officeart/2005/8/layout/hierarchy1"/>
    <dgm:cxn modelId="{10CD297E-1920-4906-8086-A4C54088AF49}" type="presParOf" srcId="{97851F9F-578E-4FE6-83E6-596103B1312A}" destId="{279AC416-7711-4227-987E-B44AC41C235A}" srcOrd="0" destOrd="0" presId="urn:microsoft.com/office/officeart/2005/8/layout/hierarchy1"/>
    <dgm:cxn modelId="{A09CF17F-D85D-41C0-B5D4-58E9623CB86E}" type="presParOf" srcId="{279AC416-7711-4227-987E-B44AC41C235A}" destId="{0F298392-5C18-48E5-A001-9B966CAB0065}" srcOrd="0" destOrd="0" presId="urn:microsoft.com/office/officeart/2005/8/layout/hierarchy1"/>
    <dgm:cxn modelId="{3D4D899C-FFC7-4C20-A84C-0BBDCB294DB1}" type="presParOf" srcId="{279AC416-7711-4227-987E-B44AC41C235A}" destId="{6965E194-7289-4FE2-BE47-FBCA477CB9FA}" srcOrd="1" destOrd="0" presId="urn:microsoft.com/office/officeart/2005/8/layout/hierarchy1"/>
    <dgm:cxn modelId="{B83F2C4D-25DA-4783-8F72-05DC5DABEA24}" type="presParOf" srcId="{97851F9F-578E-4FE6-83E6-596103B1312A}" destId="{D336AACF-B169-4074-AABC-CBB85BDE560F}" srcOrd="1" destOrd="0" presId="urn:microsoft.com/office/officeart/2005/8/layout/hierarchy1"/>
    <dgm:cxn modelId="{E789BE35-95BE-46A7-BB40-2C41DD1E7BBE}" type="presParOf" srcId="{14A494B4-A44D-4123-ACB5-5AB19436D55A}" destId="{D14A5B7D-0C45-4BA1-9848-DE1621680ABB}" srcOrd="4" destOrd="0" presId="urn:microsoft.com/office/officeart/2005/8/layout/hierarchy1"/>
    <dgm:cxn modelId="{07A81DF6-EE47-407E-BAA6-C26CE82EF8A6}" type="presParOf" srcId="{14A494B4-A44D-4123-ACB5-5AB19436D55A}" destId="{650C4701-BDD8-4691-BDD2-40D8AAD96AC8}" srcOrd="5" destOrd="0" presId="urn:microsoft.com/office/officeart/2005/8/layout/hierarchy1"/>
    <dgm:cxn modelId="{EEF2CBF9-E211-4042-8581-D55F1BB6F55C}" type="presParOf" srcId="{650C4701-BDD8-4691-BDD2-40D8AAD96AC8}" destId="{0E07A719-EA59-4D49-ABE4-1A9513D97AF7}" srcOrd="0" destOrd="0" presId="urn:microsoft.com/office/officeart/2005/8/layout/hierarchy1"/>
    <dgm:cxn modelId="{639513FB-E05F-4AA6-87D3-66B4CA507DF1}" type="presParOf" srcId="{0E07A719-EA59-4D49-ABE4-1A9513D97AF7}" destId="{5CF8193C-D8F1-4507-88F0-B2B545A044F1}" srcOrd="0" destOrd="0" presId="urn:microsoft.com/office/officeart/2005/8/layout/hierarchy1"/>
    <dgm:cxn modelId="{267D2C7A-0647-4320-9250-8CF0390A0F49}" type="presParOf" srcId="{0E07A719-EA59-4D49-ABE4-1A9513D97AF7}" destId="{F150E26F-6AE7-4D21-BB8D-6EF070CEE86D}" srcOrd="1" destOrd="0" presId="urn:microsoft.com/office/officeart/2005/8/layout/hierarchy1"/>
    <dgm:cxn modelId="{2C2D46A2-BF61-4B0A-9A5B-122B3E38324E}" type="presParOf" srcId="{650C4701-BDD8-4691-BDD2-40D8AAD96AC8}" destId="{F9C7B9BF-629E-44C3-9D0D-578D4264455B}" srcOrd="1" destOrd="0" presId="urn:microsoft.com/office/officeart/2005/8/layout/hierarchy1"/>
    <dgm:cxn modelId="{EF709899-2EEE-40AC-A149-816FE3A335DF}" type="presParOf" srcId="{14A494B4-A44D-4123-ACB5-5AB19436D55A}" destId="{EC8D1373-5565-4A29-9988-8B5218027556}" srcOrd="6" destOrd="0" presId="urn:microsoft.com/office/officeart/2005/8/layout/hierarchy1"/>
    <dgm:cxn modelId="{F519557D-0F93-4D42-B006-927CBE0FC121}" type="presParOf" srcId="{14A494B4-A44D-4123-ACB5-5AB19436D55A}" destId="{3560E77C-2315-4E23-A783-063F290EBE3C}" srcOrd="7" destOrd="0" presId="urn:microsoft.com/office/officeart/2005/8/layout/hierarchy1"/>
    <dgm:cxn modelId="{8A489746-366F-47C3-B838-BE753D289592}" type="presParOf" srcId="{3560E77C-2315-4E23-A783-063F290EBE3C}" destId="{C70E91A6-9155-4FFC-B046-8CCC5C027AA4}" srcOrd="0" destOrd="0" presId="urn:microsoft.com/office/officeart/2005/8/layout/hierarchy1"/>
    <dgm:cxn modelId="{CE10556E-BD85-40B8-B465-F5EC9DF789BC}" type="presParOf" srcId="{C70E91A6-9155-4FFC-B046-8CCC5C027AA4}" destId="{92FC5857-A648-47D5-8ACB-06F24032E3DF}" srcOrd="0" destOrd="0" presId="urn:microsoft.com/office/officeart/2005/8/layout/hierarchy1"/>
    <dgm:cxn modelId="{5C7C7347-C6C0-480D-8195-C3DA0FC014B8}" type="presParOf" srcId="{C70E91A6-9155-4FFC-B046-8CCC5C027AA4}" destId="{26C419EE-26F2-4207-A451-148DDE3BB2E7}" srcOrd="1" destOrd="0" presId="urn:microsoft.com/office/officeart/2005/8/layout/hierarchy1"/>
    <dgm:cxn modelId="{91BB066C-136D-4EF2-A897-5BFD6C8CC4F0}" type="presParOf" srcId="{3560E77C-2315-4E23-A783-063F290EBE3C}" destId="{5643C935-7612-4EEB-B952-DEF79231F896}" srcOrd="1" destOrd="0" presId="urn:microsoft.com/office/officeart/2005/8/layout/hierarchy1"/>
    <dgm:cxn modelId="{05C6CE49-E5C8-4E68-BA49-D3DD6AE1D0A4}" type="presParOf" srcId="{14A494B4-A44D-4123-ACB5-5AB19436D55A}" destId="{1C513B43-CF61-480C-961F-00BFDDE1F587}" srcOrd="8" destOrd="0" presId="urn:microsoft.com/office/officeart/2005/8/layout/hierarchy1"/>
    <dgm:cxn modelId="{4CB29B6E-4A1E-4BB7-ACB5-D91EE7CF4C7A}" type="presParOf" srcId="{14A494B4-A44D-4123-ACB5-5AB19436D55A}" destId="{A7A77419-EF32-4750-B66B-637681741E01}" srcOrd="9" destOrd="0" presId="urn:microsoft.com/office/officeart/2005/8/layout/hierarchy1"/>
    <dgm:cxn modelId="{8614AEA8-EB18-415D-82BD-58A4ECAFD027}" type="presParOf" srcId="{A7A77419-EF32-4750-B66B-637681741E01}" destId="{F1BF2292-B107-4FF7-9819-E4DE539D9402}" srcOrd="0" destOrd="0" presId="urn:microsoft.com/office/officeart/2005/8/layout/hierarchy1"/>
    <dgm:cxn modelId="{BB428FFF-9FAE-4CDE-84F6-D51FC32329ED}" type="presParOf" srcId="{F1BF2292-B107-4FF7-9819-E4DE539D9402}" destId="{58687D20-AED7-42DB-80E6-200B2582364E}" srcOrd="0" destOrd="0" presId="urn:microsoft.com/office/officeart/2005/8/layout/hierarchy1"/>
    <dgm:cxn modelId="{444A4939-F8DA-42F5-BEF7-25D7ED17151E}" type="presParOf" srcId="{F1BF2292-B107-4FF7-9819-E4DE539D9402}" destId="{76A5090B-CB7E-416F-A860-0C400A7082A3}" srcOrd="1" destOrd="0" presId="urn:microsoft.com/office/officeart/2005/8/layout/hierarchy1"/>
    <dgm:cxn modelId="{BC7E76D4-9043-4EC1-A061-B12EA84FDDCF}" type="presParOf" srcId="{A7A77419-EF32-4750-B66B-637681741E01}" destId="{92F41693-3803-43EA-AE42-4879A8550ABD}" srcOrd="1" destOrd="0" presId="urn:microsoft.com/office/officeart/2005/8/layout/hierarchy1"/>
    <dgm:cxn modelId="{DC9B1C23-3760-4AF6-ABBE-5700B5507341}" type="presParOf" srcId="{92F41693-3803-43EA-AE42-4879A8550ABD}" destId="{BF636F5D-78E0-460F-AC8C-2A66B8027CD7}" srcOrd="0" destOrd="0" presId="urn:microsoft.com/office/officeart/2005/8/layout/hierarchy1"/>
    <dgm:cxn modelId="{3E38AD47-A089-4BBE-B051-F909270CB374}" type="presParOf" srcId="{92F41693-3803-43EA-AE42-4879A8550ABD}" destId="{9A5772AA-D349-43C0-B764-3384652ECCB7}" srcOrd="1" destOrd="0" presId="urn:microsoft.com/office/officeart/2005/8/layout/hierarchy1"/>
    <dgm:cxn modelId="{E581558D-F659-45E3-A97E-A3660323F384}" type="presParOf" srcId="{9A5772AA-D349-43C0-B764-3384652ECCB7}" destId="{65572A4F-7BBF-4EFD-B14A-B7F1639FD2F1}" srcOrd="0" destOrd="0" presId="urn:microsoft.com/office/officeart/2005/8/layout/hierarchy1"/>
    <dgm:cxn modelId="{86B43994-BD4F-44FC-8EC2-64F46C01AA60}" type="presParOf" srcId="{65572A4F-7BBF-4EFD-B14A-B7F1639FD2F1}" destId="{B17AA2C2-D480-494F-87FD-142284B19E20}" srcOrd="0" destOrd="0" presId="urn:microsoft.com/office/officeart/2005/8/layout/hierarchy1"/>
    <dgm:cxn modelId="{5DB4E57B-9CE0-4578-842D-7139BCFEBFB8}" type="presParOf" srcId="{65572A4F-7BBF-4EFD-B14A-B7F1639FD2F1}" destId="{DB91ED07-2A1D-41DD-AF2A-ABABC6205890}" srcOrd="1" destOrd="0" presId="urn:microsoft.com/office/officeart/2005/8/layout/hierarchy1"/>
    <dgm:cxn modelId="{A9EDDE44-A916-4864-B42D-A5666C18D3F9}" type="presParOf" srcId="{9A5772AA-D349-43C0-B764-3384652ECCB7}" destId="{42D4DE9B-9460-480C-B01B-2BB062C08764}" srcOrd="1" destOrd="0" presId="urn:microsoft.com/office/officeart/2005/8/layout/hierarchy1"/>
    <dgm:cxn modelId="{8638AEF8-3712-4D8D-B51E-92653B37C666}" type="presParOf" srcId="{F2008373-5E59-464E-A66A-D82780CC3270}" destId="{2503A545-E477-403E-9DFE-8A87C0B14A13}" srcOrd="1" destOrd="0" presId="urn:microsoft.com/office/officeart/2005/8/layout/hierarchy1"/>
    <dgm:cxn modelId="{4F8E9853-B32D-48E6-9311-5AD752CE8610}" type="presParOf" srcId="{2503A545-E477-403E-9DFE-8A87C0B14A13}" destId="{01B7FEED-9FFE-4E8D-B155-016DC9192B10}" srcOrd="0" destOrd="0" presId="urn:microsoft.com/office/officeart/2005/8/layout/hierarchy1"/>
    <dgm:cxn modelId="{9114B3C2-7421-4A51-B5F7-A93389B6A3F0}" type="presParOf" srcId="{01B7FEED-9FFE-4E8D-B155-016DC9192B10}" destId="{8D883144-EEDD-4613-AC7F-43B4E071AB7F}" srcOrd="0" destOrd="0" presId="urn:microsoft.com/office/officeart/2005/8/layout/hierarchy1"/>
    <dgm:cxn modelId="{6AE386B7-E847-42C2-B2E7-3586AC006898}" type="presParOf" srcId="{01B7FEED-9FFE-4E8D-B155-016DC9192B10}" destId="{35006AB1-722F-4A2E-B1AB-EEEC08D5D62E}" srcOrd="1" destOrd="0" presId="urn:microsoft.com/office/officeart/2005/8/layout/hierarchy1"/>
    <dgm:cxn modelId="{3C541613-310E-4156-B191-15EE4941544A}" type="presParOf" srcId="{2503A545-E477-403E-9DFE-8A87C0B14A13}" destId="{872B6D53-1874-466A-8922-9DB170CBF88D}" srcOrd="1" destOrd="0" presId="urn:microsoft.com/office/officeart/2005/8/layout/hierarchy1"/>
    <dgm:cxn modelId="{21FA0114-BA74-4ABC-B78F-F38CC4630ACD}" type="presParOf" srcId="{F2008373-5E59-464E-A66A-D82780CC3270}" destId="{FF7B2DF0-0572-43C3-AE60-1E33CD5F1EAC}" srcOrd="2" destOrd="0" presId="urn:microsoft.com/office/officeart/2005/8/layout/hierarchy1"/>
    <dgm:cxn modelId="{340A1FBD-415D-4E8F-93A5-057AC14E6F2D}" type="presParOf" srcId="{FF7B2DF0-0572-43C3-AE60-1E33CD5F1EAC}" destId="{20F43E54-D027-4FE5-AE18-1EEDD8EFE89C}" srcOrd="0" destOrd="0" presId="urn:microsoft.com/office/officeart/2005/8/layout/hierarchy1"/>
    <dgm:cxn modelId="{D2E06A0C-33E6-438D-A6ED-A35797EC7F71}" type="presParOf" srcId="{20F43E54-D027-4FE5-AE18-1EEDD8EFE89C}" destId="{3E66E807-1754-4E96-A59C-6BCCE3D77A20}" srcOrd="0" destOrd="0" presId="urn:microsoft.com/office/officeart/2005/8/layout/hierarchy1"/>
    <dgm:cxn modelId="{07CEC79F-6689-4E89-9689-C9FD092191D4}" type="presParOf" srcId="{20F43E54-D027-4FE5-AE18-1EEDD8EFE89C}" destId="{B9F2DB43-14C5-47FA-9091-4B2DE1304500}" srcOrd="1" destOrd="0" presId="urn:microsoft.com/office/officeart/2005/8/layout/hierarchy1"/>
    <dgm:cxn modelId="{F2389E75-89C3-4FA2-8570-0EECBBA884B3}" type="presParOf" srcId="{FF7B2DF0-0572-43C3-AE60-1E33CD5F1EAC}" destId="{0CC0E2E7-B7A2-4C57-AFB1-52245BC27518}" srcOrd="1" destOrd="0" presId="urn:microsoft.com/office/officeart/2005/8/layout/hierarchy1"/>
    <dgm:cxn modelId="{E16E5C79-2457-46D3-8064-D68303B9E2CC}" type="presParOf" srcId="{F2008373-5E59-464E-A66A-D82780CC3270}" destId="{83BDA66E-F41D-4C7A-A8F0-EB99D817C69E}" srcOrd="3" destOrd="0" presId="urn:microsoft.com/office/officeart/2005/8/layout/hierarchy1"/>
    <dgm:cxn modelId="{73D0496C-2DA2-4281-B7D4-3A92B92D2CCD}" type="presParOf" srcId="{83BDA66E-F41D-4C7A-A8F0-EB99D817C69E}" destId="{1DDB263D-EC16-4B18-96C3-CA0DB4F5DDD2}" srcOrd="0" destOrd="0" presId="urn:microsoft.com/office/officeart/2005/8/layout/hierarchy1"/>
    <dgm:cxn modelId="{24014B5B-E3B1-488E-8668-AFD9A4B87FC5}" type="presParOf" srcId="{1DDB263D-EC16-4B18-96C3-CA0DB4F5DDD2}" destId="{26DA3791-21CF-40E2-90E6-EED9BC09F86D}" srcOrd="0" destOrd="0" presId="urn:microsoft.com/office/officeart/2005/8/layout/hierarchy1"/>
    <dgm:cxn modelId="{6FE772D6-C312-49E8-A391-CBF7BDC2E63C}" type="presParOf" srcId="{1DDB263D-EC16-4B18-96C3-CA0DB4F5DDD2}" destId="{FEBDB1D3-7E89-4E58-B511-EE39F719E44C}" srcOrd="1" destOrd="0" presId="urn:microsoft.com/office/officeart/2005/8/layout/hierarchy1"/>
    <dgm:cxn modelId="{EDFD531F-8AAB-4CC9-8533-6E4224C71952}" type="presParOf" srcId="{83BDA66E-F41D-4C7A-A8F0-EB99D817C69E}" destId="{9C745322-F34D-4DF9-95F1-EB9B6F28DCAB}" srcOrd="1" destOrd="0" presId="urn:microsoft.com/office/officeart/2005/8/layout/hierarchy1"/>
    <dgm:cxn modelId="{239882EF-2191-43DE-A53D-B69E23B346E4}" type="presParOf" srcId="{F2008373-5E59-464E-A66A-D82780CC3270}" destId="{825AC1B1-7665-4F30-9A30-878D3A878C81}" srcOrd="4" destOrd="0" presId="urn:microsoft.com/office/officeart/2005/8/layout/hierarchy1"/>
    <dgm:cxn modelId="{2757F886-8B43-4E1F-96E4-447FA8E45587}" type="presParOf" srcId="{825AC1B1-7665-4F30-9A30-878D3A878C81}" destId="{715DF50B-B518-42E3-8673-7E94F3F047D1}" srcOrd="0" destOrd="0" presId="urn:microsoft.com/office/officeart/2005/8/layout/hierarchy1"/>
    <dgm:cxn modelId="{D577B5A8-BC28-433C-9D8F-95E862086209}" type="presParOf" srcId="{715DF50B-B518-42E3-8673-7E94F3F047D1}" destId="{A7A796E5-66D4-4031-8C9F-6BE40AF197A4}" srcOrd="0" destOrd="0" presId="urn:microsoft.com/office/officeart/2005/8/layout/hierarchy1"/>
    <dgm:cxn modelId="{C22BCC91-1D86-4D37-BBCE-D926631381FE}" type="presParOf" srcId="{715DF50B-B518-42E3-8673-7E94F3F047D1}" destId="{996A9C0B-5D04-402E-A516-05AC0E22932E}" srcOrd="1" destOrd="0" presId="urn:microsoft.com/office/officeart/2005/8/layout/hierarchy1"/>
    <dgm:cxn modelId="{009306F5-159F-4DC7-9AD6-8ED1C83FC47A}" type="presParOf" srcId="{825AC1B1-7665-4F30-9A30-878D3A878C81}" destId="{3FDA4DAB-4AA3-4A9B-9E20-1346167668A1}" srcOrd="1" destOrd="0" presId="urn:microsoft.com/office/officeart/2005/8/layout/hierarchy1"/>
    <dgm:cxn modelId="{502333EC-8C3E-4B86-AC9B-287F3F4767B4}" type="presParOf" srcId="{F2008373-5E59-464E-A66A-D82780CC3270}" destId="{09AA3CF7-6C32-4AED-AA9D-83FDC3EBE194}" srcOrd="5" destOrd="0" presId="urn:microsoft.com/office/officeart/2005/8/layout/hierarchy1"/>
    <dgm:cxn modelId="{6D661587-F607-499D-A189-55AA5CC22762}" type="presParOf" srcId="{09AA3CF7-6C32-4AED-AA9D-83FDC3EBE194}" destId="{AF7CC7FD-4B61-426C-88DE-9FDB3176B6B7}" srcOrd="0" destOrd="0" presId="urn:microsoft.com/office/officeart/2005/8/layout/hierarchy1"/>
    <dgm:cxn modelId="{03D3052A-0E88-41DF-BDAF-23E784A3BEEC}" type="presParOf" srcId="{AF7CC7FD-4B61-426C-88DE-9FDB3176B6B7}" destId="{4F7C9840-4321-4F1A-A0E7-215A9633D69A}" srcOrd="0" destOrd="0" presId="urn:microsoft.com/office/officeart/2005/8/layout/hierarchy1"/>
    <dgm:cxn modelId="{F6053A5C-5D1A-4C04-A63E-F72C315981E0}" type="presParOf" srcId="{AF7CC7FD-4B61-426C-88DE-9FDB3176B6B7}" destId="{94B8A98A-09A5-4546-A73D-000F4CDFB379}" srcOrd="1" destOrd="0" presId="urn:microsoft.com/office/officeart/2005/8/layout/hierarchy1"/>
    <dgm:cxn modelId="{90C63297-A30E-4F84-935F-0F252FAB54BB}" type="presParOf" srcId="{09AA3CF7-6C32-4AED-AA9D-83FDC3EBE194}" destId="{10E753BB-EC6C-4BC8-9771-DABCDFFBD7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DCE7115-3491-49D2-88DF-7CB3DAA96ABF}" type="doc">
      <dgm:prSet loTypeId="urn:microsoft.com/office/officeart/2005/8/layout/cycle6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0F0C763-F5CE-4111-89E8-16FEE3833388}">
      <dgm:prSet/>
      <dgm:spPr/>
      <dgm:t>
        <a:bodyPr/>
        <a:lstStyle/>
        <a:p>
          <a:pPr rtl="0"/>
          <a:r>
            <a:rPr lang="es-ES" dirty="0" smtClean="0"/>
            <a:t>ESTABILIDAD DEL PERSONAL</a:t>
          </a:r>
          <a:endParaRPr lang="es-ES" dirty="0"/>
        </a:p>
      </dgm:t>
    </dgm:pt>
    <dgm:pt modelId="{2B7738D6-21CC-4438-8FBE-F9745E1FFFE5}" type="parTrans" cxnId="{D290701A-4EBD-40B7-82B0-C83D2BD5F48D}">
      <dgm:prSet/>
      <dgm:spPr/>
      <dgm:t>
        <a:bodyPr/>
        <a:lstStyle/>
        <a:p>
          <a:endParaRPr lang="es-ES"/>
        </a:p>
      </dgm:t>
    </dgm:pt>
    <dgm:pt modelId="{87693264-33DB-4B5B-A6A0-BD31C3D643A6}" type="sibTrans" cxnId="{D290701A-4EBD-40B7-82B0-C83D2BD5F48D}">
      <dgm:prSet/>
      <dgm:spPr/>
      <dgm:t>
        <a:bodyPr/>
        <a:lstStyle/>
        <a:p>
          <a:endParaRPr lang="es-ES"/>
        </a:p>
      </dgm:t>
    </dgm:pt>
    <dgm:pt modelId="{65FBFD4E-3190-4A2E-9B11-1C7BE56E9465}">
      <dgm:prSet/>
      <dgm:spPr/>
      <dgm:t>
        <a:bodyPr/>
        <a:lstStyle/>
        <a:p>
          <a:pPr rtl="0"/>
          <a:r>
            <a:rPr lang="es-ES" dirty="0" smtClean="0"/>
            <a:t>INICIATIVA DEL PERSONAL</a:t>
          </a:r>
          <a:endParaRPr lang="es-ES" dirty="0"/>
        </a:p>
      </dgm:t>
    </dgm:pt>
    <dgm:pt modelId="{D241E6CA-9CDF-45B0-AAC6-90F2268CF7BF}" type="parTrans" cxnId="{638CD016-5F19-4470-9BDF-BCFA8109131D}">
      <dgm:prSet/>
      <dgm:spPr/>
      <dgm:t>
        <a:bodyPr/>
        <a:lstStyle/>
        <a:p>
          <a:endParaRPr lang="es-ES"/>
        </a:p>
      </dgm:t>
    </dgm:pt>
    <dgm:pt modelId="{160A9806-771D-4F74-902B-DF705ED83C44}" type="sibTrans" cxnId="{638CD016-5F19-4470-9BDF-BCFA8109131D}">
      <dgm:prSet/>
      <dgm:spPr/>
      <dgm:t>
        <a:bodyPr/>
        <a:lstStyle/>
        <a:p>
          <a:endParaRPr lang="es-ES"/>
        </a:p>
      </dgm:t>
    </dgm:pt>
    <dgm:pt modelId="{BA1317DA-BF61-4E9C-8C3E-FD769150DF3C}">
      <dgm:prSet/>
      <dgm:spPr/>
      <dgm:t>
        <a:bodyPr/>
        <a:lstStyle/>
        <a:p>
          <a:pPr rtl="0"/>
          <a:r>
            <a:rPr lang="es-ES" dirty="0" smtClean="0"/>
            <a:t>UNION DEL PERSONAL</a:t>
          </a:r>
          <a:endParaRPr lang="es-ES" dirty="0"/>
        </a:p>
      </dgm:t>
    </dgm:pt>
    <dgm:pt modelId="{74C32306-28B6-4902-9D4D-7CA755EA513F}" type="parTrans" cxnId="{B6CA94A4-83A5-438A-859A-A4FB8A39248A}">
      <dgm:prSet/>
      <dgm:spPr/>
      <dgm:t>
        <a:bodyPr/>
        <a:lstStyle/>
        <a:p>
          <a:endParaRPr lang="es-ES"/>
        </a:p>
      </dgm:t>
    </dgm:pt>
    <dgm:pt modelId="{2E730EFD-B1CE-4E21-926F-9D33DE77DC16}" type="sibTrans" cxnId="{B6CA94A4-83A5-438A-859A-A4FB8A39248A}">
      <dgm:prSet/>
      <dgm:spPr/>
      <dgm:t>
        <a:bodyPr/>
        <a:lstStyle/>
        <a:p>
          <a:endParaRPr lang="es-ES"/>
        </a:p>
      </dgm:t>
    </dgm:pt>
    <dgm:pt modelId="{D20687AB-5B76-4EF8-997E-5DB47A800FAB}">
      <dgm:prSet custT="1"/>
      <dgm:spPr/>
      <dgm:t>
        <a:bodyPr/>
        <a:lstStyle/>
        <a:p>
          <a:pPr rtl="0"/>
          <a:r>
            <a:rPr lang="es-ES" sz="1400" smtClean="0"/>
            <a:t>SUBORDINACION </a:t>
          </a:r>
          <a:r>
            <a:rPr lang="es-ES" sz="1400" dirty="0" smtClean="0"/>
            <a:t>DE LOS INTERESES PARTICULARES A LOS GENERALES</a:t>
          </a:r>
          <a:endParaRPr lang="es-ES" sz="1400" dirty="0"/>
        </a:p>
      </dgm:t>
    </dgm:pt>
    <dgm:pt modelId="{D6346F32-F185-40CD-9709-CADFB1FD0B69}" type="parTrans" cxnId="{1CCD2A1C-A7D5-4966-A2E8-B11E79B5C566}">
      <dgm:prSet/>
      <dgm:spPr/>
      <dgm:t>
        <a:bodyPr/>
        <a:lstStyle/>
        <a:p>
          <a:endParaRPr lang="es-ES"/>
        </a:p>
      </dgm:t>
    </dgm:pt>
    <dgm:pt modelId="{9C058D54-96FE-4509-BD3F-534FDC7B00E5}" type="sibTrans" cxnId="{1CCD2A1C-A7D5-4966-A2E8-B11E79B5C566}">
      <dgm:prSet/>
      <dgm:spPr/>
      <dgm:t>
        <a:bodyPr/>
        <a:lstStyle/>
        <a:p>
          <a:endParaRPr lang="es-ES"/>
        </a:p>
      </dgm:t>
    </dgm:pt>
    <dgm:pt modelId="{68D1B715-9854-4326-8BFB-58D767DC2A76}">
      <dgm:prSet/>
      <dgm:spPr/>
      <dgm:t>
        <a:bodyPr/>
        <a:lstStyle/>
        <a:p>
          <a:pPr rtl="0"/>
          <a:r>
            <a:rPr lang="es-ES" dirty="0" smtClean="0"/>
            <a:t>EQUIDAD</a:t>
          </a:r>
          <a:endParaRPr lang="es-ES" dirty="0"/>
        </a:p>
      </dgm:t>
    </dgm:pt>
    <dgm:pt modelId="{2B4A6B83-122D-42C4-9551-86E067FACA59}" type="parTrans" cxnId="{7443731B-5A85-46EF-AD81-F1BFCC376252}">
      <dgm:prSet/>
      <dgm:spPr/>
      <dgm:t>
        <a:bodyPr/>
        <a:lstStyle/>
        <a:p>
          <a:endParaRPr lang="es-ES"/>
        </a:p>
      </dgm:t>
    </dgm:pt>
    <dgm:pt modelId="{4217F319-EA78-425F-9B1E-54D25761685D}" type="sibTrans" cxnId="{7443731B-5A85-46EF-AD81-F1BFCC376252}">
      <dgm:prSet/>
      <dgm:spPr/>
      <dgm:t>
        <a:bodyPr/>
        <a:lstStyle/>
        <a:p>
          <a:endParaRPr lang="es-ES"/>
        </a:p>
      </dgm:t>
    </dgm:pt>
    <dgm:pt modelId="{EF455E89-5371-4A15-8116-1E1B21451318}" type="pres">
      <dgm:prSet presAssocID="{3DCE7115-3491-49D2-88DF-7CB3DAA96ABF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70C5D1F7-1448-42E0-B8E8-B0742A80997A}" type="pres">
      <dgm:prSet presAssocID="{D20687AB-5B76-4EF8-997E-5DB47A800FAB}" presName="node" presStyleLbl="node1" presStyleIdx="0" presStyleCnt="5" custScaleX="12128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C7C922A-2056-4E71-8282-7197ECADC5A9}" type="pres">
      <dgm:prSet presAssocID="{D20687AB-5B76-4EF8-997E-5DB47A800FAB}" presName="spNode" presStyleCnt="0"/>
      <dgm:spPr/>
    </dgm:pt>
    <dgm:pt modelId="{5A55A38B-E0E3-408F-A9AA-599D2BBFE6BD}" type="pres">
      <dgm:prSet presAssocID="{9C058D54-96FE-4509-BD3F-534FDC7B00E5}" presName="sibTrans" presStyleLbl="sibTrans1D1" presStyleIdx="0" presStyleCnt="5"/>
      <dgm:spPr/>
      <dgm:t>
        <a:bodyPr/>
        <a:lstStyle/>
        <a:p>
          <a:endParaRPr lang="es-ES"/>
        </a:p>
      </dgm:t>
    </dgm:pt>
    <dgm:pt modelId="{A96A32FF-5CAD-4B9C-8CAD-683211452AC7}" type="pres">
      <dgm:prSet presAssocID="{68D1B715-9854-4326-8BFB-58D767DC2A7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E4DD35A-4DBB-4B7E-BCB3-48BA09BB462A}" type="pres">
      <dgm:prSet presAssocID="{68D1B715-9854-4326-8BFB-58D767DC2A76}" presName="spNode" presStyleCnt="0"/>
      <dgm:spPr/>
    </dgm:pt>
    <dgm:pt modelId="{445E2219-FF8F-4DD7-90F8-419186D7209F}" type="pres">
      <dgm:prSet presAssocID="{4217F319-EA78-425F-9B1E-54D25761685D}" presName="sibTrans" presStyleLbl="sibTrans1D1" presStyleIdx="1" presStyleCnt="5"/>
      <dgm:spPr/>
      <dgm:t>
        <a:bodyPr/>
        <a:lstStyle/>
        <a:p>
          <a:endParaRPr lang="es-ES"/>
        </a:p>
      </dgm:t>
    </dgm:pt>
    <dgm:pt modelId="{FCEFFF85-CF6D-4AA1-9713-A2A2076AD658}" type="pres">
      <dgm:prSet presAssocID="{30F0C763-F5CE-4111-89E8-16FEE383338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DFF7F3C-4D3A-4F4F-9D2D-22E35F2415C7}" type="pres">
      <dgm:prSet presAssocID="{30F0C763-F5CE-4111-89E8-16FEE3833388}" presName="spNode" presStyleCnt="0"/>
      <dgm:spPr/>
    </dgm:pt>
    <dgm:pt modelId="{917E129D-7217-48D9-A74E-CB4DEF656430}" type="pres">
      <dgm:prSet presAssocID="{87693264-33DB-4B5B-A6A0-BD31C3D643A6}" presName="sibTrans" presStyleLbl="sibTrans1D1" presStyleIdx="2" presStyleCnt="5"/>
      <dgm:spPr/>
      <dgm:t>
        <a:bodyPr/>
        <a:lstStyle/>
        <a:p>
          <a:endParaRPr lang="es-ES"/>
        </a:p>
      </dgm:t>
    </dgm:pt>
    <dgm:pt modelId="{BB44390A-728F-4F07-8DFC-F2DD539BA339}" type="pres">
      <dgm:prSet presAssocID="{65FBFD4E-3190-4A2E-9B11-1C7BE56E9465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E034C35-BEBC-4C7A-8E86-ED07F031DD6F}" type="pres">
      <dgm:prSet presAssocID="{65FBFD4E-3190-4A2E-9B11-1C7BE56E9465}" presName="spNode" presStyleCnt="0"/>
      <dgm:spPr/>
    </dgm:pt>
    <dgm:pt modelId="{1EAE91AC-3770-4A7B-8A2C-A7BFA01DBFB4}" type="pres">
      <dgm:prSet presAssocID="{160A9806-771D-4F74-902B-DF705ED83C44}" presName="sibTrans" presStyleLbl="sibTrans1D1" presStyleIdx="3" presStyleCnt="5"/>
      <dgm:spPr/>
      <dgm:t>
        <a:bodyPr/>
        <a:lstStyle/>
        <a:p>
          <a:endParaRPr lang="es-ES"/>
        </a:p>
      </dgm:t>
    </dgm:pt>
    <dgm:pt modelId="{2F0C6A1C-9522-4A95-BF41-4C56965F1970}" type="pres">
      <dgm:prSet presAssocID="{BA1317DA-BF61-4E9C-8C3E-FD769150DF3C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B0651EF-266D-4CFB-B40E-7F66F158FF8D}" type="pres">
      <dgm:prSet presAssocID="{BA1317DA-BF61-4E9C-8C3E-FD769150DF3C}" presName="spNode" presStyleCnt="0"/>
      <dgm:spPr/>
    </dgm:pt>
    <dgm:pt modelId="{1D52B324-58D1-467D-84BE-5CA719435313}" type="pres">
      <dgm:prSet presAssocID="{2E730EFD-B1CE-4E21-926F-9D33DE77DC16}" presName="sibTrans" presStyleLbl="sibTrans1D1" presStyleIdx="4" presStyleCnt="5"/>
      <dgm:spPr/>
      <dgm:t>
        <a:bodyPr/>
        <a:lstStyle/>
        <a:p>
          <a:endParaRPr lang="es-ES"/>
        </a:p>
      </dgm:t>
    </dgm:pt>
  </dgm:ptLst>
  <dgm:cxnLst>
    <dgm:cxn modelId="{8D19AD24-A7BD-459E-8210-C4A306A45FE4}" type="presOf" srcId="{160A9806-771D-4F74-902B-DF705ED83C44}" destId="{1EAE91AC-3770-4A7B-8A2C-A7BFA01DBFB4}" srcOrd="0" destOrd="0" presId="urn:microsoft.com/office/officeart/2005/8/layout/cycle6"/>
    <dgm:cxn modelId="{D290701A-4EBD-40B7-82B0-C83D2BD5F48D}" srcId="{3DCE7115-3491-49D2-88DF-7CB3DAA96ABF}" destId="{30F0C763-F5CE-4111-89E8-16FEE3833388}" srcOrd="2" destOrd="0" parTransId="{2B7738D6-21CC-4438-8FBE-F9745E1FFFE5}" sibTransId="{87693264-33DB-4B5B-A6A0-BD31C3D643A6}"/>
    <dgm:cxn modelId="{CF0063D7-3A43-4165-BDFB-8412A8357F5C}" type="presOf" srcId="{BA1317DA-BF61-4E9C-8C3E-FD769150DF3C}" destId="{2F0C6A1C-9522-4A95-BF41-4C56965F1970}" srcOrd="0" destOrd="0" presId="urn:microsoft.com/office/officeart/2005/8/layout/cycle6"/>
    <dgm:cxn modelId="{5CEF659D-F3A3-4984-A223-58E8143E5F09}" type="presOf" srcId="{68D1B715-9854-4326-8BFB-58D767DC2A76}" destId="{A96A32FF-5CAD-4B9C-8CAD-683211452AC7}" srcOrd="0" destOrd="0" presId="urn:microsoft.com/office/officeart/2005/8/layout/cycle6"/>
    <dgm:cxn modelId="{E8B1B2BF-6402-4F4C-8075-92F595241832}" type="presOf" srcId="{65FBFD4E-3190-4A2E-9B11-1C7BE56E9465}" destId="{BB44390A-728F-4F07-8DFC-F2DD539BA339}" srcOrd="0" destOrd="0" presId="urn:microsoft.com/office/officeart/2005/8/layout/cycle6"/>
    <dgm:cxn modelId="{638CD016-5F19-4470-9BDF-BCFA8109131D}" srcId="{3DCE7115-3491-49D2-88DF-7CB3DAA96ABF}" destId="{65FBFD4E-3190-4A2E-9B11-1C7BE56E9465}" srcOrd="3" destOrd="0" parTransId="{D241E6CA-9CDF-45B0-AAC6-90F2268CF7BF}" sibTransId="{160A9806-771D-4F74-902B-DF705ED83C44}"/>
    <dgm:cxn modelId="{7443731B-5A85-46EF-AD81-F1BFCC376252}" srcId="{3DCE7115-3491-49D2-88DF-7CB3DAA96ABF}" destId="{68D1B715-9854-4326-8BFB-58D767DC2A76}" srcOrd="1" destOrd="0" parTransId="{2B4A6B83-122D-42C4-9551-86E067FACA59}" sibTransId="{4217F319-EA78-425F-9B1E-54D25761685D}"/>
    <dgm:cxn modelId="{15F03926-604A-437B-99F6-F6BB6998FDC2}" type="presOf" srcId="{4217F319-EA78-425F-9B1E-54D25761685D}" destId="{445E2219-FF8F-4DD7-90F8-419186D7209F}" srcOrd="0" destOrd="0" presId="urn:microsoft.com/office/officeart/2005/8/layout/cycle6"/>
    <dgm:cxn modelId="{84A9A5BA-30F2-40A5-9EA7-998EC78F1A89}" type="presOf" srcId="{2E730EFD-B1CE-4E21-926F-9D33DE77DC16}" destId="{1D52B324-58D1-467D-84BE-5CA719435313}" srcOrd="0" destOrd="0" presId="urn:microsoft.com/office/officeart/2005/8/layout/cycle6"/>
    <dgm:cxn modelId="{B71EE6F5-D2DF-4268-BD5A-BB60C02ECEEA}" type="presOf" srcId="{9C058D54-96FE-4509-BD3F-534FDC7B00E5}" destId="{5A55A38B-E0E3-408F-A9AA-599D2BBFE6BD}" srcOrd="0" destOrd="0" presId="urn:microsoft.com/office/officeart/2005/8/layout/cycle6"/>
    <dgm:cxn modelId="{1282C234-A168-4A1E-BE90-BF03746A0B3C}" type="presOf" srcId="{3DCE7115-3491-49D2-88DF-7CB3DAA96ABF}" destId="{EF455E89-5371-4A15-8116-1E1B21451318}" srcOrd="0" destOrd="0" presId="urn:microsoft.com/office/officeart/2005/8/layout/cycle6"/>
    <dgm:cxn modelId="{28AA7363-796D-4642-8B33-3258F78F32ED}" type="presOf" srcId="{D20687AB-5B76-4EF8-997E-5DB47A800FAB}" destId="{70C5D1F7-1448-42E0-B8E8-B0742A80997A}" srcOrd="0" destOrd="0" presId="urn:microsoft.com/office/officeart/2005/8/layout/cycle6"/>
    <dgm:cxn modelId="{B6CA94A4-83A5-438A-859A-A4FB8A39248A}" srcId="{3DCE7115-3491-49D2-88DF-7CB3DAA96ABF}" destId="{BA1317DA-BF61-4E9C-8C3E-FD769150DF3C}" srcOrd="4" destOrd="0" parTransId="{74C32306-28B6-4902-9D4D-7CA755EA513F}" sibTransId="{2E730EFD-B1CE-4E21-926F-9D33DE77DC16}"/>
    <dgm:cxn modelId="{1CCD2A1C-A7D5-4966-A2E8-B11E79B5C566}" srcId="{3DCE7115-3491-49D2-88DF-7CB3DAA96ABF}" destId="{D20687AB-5B76-4EF8-997E-5DB47A800FAB}" srcOrd="0" destOrd="0" parTransId="{D6346F32-F185-40CD-9709-CADFB1FD0B69}" sibTransId="{9C058D54-96FE-4509-BD3F-534FDC7B00E5}"/>
    <dgm:cxn modelId="{9E218C1A-237E-4600-A3E8-CB8B068D5129}" type="presOf" srcId="{30F0C763-F5CE-4111-89E8-16FEE3833388}" destId="{FCEFFF85-CF6D-4AA1-9713-A2A2076AD658}" srcOrd="0" destOrd="0" presId="urn:microsoft.com/office/officeart/2005/8/layout/cycle6"/>
    <dgm:cxn modelId="{B38FA97F-572C-496D-AFB8-481FBAA3A515}" type="presOf" srcId="{87693264-33DB-4B5B-A6A0-BD31C3D643A6}" destId="{917E129D-7217-48D9-A74E-CB4DEF656430}" srcOrd="0" destOrd="0" presId="urn:microsoft.com/office/officeart/2005/8/layout/cycle6"/>
    <dgm:cxn modelId="{77767E18-D54A-43AA-AE24-40BA0BBA4C77}" type="presParOf" srcId="{EF455E89-5371-4A15-8116-1E1B21451318}" destId="{70C5D1F7-1448-42E0-B8E8-B0742A80997A}" srcOrd="0" destOrd="0" presId="urn:microsoft.com/office/officeart/2005/8/layout/cycle6"/>
    <dgm:cxn modelId="{78D6CD9A-D07D-4C36-BB60-E814A79A1639}" type="presParOf" srcId="{EF455E89-5371-4A15-8116-1E1B21451318}" destId="{EC7C922A-2056-4E71-8282-7197ECADC5A9}" srcOrd="1" destOrd="0" presId="urn:microsoft.com/office/officeart/2005/8/layout/cycle6"/>
    <dgm:cxn modelId="{FFF93196-8D06-4103-810E-01406D7D75C9}" type="presParOf" srcId="{EF455E89-5371-4A15-8116-1E1B21451318}" destId="{5A55A38B-E0E3-408F-A9AA-599D2BBFE6BD}" srcOrd="2" destOrd="0" presId="urn:microsoft.com/office/officeart/2005/8/layout/cycle6"/>
    <dgm:cxn modelId="{9579EA58-6DFF-4671-A43D-9F56BA239E25}" type="presParOf" srcId="{EF455E89-5371-4A15-8116-1E1B21451318}" destId="{A96A32FF-5CAD-4B9C-8CAD-683211452AC7}" srcOrd="3" destOrd="0" presId="urn:microsoft.com/office/officeart/2005/8/layout/cycle6"/>
    <dgm:cxn modelId="{7E926C9F-390A-4CAF-BCDC-388D961B7077}" type="presParOf" srcId="{EF455E89-5371-4A15-8116-1E1B21451318}" destId="{9E4DD35A-4DBB-4B7E-BCB3-48BA09BB462A}" srcOrd="4" destOrd="0" presId="urn:microsoft.com/office/officeart/2005/8/layout/cycle6"/>
    <dgm:cxn modelId="{63C82613-1112-4E4E-B94D-1589ED75A95C}" type="presParOf" srcId="{EF455E89-5371-4A15-8116-1E1B21451318}" destId="{445E2219-FF8F-4DD7-90F8-419186D7209F}" srcOrd="5" destOrd="0" presId="urn:microsoft.com/office/officeart/2005/8/layout/cycle6"/>
    <dgm:cxn modelId="{A44B0F6F-5E33-4A1E-888F-4221EA3A5DC3}" type="presParOf" srcId="{EF455E89-5371-4A15-8116-1E1B21451318}" destId="{FCEFFF85-CF6D-4AA1-9713-A2A2076AD658}" srcOrd="6" destOrd="0" presId="urn:microsoft.com/office/officeart/2005/8/layout/cycle6"/>
    <dgm:cxn modelId="{C79CF61D-0B3C-4C17-A971-8E0BEFCA8553}" type="presParOf" srcId="{EF455E89-5371-4A15-8116-1E1B21451318}" destId="{1DFF7F3C-4D3A-4F4F-9D2D-22E35F2415C7}" srcOrd="7" destOrd="0" presId="urn:microsoft.com/office/officeart/2005/8/layout/cycle6"/>
    <dgm:cxn modelId="{D1864158-20F0-4A5B-A621-94EA5C03962C}" type="presParOf" srcId="{EF455E89-5371-4A15-8116-1E1B21451318}" destId="{917E129D-7217-48D9-A74E-CB4DEF656430}" srcOrd="8" destOrd="0" presId="urn:microsoft.com/office/officeart/2005/8/layout/cycle6"/>
    <dgm:cxn modelId="{EC482741-9B54-4CD6-B31C-75793D4933DB}" type="presParOf" srcId="{EF455E89-5371-4A15-8116-1E1B21451318}" destId="{BB44390A-728F-4F07-8DFC-F2DD539BA339}" srcOrd="9" destOrd="0" presId="urn:microsoft.com/office/officeart/2005/8/layout/cycle6"/>
    <dgm:cxn modelId="{5462C576-2136-4638-8A5D-DF0E51708F62}" type="presParOf" srcId="{EF455E89-5371-4A15-8116-1E1B21451318}" destId="{5E034C35-BEBC-4C7A-8E86-ED07F031DD6F}" srcOrd="10" destOrd="0" presId="urn:microsoft.com/office/officeart/2005/8/layout/cycle6"/>
    <dgm:cxn modelId="{D1AB5445-C8D5-4559-8DC8-64C86C527F33}" type="presParOf" srcId="{EF455E89-5371-4A15-8116-1E1B21451318}" destId="{1EAE91AC-3770-4A7B-8A2C-A7BFA01DBFB4}" srcOrd="11" destOrd="0" presId="urn:microsoft.com/office/officeart/2005/8/layout/cycle6"/>
    <dgm:cxn modelId="{CB13C6A4-6802-4405-BF98-0019851E0C48}" type="presParOf" srcId="{EF455E89-5371-4A15-8116-1E1B21451318}" destId="{2F0C6A1C-9522-4A95-BF41-4C56965F1970}" srcOrd="12" destOrd="0" presId="urn:microsoft.com/office/officeart/2005/8/layout/cycle6"/>
    <dgm:cxn modelId="{83113405-FC6E-44D6-A3B6-4C9571AAD6BE}" type="presParOf" srcId="{EF455E89-5371-4A15-8116-1E1B21451318}" destId="{8B0651EF-266D-4CFB-B40E-7F66F158FF8D}" srcOrd="13" destOrd="0" presId="urn:microsoft.com/office/officeart/2005/8/layout/cycle6"/>
    <dgm:cxn modelId="{39A22A57-2B77-46F8-AF34-423061E4F904}" type="presParOf" srcId="{EF455E89-5371-4A15-8116-1E1B21451318}" destId="{1D52B324-58D1-467D-84BE-5CA719435313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A59332B-82A4-49C6-9C37-DF3EF72BE535}" type="doc">
      <dgm:prSet loTypeId="urn:microsoft.com/office/officeart/2005/8/layout/equation2" loCatId="process" qsTypeId="urn:microsoft.com/office/officeart/2005/8/quickstyle/simple1" qsCatId="simple" csTypeId="urn:microsoft.com/office/officeart/2005/8/colors/colorful3" csCatId="colorful" phldr="1"/>
      <dgm:spPr/>
    </dgm:pt>
    <dgm:pt modelId="{DA60755F-E006-46B3-8C4C-17E2CE1AF87D}">
      <dgm:prSet phldrT="[Texto]" custT="1"/>
      <dgm:spPr/>
      <dgm:t>
        <a:bodyPr/>
        <a:lstStyle/>
        <a:p>
          <a:r>
            <a:rPr lang="es-ES" sz="2400" dirty="0" smtClean="0"/>
            <a:t>División del trabajo</a:t>
          </a:r>
          <a:endParaRPr lang="es-ES" sz="2400" dirty="0"/>
        </a:p>
      </dgm:t>
    </dgm:pt>
    <dgm:pt modelId="{E20282B4-14D9-4469-A7F6-AA96E31E2DAC}" type="parTrans" cxnId="{D8E8F567-B8B1-4B6A-8BE0-A7E8156A48A1}">
      <dgm:prSet/>
      <dgm:spPr/>
      <dgm:t>
        <a:bodyPr/>
        <a:lstStyle/>
        <a:p>
          <a:endParaRPr lang="es-ES"/>
        </a:p>
      </dgm:t>
    </dgm:pt>
    <dgm:pt modelId="{B7E35E59-2A6E-49EC-BAA7-D94B617671EC}" type="sibTrans" cxnId="{D8E8F567-B8B1-4B6A-8BE0-A7E8156A48A1}">
      <dgm:prSet/>
      <dgm:spPr/>
      <dgm:t>
        <a:bodyPr/>
        <a:lstStyle/>
        <a:p>
          <a:endParaRPr lang="es-ES"/>
        </a:p>
      </dgm:t>
    </dgm:pt>
    <dgm:pt modelId="{B977FCD2-2333-44BE-9855-6ADE196F99FF}">
      <dgm:prSet phldrT="[Texto]" custT="1"/>
      <dgm:spPr/>
      <dgm:t>
        <a:bodyPr/>
        <a:lstStyle/>
        <a:p>
          <a:r>
            <a:rPr lang="es-ES" sz="2400" dirty="0" smtClean="0"/>
            <a:t>remuneración</a:t>
          </a:r>
          <a:endParaRPr lang="es-ES" sz="2400" dirty="0"/>
        </a:p>
      </dgm:t>
    </dgm:pt>
    <dgm:pt modelId="{63B07359-21EB-4AB3-A14C-8841A893E2E7}" type="parTrans" cxnId="{316581EF-8351-4E68-BFD2-21515F2BE64E}">
      <dgm:prSet/>
      <dgm:spPr/>
      <dgm:t>
        <a:bodyPr/>
        <a:lstStyle/>
        <a:p>
          <a:endParaRPr lang="es-ES"/>
        </a:p>
      </dgm:t>
    </dgm:pt>
    <dgm:pt modelId="{88F84247-DA18-476D-8F9F-E81597222953}" type="sibTrans" cxnId="{316581EF-8351-4E68-BFD2-21515F2BE64E}">
      <dgm:prSet/>
      <dgm:spPr/>
      <dgm:t>
        <a:bodyPr/>
        <a:lstStyle/>
        <a:p>
          <a:endParaRPr lang="es-ES"/>
        </a:p>
      </dgm:t>
    </dgm:pt>
    <dgm:pt modelId="{38514B10-8BD0-4AFF-8457-741325B85710}">
      <dgm:prSet phldrT="[Texto]"/>
      <dgm:spPr/>
      <dgm:t>
        <a:bodyPr/>
        <a:lstStyle/>
        <a:p>
          <a:r>
            <a:rPr lang="es-ES" b="1" dirty="0" smtClean="0">
              <a:solidFill>
                <a:schemeClr val="accent3">
                  <a:lumMod val="75000"/>
                </a:schemeClr>
              </a:solidFill>
            </a:rPr>
            <a:t>Trabajo y remuneración</a:t>
          </a:r>
          <a:endParaRPr lang="es-ES" b="1" dirty="0">
            <a:solidFill>
              <a:schemeClr val="accent3">
                <a:lumMod val="75000"/>
              </a:schemeClr>
            </a:solidFill>
          </a:endParaRPr>
        </a:p>
      </dgm:t>
    </dgm:pt>
    <dgm:pt modelId="{63C4A413-ADBE-4DEE-BD8B-A706D096A467}" type="parTrans" cxnId="{092E90CB-E991-4021-924D-9393D8B06E93}">
      <dgm:prSet/>
      <dgm:spPr/>
      <dgm:t>
        <a:bodyPr/>
        <a:lstStyle/>
        <a:p>
          <a:endParaRPr lang="es-ES"/>
        </a:p>
      </dgm:t>
    </dgm:pt>
    <dgm:pt modelId="{E276F506-75C7-44DC-8DE4-F47FDD0CEC17}" type="sibTrans" cxnId="{092E90CB-E991-4021-924D-9393D8B06E93}">
      <dgm:prSet/>
      <dgm:spPr/>
      <dgm:t>
        <a:bodyPr/>
        <a:lstStyle/>
        <a:p>
          <a:endParaRPr lang="es-ES"/>
        </a:p>
      </dgm:t>
    </dgm:pt>
    <dgm:pt modelId="{66B0A059-F88E-4F1B-AB47-98224C3BCF21}" type="pres">
      <dgm:prSet presAssocID="{3A59332B-82A4-49C6-9C37-DF3EF72BE535}" presName="Name0" presStyleCnt="0">
        <dgm:presLayoutVars>
          <dgm:dir/>
          <dgm:resizeHandles val="exact"/>
        </dgm:presLayoutVars>
      </dgm:prSet>
      <dgm:spPr/>
    </dgm:pt>
    <dgm:pt modelId="{DE7FDD1B-E70F-4BB1-B93C-340B93DB121A}" type="pres">
      <dgm:prSet presAssocID="{3A59332B-82A4-49C6-9C37-DF3EF72BE535}" presName="vNodes" presStyleCnt="0"/>
      <dgm:spPr/>
    </dgm:pt>
    <dgm:pt modelId="{3961F93A-480B-4F83-9ABA-8905BF77402D}" type="pres">
      <dgm:prSet presAssocID="{DA60755F-E006-46B3-8C4C-17E2CE1AF87D}" presName="node" presStyleLbl="node1" presStyleIdx="0" presStyleCnt="3" custScaleX="118337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94E8D3AD-D665-4C6E-A441-6D2A9C08D3FE}" type="pres">
      <dgm:prSet presAssocID="{B7E35E59-2A6E-49EC-BAA7-D94B617671EC}" presName="spacerT" presStyleCnt="0"/>
      <dgm:spPr/>
    </dgm:pt>
    <dgm:pt modelId="{E70DA49B-4242-4354-A0CB-4C0B716C8745}" type="pres">
      <dgm:prSet presAssocID="{B7E35E59-2A6E-49EC-BAA7-D94B617671EC}" presName="sibTrans" presStyleLbl="sibTrans2D1" presStyleIdx="0" presStyleCnt="2"/>
      <dgm:spPr/>
      <dgm:t>
        <a:bodyPr/>
        <a:lstStyle/>
        <a:p>
          <a:endParaRPr lang="es-ES"/>
        </a:p>
      </dgm:t>
    </dgm:pt>
    <dgm:pt modelId="{7A63EB49-6ECD-482A-9657-79D2F1B2A9BB}" type="pres">
      <dgm:prSet presAssocID="{B7E35E59-2A6E-49EC-BAA7-D94B617671EC}" presName="spacerB" presStyleCnt="0"/>
      <dgm:spPr/>
    </dgm:pt>
    <dgm:pt modelId="{415FA160-7D81-4C50-ACDF-416094694179}" type="pres">
      <dgm:prSet presAssocID="{B977FCD2-2333-44BE-9855-6ADE196F99FF}" presName="node" presStyleLbl="node1" presStyleIdx="1" presStyleCnt="3" custScaleX="18399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7B8E6C7F-C9AE-4A08-B096-8F534C89638F}" type="pres">
      <dgm:prSet presAssocID="{3A59332B-82A4-49C6-9C37-DF3EF72BE535}" presName="sibTransLast" presStyleLbl="sibTrans2D1" presStyleIdx="1" presStyleCnt="2"/>
      <dgm:spPr/>
      <dgm:t>
        <a:bodyPr/>
        <a:lstStyle/>
        <a:p>
          <a:endParaRPr lang="es-ES"/>
        </a:p>
      </dgm:t>
    </dgm:pt>
    <dgm:pt modelId="{F5A72123-C6E7-4A01-AD34-653F4BB7CB07}" type="pres">
      <dgm:prSet presAssocID="{3A59332B-82A4-49C6-9C37-DF3EF72BE535}" presName="connectorText" presStyleLbl="sibTrans2D1" presStyleIdx="1" presStyleCnt="2"/>
      <dgm:spPr/>
      <dgm:t>
        <a:bodyPr/>
        <a:lstStyle/>
        <a:p>
          <a:endParaRPr lang="es-ES"/>
        </a:p>
      </dgm:t>
    </dgm:pt>
    <dgm:pt modelId="{0FC912EE-988C-4CE2-9EA1-DC483946203D}" type="pres">
      <dgm:prSet presAssocID="{3A59332B-82A4-49C6-9C37-DF3EF72BE535}" presName="lastNode" presStyleLbl="node1" presStyleIdx="2" presStyleCnt="3" custScaleY="12274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5FAC77B-BAAF-4865-94A0-DF9742873FAE}" type="presOf" srcId="{DA60755F-E006-46B3-8C4C-17E2CE1AF87D}" destId="{3961F93A-480B-4F83-9ABA-8905BF77402D}" srcOrd="0" destOrd="0" presId="urn:microsoft.com/office/officeart/2005/8/layout/equation2"/>
    <dgm:cxn modelId="{092E90CB-E991-4021-924D-9393D8B06E93}" srcId="{3A59332B-82A4-49C6-9C37-DF3EF72BE535}" destId="{38514B10-8BD0-4AFF-8457-741325B85710}" srcOrd="2" destOrd="0" parTransId="{63C4A413-ADBE-4DEE-BD8B-A706D096A467}" sibTransId="{E276F506-75C7-44DC-8DE4-F47FDD0CEC17}"/>
    <dgm:cxn modelId="{8A00FFCF-9BD3-47A9-B335-C046EC008F0C}" type="presOf" srcId="{3A59332B-82A4-49C6-9C37-DF3EF72BE535}" destId="{66B0A059-F88E-4F1B-AB47-98224C3BCF21}" srcOrd="0" destOrd="0" presId="urn:microsoft.com/office/officeart/2005/8/layout/equation2"/>
    <dgm:cxn modelId="{316581EF-8351-4E68-BFD2-21515F2BE64E}" srcId="{3A59332B-82A4-49C6-9C37-DF3EF72BE535}" destId="{B977FCD2-2333-44BE-9855-6ADE196F99FF}" srcOrd="1" destOrd="0" parTransId="{63B07359-21EB-4AB3-A14C-8841A893E2E7}" sibTransId="{88F84247-DA18-476D-8F9F-E81597222953}"/>
    <dgm:cxn modelId="{D22F298A-5805-4B2A-A580-DF8259D1161E}" type="presOf" srcId="{38514B10-8BD0-4AFF-8457-741325B85710}" destId="{0FC912EE-988C-4CE2-9EA1-DC483946203D}" srcOrd="0" destOrd="0" presId="urn:microsoft.com/office/officeart/2005/8/layout/equation2"/>
    <dgm:cxn modelId="{9C45DF8B-5B0E-425C-A177-354185AF0522}" type="presOf" srcId="{88F84247-DA18-476D-8F9F-E81597222953}" destId="{7B8E6C7F-C9AE-4A08-B096-8F534C89638F}" srcOrd="0" destOrd="0" presId="urn:microsoft.com/office/officeart/2005/8/layout/equation2"/>
    <dgm:cxn modelId="{29BABA60-4C7A-401F-87B4-174568CC5EDA}" type="presOf" srcId="{B977FCD2-2333-44BE-9855-6ADE196F99FF}" destId="{415FA160-7D81-4C50-ACDF-416094694179}" srcOrd="0" destOrd="0" presId="urn:microsoft.com/office/officeart/2005/8/layout/equation2"/>
    <dgm:cxn modelId="{E6F73BA2-13BD-44A5-82B3-11564ACA2BB8}" type="presOf" srcId="{B7E35E59-2A6E-49EC-BAA7-D94B617671EC}" destId="{E70DA49B-4242-4354-A0CB-4C0B716C8745}" srcOrd="0" destOrd="0" presId="urn:microsoft.com/office/officeart/2005/8/layout/equation2"/>
    <dgm:cxn modelId="{D6593A73-2591-4418-A63B-97E9ED0FEE40}" type="presOf" srcId="{88F84247-DA18-476D-8F9F-E81597222953}" destId="{F5A72123-C6E7-4A01-AD34-653F4BB7CB07}" srcOrd="1" destOrd="0" presId="urn:microsoft.com/office/officeart/2005/8/layout/equation2"/>
    <dgm:cxn modelId="{D8E8F567-B8B1-4B6A-8BE0-A7E8156A48A1}" srcId="{3A59332B-82A4-49C6-9C37-DF3EF72BE535}" destId="{DA60755F-E006-46B3-8C4C-17E2CE1AF87D}" srcOrd="0" destOrd="0" parTransId="{E20282B4-14D9-4469-A7F6-AA96E31E2DAC}" sibTransId="{B7E35E59-2A6E-49EC-BAA7-D94B617671EC}"/>
    <dgm:cxn modelId="{0D0E179C-2604-44EF-978F-872FC6992E22}" type="presParOf" srcId="{66B0A059-F88E-4F1B-AB47-98224C3BCF21}" destId="{DE7FDD1B-E70F-4BB1-B93C-340B93DB121A}" srcOrd="0" destOrd="0" presId="urn:microsoft.com/office/officeart/2005/8/layout/equation2"/>
    <dgm:cxn modelId="{67B6F7D6-D88C-472F-9529-64E94CBA5660}" type="presParOf" srcId="{DE7FDD1B-E70F-4BB1-B93C-340B93DB121A}" destId="{3961F93A-480B-4F83-9ABA-8905BF77402D}" srcOrd="0" destOrd="0" presId="urn:microsoft.com/office/officeart/2005/8/layout/equation2"/>
    <dgm:cxn modelId="{F67220F4-F8F5-4923-A7B0-1B1060A16519}" type="presParOf" srcId="{DE7FDD1B-E70F-4BB1-B93C-340B93DB121A}" destId="{94E8D3AD-D665-4C6E-A441-6D2A9C08D3FE}" srcOrd="1" destOrd="0" presId="urn:microsoft.com/office/officeart/2005/8/layout/equation2"/>
    <dgm:cxn modelId="{B3DDC3DB-85A9-44EB-8726-3C50635927B3}" type="presParOf" srcId="{DE7FDD1B-E70F-4BB1-B93C-340B93DB121A}" destId="{E70DA49B-4242-4354-A0CB-4C0B716C8745}" srcOrd="2" destOrd="0" presId="urn:microsoft.com/office/officeart/2005/8/layout/equation2"/>
    <dgm:cxn modelId="{AB2EA0E5-255F-47D6-B9AB-290902A91497}" type="presParOf" srcId="{DE7FDD1B-E70F-4BB1-B93C-340B93DB121A}" destId="{7A63EB49-6ECD-482A-9657-79D2F1B2A9BB}" srcOrd="3" destOrd="0" presId="urn:microsoft.com/office/officeart/2005/8/layout/equation2"/>
    <dgm:cxn modelId="{C44AE723-82F1-4C59-8D3B-36FD91802EA6}" type="presParOf" srcId="{DE7FDD1B-E70F-4BB1-B93C-340B93DB121A}" destId="{415FA160-7D81-4C50-ACDF-416094694179}" srcOrd="4" destOrd="0" presId="urn:microsoft.com/office/officeart/2005/8/layout/equation2"/>
    <dgm:cxn modelId="{7339CE7A-36DB-45B6-9A0F-6663175DAE98}" type="presParOf" srcId="{66B0A059-F88E-4F1B-AB47-98224C3BCF21}" destId="{7B8E6C7F-C9AE-4A08-B096-8F534C89638F}" srcOrd="1" destOrd="0" presId="urn:microsoft.com/office/officeart/2005/8/layout/equation2"/>
    <dgm:cxn modelId="{8EE01E95-6B6C-4892-B4BF-E0C1EDAB565B}" type="presParOf" srcId="{7B8E6C7F-C9AE-4A08-B096-8F534C89638F}" destId="{F5A72123-C6E7-4A01-AD34-653F4BB7CB07}" srcOrd="0" destOrd="0" presId="urn:microsoft.com/office/officeart/2005/8/layout/equation2"/>
    <dgm:cxn modelId="{7F831C3B-F13E-4511-BFB1-36FFABB3D814}" type="presParOf" srcId="{66B0A059-F88E-4F1B-AB47-98224C3BCF21}" destId="{0FC912EE-988C-4CE2-9EA1-DC483946203D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C57CD51-BA44-491C-8827-DE4FFE5A62E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E860F00F-D755-4833-89CE-978553C955B5}">
      <dgm:prSet phldrT="[Texto]" custT="1"/>
      <dgm:spPr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s-CO" sz="1600" b="1" dirty="0" smtClean="0">
              <a:solidFill>
                <a:schemeClr val="tx1"/>
              </a:solidFill>
            </a:rPr>
            <a:t>LADRILLERA  ANDINA  </a:t>
          </a:r>
        </a:p>
        <a:p>
          <a:r>
            <a:rPr lang="es-CO" sz="1600" dirty="0" smtClean="0">
              <a:solidFill>
                <a:schemeClr val="tx1"/>
              </a:solidFill>
            </a:rPr>
            <a:t>División del trabajo</a:t>
          </a:r>
          <a:endParaRPr lang="es-CO" sz="1600" dirty="0">
            <a:solidFill>
              <a:schemeClr val="tx1"/>
            </a:solidFill>
          </a:endParaRPr>
        </a:p>
      </dgm:t>
    </dgm:pt>
    <dgm:pt modelId="{7DE15705-BAAC-4FE8-AE25-20C08E73A990}" type="parTrans" cxnId="{CA04F352-C955-4AD5-AD0D-C2055E77086A}">
      <dgm:prSet/>
      <dgm:spPr/>
      <dgm:t>
        <a:bodyPr/>
        <a:lstStyle/>
        <a:p>
          <a:endParaRPr lang="es-CO"/>
        </a:p>
      </dgm:t>
    </dgm:pt>
    <dgm:pt modelId="{290F7C6E-0AA6-4D12-AB6D-42F1AB03629C}" type="sibTrans" cxnId="{CA04F352-C955-4AD5-AD0D-C2055E77086A}">
      <dgm:prSet/>
      <dgm:spPr/>
      <dgm:t>
        <a:bodyPr/>
        <a:lstStyle/>
        <a:p>
          <a:endParaRPr lang="es-CO"/>
        </a:p>
      </dgm:t>
    </dgm:pt>
    <dgm:pt modelId="{18754CEB-B7B2-4E3B-9003-03C2730B54AE}">
      <dgm:prSet phldrT="[Texto]" custT="1"/>
      <dgm:spPr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s-CO" sz="1600" b="1" dirty="0" smtClean="0">
              <a:solidFill>
                <a:schemeClr val="tx1"/>
              </a:solidFill>
            </a:rPr>
            <a:t>EMPRESA TEXTIL</a:t>
          </a:r>
        </a:p>
        <a:p>
          <a:r>
            <a:rPr lang="es-CO" sz="1600" b="0" dirty="0" smtClean="0">
              <a:solidFill>
                <a:schemeClr val="tx1"/>
              </a:solidFill>
            </a:rPr>
            <a:t>Subordinación del interés particular al general</a:t>
          </a:r>
          <a:endParaRPr lang="es-CO" sz="1600" b="0" dirty="0">
            <a:solidFill>
              <a:schemeClr val="tx1"/>
            </a:solidFill>
          </a:endParaRPr>
        </a:p>
      </dgm:t>
    </dgm:pt>
    <dgm:pt modelId="{0406678E-76C0-4CFA-BB29-45CAD820B00C}" type="parTrans" cxnId="{FC85EF64-3B44-40A4-959E-8E417E2CE497}">
      <dgm:prSet/>
      <dgm:spPr/>
      <dgm:t>
        <a:bodyPr/>
        <a:lstStyle/>
        <a:p>
          <a:endParaRPr lang="es-CO"/>
        </a:p>
      </dgm:t>
    </dgm:pt>
    <dgm:pt modelId="{5D29CDFF-B370-4C45-A3AC-41453130CF18}" type="sibTrans" cxnId="{FC85EF64-3B44-40A4-959E-8E417E2CE497}">
      <dgm:prSet/>
      <dgm:spPr/>
      <dgm:t>
        <a:bodyPr/>
        <a:lstStyle/>
        <a:p>
          <a:endParaRPr lang="es-CO"/>
        </a:p>
      </dgm:t>
    </dgm:pt>
    <dgm:pt modelId="{9A3B1EB2-ABF5-47E2-BD23-134C7975DF8F}">
      <dgm:prSet phldrT="[Texto]" custT="1"/>
      <dgm:spPr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s-CO" sz="1600" b="1" dirty="0" smtClean="0">
              <a:solidFill>
                <a:schemeClr val="tx1"/>
              </a:solidFill>
            </a:rPr>
            <a:t>EMPRESA DE CARNICOS</a:t>
          </a:r>
        </a:p>
        <a:p>
          <a:r>
            <a:rPr lang="es-CO" sz="1600" b="0" dirty="0" smtClean="0">
              <a:solidFill>
                <a:schemeClr val="tx1"/>
              </a:solidFill>
            </a:rPr>
            <a:t>Unidad de mando</a:t>
          </a:r>
          <a:endParaRPr lang="es-CO" sz="1600" b="0" dirty="0">
            <a:solidFill>
              <a:schemeClr val="tx1"/>
            </a:solidFill>
          </a:endParaRPr>
        </a:p>
      </dgm:t>
    </dgm:pt>
    <dgm:pt modelId="{AB799FAB-15B7-4C03-9C16-F99E8C4750A7}" type="parTrans" cxnId="{A970D4F4-B0B9-40A1-AED8-E718E904589B}">
      <dgm:prSet/>
      <dgm:spPr/>
      <dgm:t>
        <a:bodyPr/>
        <a:lstStyle/>
        <a:p>
          <a:endParaRPr lang="es-CO"/>
        </a:p>
      </dgm:t>
    </dgm:pt>
    <dgm:pt modelId="{05E0F65E-5816-4355-92D0-4ED71EA01771}" type="sibTrans" cxnId="{A970D4F4-B0B9-40A1-AED8-E718E904589B}">
      <dgm:prSet/>
      <dgm:spPr/>
      <dgm:t>
        <a:bodyPr/>
        <a:lstStyle/>
        <a:p>
          <a:endParaRPr lang="es-CO"/>
        </a:p>
      </dgm:t>
    </dgm:pt>
    <dgm:pt modelId="{19FEE984-70EA-4F56-A08F-144079714D03}" type="pres">
      <dgm:prSet presAssocID="{6C57CD51-BA44-491C-8827-DE4FFE5A62EA}" presName="linearFlow" presStyleCnt="0">
        <dgm:presLayoutVars>
          <dgm:dir/>
          <dgm:resizeHandles val="exact"/>
        </dgm:presLayoutVars>
      </dgm:prSet>
      <dgm:spPr/>
    </dgm:pt>
    <dgm:pt modelId="{4A9B2069-5932-4A24-A9AD-B6208E3B681A}" type="pres">
      <dgm:prSet presAssocID="{E860F00F-D755-4833-89CE-978553C955B5}" presName="composite" presStyleCnt="0"/>
      <dgm:spPr/>
    </dgm:pt>
    <dgm:pt modelId="{41CF76A3-6447-4ABF-93AA-676541E4EDA3}" type="pres">
      <dgm:prSet presAssocID="{E860F00F-D755-4833-89CE-978553C955B5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BCE573E0-3F62-46D0-B297-CC6992CDE2F4}" type="pres">
      <dgm:prSet presAssocID="{E860F00F-D755-4833-89CE-978553C955B5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F51638EF-DC65-4CFB-A62C-632BB39F7647}" type="pres">
      <dgm:prSet presAssocID="{290F7C6E-0AA6-4D12-AB6D-42F1AB03629C}" presName="spacing" presStyleCnt="0"/>
      <dgm:spPr/>
    </dgm:pt>
    <dgm:pt modelId="{FCD1F05A-7820-4926-933C-725E83673679}" type="pres">
      <dgm:prSet presAssocID="{18754CEB-B7B2-4E3B-9003-03C2730B54AE}" presName="composite" presStyleCnt="0"/>
      <dgm:spPr/>
    </dgm:pt>
    <dgm:pt modelId="{D7C81A51-5479-4DC5-999E-5B652A6F9908}" type="pres">
      <dgm:prSet presAssocID="{18754CEB-B7B2-4E3B-9003-03C2730B54AE}" presName="imgShp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4B0D2716-086F-4DF6-90C5-39F1E7328B5F}" type="pres">
      <dgm:prSet presAssocID="{18754CEB-B7B2-4E3B-9003-03C2730B54AE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52B4F0B0-6E3B-434D-B997-E20481E4C8F6}" type="pres">
      <dgm:prSet presAssocID="{5D29CDFF-B370-4C45-A3AC-41453130CF18}" presName="spacing" presStyleCnt="0"/>
      <dgm:spPr/>
    </dgm:pt>
    <dgm:pt modelId="{4B0E7800-8D8F-4C6A-B3B8-AE84FF38391A}" type="pres">
      <dgm:prSet presAssocID="{9A3B1EB2-ABF5-47E2-BD23-134C7975DF8F}" presName="composite" presStyleCnt="0"/>
      <dgm:spPr/>
    </dgm:pt>
    <dgm:pt modelId="{D27D0E27-47AA-4645-BEA1-0B77B357DD41}" type="pres">
      <dgm:prSet presAssocID="{9A3B1EB2-ABF5-47E2-BD23-134C7975DF8F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D06574C9-5918-4D48-B117-8B5EA9A96A59}" type="pres">
      <dgm:prSet presAssocID="{9A3B1EB2-ABF5-47E2-BD23-134C7975DF8F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</dgm:ptLst>
  <dgm:cxnLst>
    <dgm:cxn modelId="{05BE1B0A-6818-43D4-B4C7-806286551297}" type="presOf" srcId="{6C57CD51-BA44-491C-8827-DE4FFE5A62EA}" destId="{19FEE984-70EA-4F56-A08F-144079714D03}" srcOrd="0" destOrd="0" presId="urn:microsoft.com/office/officeart/2005/8/layout/vList3"/>
    <dgm:cxn modelId="{59B42A5B-E666-4AE2-80D9-DD58A0CC01EA}" type="presOf" srcId="{9A3B1EB2-ABF5-47E2-BD23-134C7975DF8F}" destId="{D06574C9-5918-4D48-B117-8B5EA9A96A59}" srcOrd="0" destOrd="0" presId="urn:microsoft.com/office/officeart/2005/8/layout/vList3"/>
    <dgm:cxn modelId="{FC85EF64-3B44-40A4-959E-8E417E2CE497}" srcId="{6C57CD51-BA44-491C-8827-DE4FFE5A62EA}" destId="{18754CEB-B7B2-4E3B-9003-03C2730B54AE}" srcOrd="1" destOrd="0" parTransId="{0406678E-76C0-4CFA-BB29-45CAD820B00C}" sibTransId="{5D29CDFF-B370-4C45-A3AC-41453130CF18}"/>
    <dgm:cxn modelId="{A970D4F4-B0B9-40A1-AED8-E718E904589B}" srcId="{6C57CD51-BA44-491C-8827-DE4FFE5A62EA}" destId="{9A3B1EB2-ABF5-47E2-BD23-134C7975DF8F}" srcOrd="2" destOrd="0" parTransId="{AB799FAB-15B7-4C03-9C16-F99E8C4750A7}" sibTransId="{05E0F65E-5816-4355-92D0-4ED71EA01771}"/>
    <dgm:cxn modelId="{A7CA944C-68E5-41BD-8457-EC11BB16A098}" type="presOf" srcId="{18754CEB-B7B2-4E3B-9003-03C2730B54AE}" destId="{4B0D2716-086F-4DF6-90C5-39F1E7328B5F}" srcOrd="0" destOrd="0" presId="urn:microsoft.com/office/officeart/2005/8/layout/vList3"/>
    <dgm:cxn modelId="{22A53ED3-D1C8-4A36-BDCD-6E4E9AA7D27E}" type="presOf" srcId="{E860F00F-D755-4833-89CE-978553C955B5}" destId="{BCE573E0-3F62-46D0-B297-CC6992CDE2F4}" srcOrd="0" destOrd="0" presId="urn:microsoft.com/office/officeart/2005/8/layout/vList3"/>
    <dgm:cxn modelId="{CA04F352-C955-4AD5-AD0D-C2055E77086A}" srcId="{6C57CD51-BA44-491C-8827-DE4FFE5A62EA}" destId="{E860F00F-D755-4833-89CE-978553C955B5}" srcOrd="0" destOrd="0" parTransId="{7DE15705-BAAC-4FE8-AE25-20C08E73A990}" sibTransId="{290F7C6E-0AA6-4D12-AB6D-42F1AB03629C}"/>
    <dgm:cxn modelId="{CA97A57B-A0F8-41C2-82CC-E0BFB56889BD}" type="presParOf" srcId="{19FEE984-70EA-4F56-A08F-144079714D03}" destId="{4A9B2069-5932-4A24-A9AD-B6208E3B681A}" srcOrd="0" destOrd="0" presId="urn:microsoft.com/office/officeart/2005/8/layout/vList3"/>
    <dgm:cxn modelId="{D2DB4627-73CE-4793-BF6E-E4A5AFC2ED49}" type="presParOf" srcId="{4A9B2069-5932-4A24-A9AD-B6208E3B681A}" destId="{41CF76A3-6447-4ABF-93AA-676541E4EDA3}" srcOrd="0" destOrd="0" presId="urn:microsoft.com/office/officeart/2005/8/layout/vList3"/>
    <dgm:cxn modelId="{4AC96485-326F-46B1-979E-617A705FC7CF}" type="presParOf" srcId="{4A9B2069-5932-4A24-A9AD-B6208E3B681A}" destId="{BCE573E0-3F62-46D0-B297-CC6992CDE2F4}" srcOrd="1" destOrd="0" presId="urn:microsoft.com/office/officeart/2005/8/layout/vList3"/>
    <dgm:cxn modelId="{2D13983B-B861-4517-98C1-9E3C8A30E61C}" type="presParOf" srcId="{19FEE984-70EA-4F56-A08F-144079714D03}" destId="{F51638EF-DC65-4CFB-A62C-632BB39F7647}" srcOrd="1" destOrd="0" presId="urn:microsoft.com/office/officeart/2005/8/layout/vList3"/>
    <dgm:cxn modelId="{088113DD-5294-48C5-BFDD-DA4F9E9F9D82}" type="presParOf" srcId="{19FEE984-70EA-4F56-A08F-144079714D03}" destId="{FCD1F05A-7820-4926-933C-725E83673679}" srcOrd="2" destOrd="0" presId="urn:microsoft.com/office/officeart/2005/8/layout/vList3"/>
    <dgm:cxn modelId="{75366462-02FF-4F48-B261-943894B34277}" type="presParOf" srcId="{FCD1F05A-7820-4926-933C-725E83673679}" destId="{D7C81A51-5479-4DC5-999E-5B652A6F9908}" srcOrd="0" destOrd="0" presId="urn:microsoft.com/office/officeart/2005/8/layout/vList3"/>
    <dgm:cxn modelId="{F279CBDA-45B0-4BE4-BFFF-427891BCF7A7}" type="presParOf" srcId="{FCD1F05A-7820-4926-933C-725E83673679}" destId="{4B0D2716-086F-4DF6-90C5-39F1E7328B5F}" srcOrd="1" destOrd="0" presId="urn:microsoft.com/office/officeart/2005/8/layout/vList3"/>
    <dgm:cxn modelId="{35F60F2E-E970-4137-B786-D6F8149780FD}" type="presParOf" srcId="{19FEE984-70EA-4F56-A08F-144079714D03}" destId="{52B4F0B0-6E3B-434D-B997-E20481E4C8F6}" srcOrd="3" destOrd="0" presId="urn:microsoft.com/office/officeart/2005/8/layout/vList3"/>
    <dgm:cxn modelId="{55DDB821-71F8-49C9-AF3A-2EDC9DD49F33}" type="presParOf" srcId="{19FEE984-70EA-4F56-A08F-144079714D03}" destId="{4B0E7800-8D8F-4C6A-B3B8-AE84FF38391A}" srcOrd="4" destOrd="0" presId="urn:microsoft.com/office/officeart/2005/8/layout/vList3"/>
    <dgm:cxn modelId="{33613896-1786-443C-B349-A50E75A05A29}" type="presParOf" srcId="{4B0E7800-8D8F-4C6A-B3B8-AE84FF38391A}" destId="{D27D0E27-47AA-4645-BEA1-0B77B357DD41}" srcOrd="0" destOrd="0" presId="urn:microsoft.com/office/officeart/2005/8/layout/vList3"/>
    <dgm:cxn modelId="{48623164-A4F8-4EA2-B4BD-3812CC624494}" type="presParOf" srcId="{4B0E7800-8D8F-4C6A-B3B8-AE84FF38391A}" destId="{D06574C9-5918-4D48-B117-8B5EA9A96A5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B2AF436-B651-431D-8A77-5D319C4EABDE}">
      <dsp:nvSpPr>
        <dsp:cNvPr id="0" name=""/>
        <dsp:cNvSpPr/>
      </dsp:nvSpPr>
      <dsp:spPr>
        <a:xfrm>
          <a:off x="8078544" y="1965976"/>
          <a:ext cx="91440" cy="3790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3825"/>
              </a:lnTo>
              <a:lnTo>
                <a:pt x="48406" y="263825"/>
              </a:lnTo>
              <a:lnTo>
                <a:pt x="48406" y="379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CD993B-DBEE-4FA6-97B6-7D7F880C1D33}">
      <dsp:nvSpPr>
        <dsp:cNvPr id="0" name=""/>
        <dsp:cNvSpPr/>
      </dsp:nvSpPr>
      <dsp:spPr>
        <a:xfrm>
          <a:off x="3795407" y="797144"/>
          <a:ext cx="4328856" cy="654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051"/>
              </a:lnTo>
              <a:lnTo>
                <a:pt x="4328856" y="539051"/>
              </a:lnTo>
              <a:lnTo>
                <a:pt x="4328856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CDBB2B-9C3E-49FC-AE24-E6476191FD24}">
      <dsp:nvSpPr>
        <dsp:cNvPr id="0" name=""/>
        <dsp:cNvSpPr/>
      </dsp:nvSpPr>
      <dsp:spPr>
        <a:xfrm>
          <a:off x="6519049" y="1965976"/>
          <a:ext cx="91440" cy="361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7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FDFCA-71B3-4C37-8127-AD561901C3E3}">
      <dsp:nvSpPr>
        <dsp:cNvPr id="0" name=""/>
        <dsp:cNvSpPr/>
      </dsp:nvSpPr>
      <dsp:spPr>
        <a:xfrm>
          <a:off x="3795407" y="797144"/>
          <a:ext cx="2769361" cy="654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051"/>
              </a:lnTo>
              <a:lnTo>
                <a:pt x="2769361" y="539051"/>
              </a:lnTo>
              <a:lnTo>
                <a:pt x="2769361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A66FA-B49A-4863-87F9-057F2FDFD8D8}">
      <dsp:nvSpPr>
        <dsp:cNvPr id="0" name=""/>
        <dsp:cNvSpPr/>
      </dsp:nvSpPr>
      <dsp:spPr>
        <a:xfrm>
          <a:off x="4998675" y="1965976"/>
          <a:ext cx="91440" cy="361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7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6BF554-185F-4645-8448-C48548CF2004}">
      <dsp:nvSpPr>
        <dsp:cNvPr id="0" name=""/>
        <dsp:cNvSpPr/>
      </dsp:nvSpPr>
      <dsp:spPr>
        <a:xfrm>
          <a:off x="3795407" y="797144"/>
          <a:ext cx="1248987" cy="6542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051"/>
              </a:lnTo>
              <a:lnTo>
                <a:pt x="1248987" y="539051"/>
              </a:lnTo>
              <a:lnTo>
                <a:pt x="1248987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D03544-B3DD-49D7-8FD7-D1D269814809}">
      <dsp:nvSpPr>
        <dsp:cNvPr id="0" name=""/>
        <dsp:cNvSpPr/>
      </dsp:nvSpPr>
      <dsp:spPr>
        <a:xfrm>
          <a:off x="3478301" y="1951458"/>
          <a:ext cx="91440" cy="361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7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0786B4-EA07-4DDB-AF72-CDF7E45D361C}">
      <dsp:nvSpPr>
        <dsp:cNvPr id="0" name=""/>
        <dsp:cNvSpPr/>
      </dsp:nvSpPr>
      <dsp:spPr>
        <a:xfrm>
          <a:off x="3524021" y="797144"/>
          <a:ext cx="271386" cy="654288"/>
        </a:xfrm>
        <a:custGeom>
          <a:avLst/>
          <a:gdLst/>
          <a:ahLst/>
          <a:cxnLst/>
          <a:rect l="0" t="0" r="0" b="0"/>
          <a:pathLst>
            <a:path>
              <a:moveTo>
                <a:pt x="271386" y="0"/>
              </a:moveTo>
              <a:lnTo>
                <a:pt x="271386" y="539051"/>
              </a:lnTo>
              <a:lnTo>
                <a:pt x="0" y="539051"/>
              </a:lnTo>
              <a:lnTo>
                <a:pt x="0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566109-D10A-4493-B8F7-42C65588F9F6}">
      <dsp:nvSpPr>
        <dsp:cNvPr id="0" name=""/>
        <dsp:cNvSpPr/>
      </dsp:nvSpPr>
      <dsp:spPr>
        <a:xfrm>
          <a:off x="1957928" y="1965976"/>
          <a:ext cx="91440" cy="361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7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00C8C8-32B5-4531-88D6-302F56CE87FD}">
      <dsp:nvSpPr>
        <dsp:cNvPr id="0" name=""/>
        <dsp:cNvSpPr/>
      </dsp:nvSpPr>
      <dsp:spPr>
        <a:xfrm>
          <a:off x="2003648" y="797144"/>
          <a:ext cx="1791759" cy="654288"/>
        </a:xfrm>
        <a:custGeom>
          <a:avLst/>
          <a:gdLst/>
          <a:ahLst/>
          <a:cxnLst/>
          <a:rect l="0" t="0" r="0" b="0"/>
          <a:pathLst>
            <a:path>
              <a:moveTo>
                <a:pt x="1791759" y="0"/>
              </a:moveTo>
              <a:lnTo>
                <a:pt x="1791759" y="539051"/>
              </a:lnTo>
              <a:lnTo>
                <a:pt x="0" y="539051"/>
              </a:lnTo>
              <a:lnTo>
                <a:pt x="0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AE705B-016A-48A6-9020-EABCDC5157A1}">
      <dsp:nvSpPr>
        <dsp:cNvPr id="0" name=""/>
        <dsp:cNvSpPr/>
      </dsp:nvSpPr>
      <dsp:spPr>
        <a:xfrm>
          <a:off x="438699" y="1950304"/>
          <a:ext cx="91440" cy="350571"/>
        </a:xfrm>
        <a:custGeom>
          <a:avLst/>
          <a:gdLst/>
          <a:ahLst/>
          <a:cxnLst/>
          <a:rect l="0" t="0" r="0" b="0"/>
          <a:pathLst>
            <a:path>
              <a:moveTo>
                <a:pt x="49140" y="0"/>
              </a:moveTo>
              <a:lnTo>
                <a:pt x="49140" y="235333"/>
              </a:lnTo>
              <a:lnTo>
                <a:pt x="45720" y="235333"/>
              </a:lnTo>
              <a:lnTo>
                <a:pt x="45720" y="35057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48B109-89D8-43DA-8652-772F0329E7BD}">
      <dsp:nvSpPr>
        <dsp:cNvPr id="0" name=""/>
        <dsp:cNvSpPr/>
      </dsp:nvSpPr>
      <dsp:spPr>
        <a:xfrm>
          <a:off x="487839" y="797144"/>
          <a:ext cx="3307568" cy="654288"/>
        </a:xfrm>
        <a:custGeom>
          <a:avLst/>
          <a:gdLst/>
          <a:ahLst/>
          <a:cxnLst/>
          <a:rect l="0" t="0" r="0" b="0"/>
          <a:pathLst>
            <a:path>
              <a:moveTo>
                <a:pt x="3307568" y="0"/>
              </a:moveTo>
              <a:lnTo>
                <a:pt x="3307568" y="539051"/>
              </a:lnTo>
              <a:lnTo>
                <a:pt x="0" y="539051"/>
              </a:lnTo>
              <a:lnTo>
                <a:pt x="0" y="6542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28E3B-7896-4A77-B8EC-8A150F4B010C}">
      <dsp:nvSpPr>
        <dsp:cNvPr id="0" name=""/>
        <dsp:cNvSpPr/>
      </dsp:nvSpPr>
      <dsp:spPr>
        <a:xfrm>
          <a:off x="1980309" y="11570"/>
          <a:ext cx="3630196" cy="7855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AC69BB-3A9B-4292-850C-74802BAE03E3}">
      <dsp:nvSpPr>
        <dsp:cNvPr id="0" name=""/>
        <dsp:cNvSpPr/>
      </dsp:nvSpPr>
      <dsp:spPr>
        <a:xfrm>
          <a:off x="2118525" y="142875"/>
          <a:ext cx="3630196" cy="7855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  <a:latin typeface="+mj-lt"/>
            </a:rPr>
            <a:t>OPERACIONES BASICAS DE LA EMPRESA</a:t>
          </a:r>
          <a:endParaRPr lang="es-ES" sz="1000" kern="1200" dirty="0">
            <a:solidFill>
              <a:srgbClr val="000000"/>
            </a:solidFill>
            <a:latin typeface="+mj-lt"/>
          </a:endParaRPr>
        </a:p>
      </dsp:txBody>
      <dsp:txXfrm>
        <a:off x="2118525" y="142875"/>
        <a:ext cx="3630196" cy="785574"/>
      </dsp:txXfrm>
    </dsp:sp>
    <dsp:sp modelId="{43DD7A2E-3CA9-458B-AFA9-71C0EB709D21}">
      <dsp:nvSpPr>
        <dsp:cNvPr id="0" name=""/>
        <dsp:cNvSpPr/>
      </dsp:nvSpPr>
      <dsp:spPr>
        <a:xfrm rot="10800000" flipV="1">
          <a:off x="22773" y="1451433"/>
          <a:ext cx="930132" cy="4988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35203A-7526-44FF-88BF-32426F8F6FB5}">
      <dsp:nvSpPr>
        <dsp:cNvPr id="0" name=""/>
        <dsp:cNvSpPr/>
      </dsp:nvSpPr>
      <dsp:spPr>
        <a:xfrm rot="10800000" flipV="1">
          <a:off x="160989" y="1582738"/>
          <a:ext cx="930132" cy="4988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TECNICA</a:t>
          </a:r>
          <a:endParaRPr lang="es-ES" sz="1000" kern="1200" dirty="0">
            <a:solidFill>
              <a:srgbClr val="000000"/>
            </a:solidFill>
          </a:endParaRPr>
        </a:p>
      </dsp:txBody>
      <dsp:txXfrm rot="10800000" flipV="1">
        <a:off x="160989" y="1582738"/>
        <a:ext cx="930132" cy="498871"/>
      </dsp:txXfrm>
    </dsp:sp>
    <dsp:sp modelId="{F96A98BF-01C8-4579-8822-EF811A56770C}">
      <dsp:nvSpPr>
        <dsp:cNvPr id="0" name=""/>
        <dsp:cNvSpPr/>
      </dsp:nvSpPr>
      <dsp:spPr>
        <a:xfrm>
          <a:off x="-137551" y="2300875"/>
          <a:ext cx="1243942" cy="7128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5D5EEE-9686-4273-9A3B-FA7EDD701673}">
      <dsp:nvSpPr>
        <dsp:cNvPr id="0" name=""/>
        <dsp:cNvSpPr/>
      </dsp:nvSpPr>
      <dsp:spPr>
        <a:xfrm>
          <a:off x="663" y="2432180"/>
          <a:ext cx="1243942" cy="71288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Producción de bienes y servicios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663" y="2432180"/>
        <a:ext cx="1243942" cy="712887"/>
      </dsp:txXfrm>
    </dsp:sp>
    <dsp:sp modelId="{C241DAC8-5130-4632-A92B-24D8C235E92A}">
      <dsp:nvSpPr>
        <dsp:cNvPr id="0" name=""/>
        <dsp:cNvSpPr/>
      </dsp:nvSpPr>
      <dsp:spPr>
        <a:xfrm>
          <a:off x="1532666" y="1451433"/>
          <a:ext cx="941962" cy="5145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B8BC24-DA08-46E2-8D37-0DCD4C230D36}">
      <dsp:nvSpPr>
        <dsp:cNvPr id="0" name=""/>
        <dsp:cNvSpPr/>
      </dsp:nvSpPr>
      <dsp:spPr>
        <a:xfrm>
          <a:off x="1670882" y="1582738"/>
          <a:ext cx="941962" cy="514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COMERCIAL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1670882" y="1582738"/>
        <a:ext cx="941962" cy="514542"/>
      </dsp:txXfrm>
    </dsp:sp>
    <dsp:sp modelId="{8998CE37-16A3-4265-8ED9-A9A636D225C7}">
      <dsp:nvSpPr>
        <dsp:cNvPr id="0" name=""/>
        <dsp:cNvSpPr/>
      </dsp:nvSpPr>
      <dsp:spPr>
        <a:xfrm>
          <a:off x="1381677" y="2327756"/>
          <a:ext cx="1243942" cy="674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810F2E-C3C2-4E24-A54D-D584A6BBD9E3}">
      <dsp:nvSpPr>
        <dsp:cNvPr id="0" name=""/>
        <dsp:cNvSpPr/>
      </dsp:nvSpPr>
      <dsp:spPr>
        <a:xfrm>
          <a:off x="1519893" y="2459061"/>
          <a:ext cx="1243942" cy="674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Compra, venta o intercambio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1519893" y="2459061"/>
        <a:ext cx="1243942" cy="674798"/>
      </dsp:txXfrm>
    </dsp:sp>
    <dsp:sp modelId="{8E3B4B0F-C19D-4415-A407-EE7C7737DC0C}">
      <dsp:nvSpPr>
        <dsp:cNvPr id="0" name=""/>
        <dsp:cNvSpPr/>
      </dsp:nvSpPr>
      <dsp:spPr>
        <a:xfrm>
          <a:off x="2971413" y="1451433"/>
          <a:ext cx="1105217" cy="5000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E97AED-55D0-4416-8B51-4A659862A108}">
      <dsp:nvSpPr>
        <dsp:cNvPr id="0" name=""/>
        <dsp:cNvSpPr/>
      </dsp:nvSpPr>
      <dsp:spPr>
        <a:xfrm>
          <a:off x="3109628" y="1582738"/>
          <a:ext cx="1105217" cy="5000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FINANCIERA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3109628" y="1582738"/>
        <a:ext cx="1105217" cy="500024"/>
      </dsp:txXfrm>
    </dsp:sp>
    <dsp:sp modelId="{F80B882D-2C7F-4C0C-8588-DD5A2DF856D9}">
      <dsp:nvSpPr>
        <dsp:cNvPr id="0" name=""/>
        <dsp:cNvSpPr/>
      </dsp:nvSpPr>
      <dsp:spPr>
        <a:xfrm>
          <a:off x="2902050" y="2313237"/>
          <a:ext cx="1243942" cy="7038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BEF833-D2F6-47DE-B7DE-B65E809D0DA3}">
      <dsp:nvSpPr>
        <dsp:cNvPr id="0" name=""/>
        <dsp:cNvSpPr/>
      </dsp:nvSpPr>
      <dsp:spPr>
        <a:xfrm>
          <a:off x="3040266" y="2444542"/>
          <a:ext cx="1243942" cy="703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Capital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3040266" y="2444542"/>
        <a:ext cx="1243942" cy="703835"/>
      </dsp:txXfrm>
    </dsp:sp>
    <dsp:sp modelId="{4CBF61EA-825E-4EC7-ADDE-5DF6A2DFD96A}">
      <dsp:nvSpPr>
        <dsp:cNvPr id="0" name=""/>
        <dsp:cNvSpPr/>
      </dsp:nvSpPr>
      <dsp:spPr>
        <a:xfrm>
          <a:off x="4576387" y="1451433"/>
          <a:ext cx="936016" cy="5145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E81F73-FF73-4772-AB50-01A2BA9527CD}">
      <dsp:nvSpPr>
        <dsp:cNvPr id="0" name=""/>
        <dsp:cNvSpPr/>
      </dsp:nvSpPr>
      <dsp:spPr>
        <a:xfrm>
          <a:off x="4714603" y="1582738"/>
          <a:ext cx="936016" cy="514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SEGURIDAD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4714603" y="1582738"/>
        <a:ext cx="936016" cy="514542"/>
      </dsp:txXfrm>
    </dsp:sp>
    <dsp:sp modelId="{A13909F3-8C8E-4B25-8638-1AD23A25F33E}">
      <dsp:nvSpPr>
        <dsp:cNvPr id="0" name=""/>
        <dsp:cNvSpPr/>
      </dsp:nvSpPr>
      <dsp:spPr>
        <a:xfrm>
          <a:off x="4422424" y="2327756"/>
          <a:ext cx="1243942" cy="674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A65902-B46E-4D07-B2D0-847DB5EFFBCE}">
      <dsp:nvSpPr>
        <dsp:cNvPr id="0" name=""/>
        <dsp:cNvSpPr/>
      </dsp:nvSpPr>
      <dsp:spPr>
        <a:xfrm>
          <a:off x="4560640" y="2459061"/>
          <a:ext cx="1243942" cy="674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Patrimonio y personal de trabajo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4560640" y="2459061"/>
        <a:ext cx="1243942" cy="674798"/>
      </dsp:txXfrm>
    </dsp:sp>
    <dsp:sp modelId="{EF22DFC7-90DA-49FF-8470-D51A3A8D0090}">
      <dsp:nvSpPr>
        <dsp:cNvPr id="0" name=""/>
        <dsp:cNvSpPr/>
      </dsp:nvSpPr>
      <dsp:spPr>
        <a:xfrm>
          <a:off x="6089191" y="1451433"/>
          <a:ext cx="951155" cy="5145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261F6A-61FE-4968-9705-5A6B5CA46A7E}">
      <dsp:nvSpPr>
        <dsp:cNvPr id="0" name=""/>
        <dsp:cNvSpPr/>
      </dsp:nvSpPr>
      <dsp:spPr>
        <a:xfrm>
          <a:off x="6227407" y="1582738"/>
          <a:ext cx="951155" cy="514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CONTABLE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6227407" y="1582738"/>
        <a:ext cx="951155" cy="514542"/>
      </dsp:txXfrm>
    </dsp:sp>
    <dsp:sp modelId="{B2C2D87C-0915-46D0-933A-F435D149AF9E}">
      <dsp:nvSpPr>
        <dsp:cNvPr id="0" name=""/>
        <dsp:cNvSpPr/>
      </dsp:nvSpPr>
      <dsp:spPr>
        <a:xfrm>
          <a:off x="5942798" y="2327756"/>
          <a:ext cx="1243942" cy="6747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0C1E1C-DFD1-40CF-A019-6A61C05C5DAE}">
      <dsp:nvSpPr>
        <dsp:cNvPr id="0" name=""/>
        <dsp:cNvSpPr/>
      </dsp:nvSpPr>
      <dsp:spPr>
        <a:xfrm>
          <a:off x="6081014" y="2459061"/>
          <a:ext cx="1243942" cy="674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Inventario,registro,balance,costos y estadísticas 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6081014" y="2459061"/>
        <a:ext cx="1243942" cy="674798"/>
      </dsp:txXfrm>
    </dsp:sp>
    <dsp:sp modelId="{D2FE9A08-A722-4489-A088-9430AF261236}">
      <dsp:nvSpPr>
        <dsp:cNvPr id="0" name=""/>
        <dsp:cNvSpPr/>
      </dsp:nvSpPr>
      <dsp:spPr>
        <a:xfrm>
          <a:off x="7659223" y="1451433"/>
          <a:ext cx="930083" cy="5145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AB678-4C19-4ADD-A80F-B4F1C8ED86D5}">
      <dsp:nvSpPr>
        <dsp:cNvPr id="0" name=""/>
        <dsp:cNvSpPr/>
      </dsp:nvSpPr>
      <dsp:spPr>
        <a:xfrm>
          <a:off x="7797439" y="1582738"/>
          <a:ext cx="930083" cy="514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ADMINISTRATIVA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7797439" y="1582738"/>
        <a:ext cx="930083" cy="514542"/>
      </dsp:txXfrm>
    </dsp:sp>
    <dsp:sp modelId="{C63911B2-AD79-41EF-B486-620780E18BDD}">
      <dsp:nvSpPr>
        <dsp:cNvPr id="0" name=""/>
        <dsp:cNvSpPr/>
      </dsp:nvSpPr>
      <dsp:spPr>
        <a:xfrm>
          <a:off x="7465858" y="2345039"/>
          <a:ext cx="1322186" cy="60628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AFD832-3F97-41FA-BE5F-711AE6676102}">
      <dsp:nvSpPr>
        <dsp:cNvPr id="0" name=""/>
        <dsp:cNvSpPr/>
      </dsp:nvSpPr>
      <dsp:spPr>
        <a:xfrm>
          <a:off x="7604074" y="2476344"/>
          <a:ext cx="1322186" cy="6062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kern="1200" dirty="0" smtClean="0">
              <a:solidFill>
                <a:srgbClr val="000000"/>
              </a:solidFill>
            </a:rPr>
            <a:t>Planear, organizar, dirigir, coordinar, controlar</a:t>
          </a:r>
          <a:endParaRPr lang="es-ES" sz="1000" kern="1200" dirty="0">
            <a:solidFill>
              <a:srgbClr val="000000"/>
            </a:solidFill>
          </a:endParaRPr>
        </a:p>
      </dsp:txBody>
      <dsp:txXfrm>
        <a:off x="7604074" y="2476344"/>
        <a:ext cx="1322186" cy="606282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8BD6E0E-B1B8-4D79-BF33-103263612927}">
      <dsp:nvSpPr>
        <dsp:cNvPr id="0" name=""/>
        <dsp:cNvSpPr/>
      </dsp:nvSpPr>
      <dsp:spPr>
        <a:xfrm rot="1609485">
          <a:off x="2501170" y="4152578"/>
          <a:ext cx="2180695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2180695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D34F26-327D-4349-BC93-27073D626E64}">
      <dsp:nvSpPr>
        <dsp:cNvPr id="0" name=""/>
        <dsp:cNvSpPr/>
      </dsp:nvSpPr>
      <dsp:spPr>
        <a:xfrm rot="21208583">
          <a:off x="2610487" y="2851520"/>
          <a:ext cx="2475611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2475611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11FA3F-43CE-4BE2-A423-545B22B6F8EA}">
      <dsp:nvSpPr>
        <dsp:cNvPr id="0" name=""/>
        <dsp:cNvSpPr/>
      </dsp:nvSpPr>
      <dsp:spPr>
        <a:xfrm rot="19457002">
          <a:off x="2456190" y="1836549"/>
          <a:ext cx="1725929" cy="65214"/>
        </a:xfrm>
        <a:custGeom>
          <a:avLst/>
          <a:gdLst/>
          <a:ahLst/>
          <a:cxnLst/>
          <a:rect l="0" t="0" r="0" b="0"/>
          <a:pathLst>
            <a:path>
              <a:moveTo>
                <a:pt x="0" y="32607"/>
              </a:moveTo>
              <a:lnTo>
                <a:pt x="1725929" y="32607"/>
              </a:lnTo>
            </a:path>
          </a:pathLst>
        </a:cu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0CEA60-22B2-4792-9EB3-519184CFE257}">
      <dsp:nvSpPr>
        <dsp:cNvPr id="0" name=""/>
        <dsp:cNvSpPr/>
      </dsp:nvSpPr>
      <dsp:spPr>
        <a:xfrm>
          <a:off x="0" y="1515725"/>
          <a:ext cx="3079996" cy="3079996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rgbClr val="FF0000">
              <a:alpha val="78000"/>
            </a:srgbClr>
          </a:solidFill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DB781-FDF0-4A11-8AEB-4393E62848D6}">
      <dsp:nvSpPr>
        <dsp:cNvPr id="0" name=""/>
        <dsp:cNvSpPr/>
      </dsp:nvSpPr>
      <dsp:spPr>
        <a:xfrm>
          <a:off x="3857658" y="0"/>
          <a:ext cx="1724205" cy="172420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3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3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/>
            <a:t>poder</a:t>
          </a:r>
          <a:endParaRPr lang="es-ES" sz="2300" b="1" u="sng" kern="1200" dirty="0"/>
        </a:p>
      </dsp:txBody>
      <dsp:txXfrm>
        <a:off x="3857658" y="0"/>
        <a:ext cx="1724205" cy="1724205"/>
      </dsp:txXfrm>
    </dsp:sp>
    <dsp:sp modelId="{DAA662D2-56DE-463B-BDE9-B874C6BF42D1}">
      <dsp:nvSpPr>
        <dsp:cNvPr id="0" name=""/>
        <dsp:cNvSpPr/>
      </dsp:nvSpPr>
      <dsp:spPr>
        <a:xfrm>
          <a:off x="5072100" y="1714520"/>
          <a:ext cx="1847997" cy="184799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4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4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solidFill>
            <a:srgbClr val="FF0000"/>
          </a:solidFill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/>
            <a:t>Agentes del cuerpo social</a:t>
          </a:r>
          <a:endParaRPr lang="es-ES" sz="2300" b="1" u="sng" kern="1200" dirty="0"/>
        </a:p>
      </dsp:txBody>
      <dsp:txXfrm>
        <a:off x="5072100" y="1714520"/>
        <a:ext cx="1847997" cy="1847997"/>
      </dsp:txXfrm>
    </dsp:sp>
    <dsp:sp modelId="{815E3474-904A-47A4-A1BD-9F3C5905F36B}">
      <dsp:nvSpPr>
        <dsp:cNvPr id="0" name=""/>
        <dsp:cNvSpPr/>
      </dsp:nvSpPr>
      <dsp:spPr>
        <a:xfrm>
          <a:off x="4328107" y="4286286"/>
          <a:ext cx="2581172" cy="184799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5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5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solidFill>
            <a:srgbClr val="FF0000"/>
          </a:solidFill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700" b="1" u="sng" kern="1200" dirty="0" smtClean="0"/>
            <a:t>Trabajo y su remuneración</a:t>
          </a:r>
          <a:endParaRPr lang="es-ES" sz="1700" b="1" u="sng" kern="1200" dirty="0"/>
        </a:p>
      </dsp:txBody>
      <dsp:txXfrm>
        <a:off x="4328107" y="4286286"/>
        <a:ext cx="2581172" cy="1847997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2E75F50-20B7-4288-8E2A-8A7E1C3A1B64}">
      <dsp:nvSpPr>
        <dsp:cNvPr id="0" name=""/>
        <dsp:cNvSpPr/>
      </dsp:nvSpPr>
      <dsp:spPr>
        <a:xfrm>
          <a:off x="3869122" y="821"/>
          <a:ext cx="1711629" cy="1046036"/>
        </a:xfrm>
        <a:prstGeom prst="rect">
          <a:avLst/>
        </a:prstGeom>
        <a:gradFill rotWithShape="1">
          <a:gsLst>
            <a:gs pos="0">
              <a:schemeClr val="accent5">
                <a:tint val="35000"/>
                <a:satMod val="260000"/>
              </a:schemeClr>
            </a:gs>
            <a:gs pos="30000">
              <a:schemeClr val="accent5">
                <a:tint val="38000"/>
                <a:satMod val="260000"/>
              </a:schemeClr>
            </a:gs>
            <a:gs pos="75000">
              <a:schemeClr val="accent5">
                <a:tint val="55000"/>
                <a:satMod val="255000"/>
              </a:schemeClr>
            </a:gs>
            <a:gs pos="100000">
              <a:schemeClr val="accent5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5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AUTORIDAD Y RESPONSABILIDAD</a:t>
          </a:r>
          <a:endParaRPr lang="es-ES" sz="2000" kern="1200" dirty="0"/>
        </a:p>
      </dsp:txBody>
      <dsp:txXfrm>
        <a:off x="3869122" y="821"/>
        <a:ext cx="1711629" cy="1046036"/>
      </dsp:txXfrm>
    </dsp:sp>
    <dsp:sp modelId="{0DF5CC27-633A-4945-98D9-9EF6CFF2E317}">
      <dsp:nvSpPr>
        <dsp:cNvPr id="0" name=""/>
        <dsp:cNvSpPr/>
      </dsp:nvSpPr>
      <dsp:spPr>
        <a:xfrm>
          <a:off x="929530" y="55996"/>
          <a:ext cx="5427615" cy="5427615"/>
        </a:xfrm>
        <a:prstGeom prst="circularArrow">
          <a:avLst>
            <a:gd name="adj1" fmla="val 3758"/>
            <a:gd name="adj2" fmla="val 234458"/>
            <a:gd name="adj3" fmla="val 19828612"/>
            <a:gd name="adj4" fmla="val 18976679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E9052C-C1DA-40A3-AC2B-CB0CC5E03F9C}">
      <dsp:nvSpPr>
        <dsp:cNvPr id="0" name=""/>
        <dsp:cNvSpPr/>
      </dsp:nvSpPr>
      <dsp:spPr>
        <a:xfrm>
          <a:off x="5217855" y="1692079"/>
          <a:ext cx="1711629" cy="1046036"/>
        </a:xfrm>
        <a:prstGeom prst="rect">
          <a:avLst/>
        </a:prstGeom>
        <a:gradFill rotWithShape="1">
          <a:gsLst>
            <a:gs pos="0">
              <a:schemeClr val="accent4">
                <a:tint val="35000"/>
                <a:satMod val="260000"/>
              </a:schemeClr>
            </a:gs>
            <a:gs pos="30000">
              <a:schemeClr val="accent4">
                <a:tint val="38000"/>
                <a:satMod val="260000"/>
              </a:schemeClr>
            </a:gs>
            <a:gs pos="75000">
              <a:schemeClr val="accent4">
                <a:tint val="55000"/>
                <a:satMod val="255000"/>
              </a:schemeClr>
            </a:gs>
            <a:gs pos="100000">
              <a:schemeClr val="accent4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4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DISCIPLINA</a:t>
          </a:r>
          <a:endParaRPr lang="es-ES" sz="2000" kern="1200" dirty="0"/>
        </a:p>
      </dsp:txBody>
      <dsp:txXfrm>
        <a:off x="5217855" y="1692079"/>
        <a:ext cx="1711629" cy="1046036"/>
      </dsp:txXfrm>
    </dsp:sp>
    <dsp:sp modelId="{B436CBFC-364B-4340-90B0-D383AAC52B29}">
      <dsp:nvSpPr>
        <dsp:cNvPr id="0" name=""/>
        <dsp:cNvSpPr/>
      </dsp:nvSpPr>
      <dsp:spPr>
        <a:xfrm>
          <a:off x="929530" y="55996"/>
          <a:ext cx="5427615" cy="5427615"/>
        </a:xfrm>
        <a:prstGeom prst="circularArrow">
          <a:avLst>
            <a:gd name="adj1" fmla="val 3758"/>
            <a:gd name="adj2" fmla="val 234458"/>
            <a:gd name="adj3" fmla="val 1231719"/>
            <a:gd name="adj4" fmla="val 21556298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6C936C-A91B-4006-9873-DEEFBCA77D8D}">
      <dsp:nvSpPr>
        <dsp:cNvPr id="0" name=""/>
        <dsp:cNvSpPr/>
      </dsp:nvSpPr>
      <dsp:spPr>
        <a:xfrm>
          <a:off x="4736498" y="3801042"/>
          <a:ext cx="1711629" cy="1046036"/>
        </a:xfrm>
        <a:prstGeom prst="rect">
          <a:avLst/>
        </a:prstGeom>
        <a:solidFill>
          <a:schemeClr val="accent2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UNIDAD DE MANDO</a:t>
          </a:r>
          <a:endParaRPr lang="es-ES" sz="2000" kern="1200" dirty="0"/>
        </a:p>
      </dsp:txBody>
      <dsp:txXfrm>
        <a:off x="4736498" y="3801042"/>
        <a:ext cx="1711629" cy="1046036"/>
      </dsp:txXfrm>
    </dsp:sp>
    <dsp:sp modelId="{4413F388-1B16-4ECC-9874-DE75B1BED9D1}">
      <dsp:nvSpPr>
        <dsp:cNvPr id="0" name=""/>
        <dsp:cNvSpPr/>
      </dsp:nvSpPr>
      <dsp:spPr>
        <a:xfrm>
          <a:off x="1000143" y="142893"/>
          <a:ext cx="5427615" cy="5427615"/>
        </a:xfrm>
        <a:prstGeom prst="circularArrow">
          <a:avLst>
            <a:gd name="adj1" fmla="val 3758"/>
            <a:gd name="adj2" fmla="val 234458"/>
            <a:gd name="adj3" fmla="val 3960822"/>
            <a:gd name="adj4" fmla="val 3386345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EE1950-C6FC-49EC-B54B-FF76506556EE}">
      <dsp:nvSpPr>
        <dsp:cNvPr id="0" name=""/>
        <dsp:cNvSpPr/>
      </dsp:nvSpPr>
      <dsp:spPr>
        <a:xfrm>
          <a:off x="2787523" y="4739619"/>
          <a:ext cx="1711629" cy="1046036"/>
        </a:xfrm>
        <a:prstGeom prst="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UNIDAD DE DIRECCION</a:t>
          </a:r>
          <a:endParaRPr lang="es-ES" sz="2000" kern="1200" dirty="0"/>
        </a:p>
      </dsp:txBody>
      <dsp:txXfrm>
        <a:off x="2787523" y="4739619"/>
        <a:ext cx="1711629" cy="1046036"/>
      </dsp:txXfrm>
    </dsp:sp>
    <dsp:sp modelId="{8E221A2D-A129-423F-9042-E816ACF627C0}">
      <dsp:nvSpPr>
        <dsp:cNvPr id="0" name=""/>
        <dsp:cNvSpPr/>
      </dsp:nvSpPr>
      <dsp:spPr>
        <a:xfrm>
          <a:off x="-142885" y="71411"/>
          <a:ext cx="7114356" cy="5427615"/>
        </a:xfrm>
        <a:prstGeom prst="circularArrow">
          <a:avLst>
            <a:gd name="adj1" fmla="val 3758"/>
            <a:gd name="adj2" fmla="val 234458"/>
            <a:gd name="adj3" fmla="val 7179197"/>
            <a:gd name="adj4" fmla="val 6604720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A6FB31-896C-44ED-9D09-FD7527A15FD9}">
      <dsp:nvSpPr>
        <dsp:cNvPr id="0" name=""/>
        <dsp:cNvSpPr/>
      </dsp:nvSpPr>
      <dsp:spPr>
        <a:xfrm>
          <a:off x="838548" y="3801042"/>
          <a:ext cx="1711629" cy="1046036"/>
        </a:xfrm>
        <a:prstGeom prst="rect">
          <a:avLst/>
        </a:prstGeom>
        <a:gradFill rotWithShape="1">
          <a:gsLst>
            <a:gs pos="0">
              <a:schemeClr val="accent1">
                <a:tint val="35000"/>
                <a:satMod val="260000"/>
              </a:schemeClr>
            </a:gs>
            <a:gs pos="30000">
              <a:schemeClr val="accent1">
                <a:tint val="38000"/>
                <a:satMod val="260000"/>
              </a:schemeClr>
            </a:gs>
            <a:gs pos="75000">
              <a:schemeClr val="accent1">
                <a:tint val="55000"/>
                <a:satMod val="255000"/>
              </a:schemeClr>
            </a:gs>
            <a:gs pos="100000">
              <a:schemeClr val="accent1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1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CENTRALIZACION</a:t>
          </a:r>
          <a:endParaRPr lang="es-ES" sz="2000" kern="1200" dirty="0"/>
        </a:p>
      </dsp:txBody>
      <dsp:txXfrm>
        <a:off x="838548" y="3801042"/>
        <a:ext cx="1711629" cy="1046036"/>
      </dsp:txXfrm>
    </dsp:sp>
    <dsp:sp modelId="{052E26C4-01AF-4A1C-85DB-A7F69D82530A}">
      <dsp:nvSpPr>
        <dsp:cNvPr id="0" name=""/>
        <dsp:cNvSpPr/>
      </dsp:nvSpPr>
      <dsp:spPr>
        <a:xfrm>
          <a:off x="785806" y="142893"/>
          <a:ext cx="5427615" cy="5427615"/>
        </a:xfrm>
        <a:prstGeom prst="circularArrow">
          <a:avLst>
            <a:gd name="adj1" fmla="val 3758"/>
            <a:gd name="adj2" fmla="val 234458"/>
            <a:gd name="adj3" fmla="val 10609244"/>
            <a:gd name="adj4" fmla="val 9333823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84080B-8C89-43DF-AAB1-979AF8F386D4}">
      <dsp:nvSpPr>
        <dsp:cNvPr id="0" name=""/>
        <dsp:cNvSpPr/>
      </dsp:nvSpPr>
      <dsp:spPr>
        <a:xfrm>
          <a:off x="357190" y="1692079"/>
          <a:ext cx="1711629" cy="1046036"/>
        </a:xfrm>
        <a:prstGeom prst="rect">
          <a:avLst/>
        </a:prstGeom>
        <a:gradFill rotWithShape="1">
          <a:gsLst>
            <a:gs pos="0">
              <a:schemeClr val="accent3">
                <a:tint val="35000"/>
                <a:satMod val="260000"/>
              </a:schemeClr>
            </a:gs>
            <a:gs pos="30000">
              <a:schemeClr val="accent3">
                <a:tint val="38000"/>
                <a:satMod val="260000"/>
              </a:schemeClr>
            </a:gs>
            <a:gs pos="75000">
              <a:schemeClr val="accent3">
                <a:tint val="55000"/>
                <a:satMod val="255000"/>
              </a:schemeClr>
            </a:gs>
            <a:gs pos="100000">
              <a:schemeClr val="accent3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3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CADENA ESCALAR</a:t>
          </a:r>
          <a:endParaRPr lang="es-ES" sz="2000" kern="1200" dirty="0"/>
        </a:p>
      </dsp:txBody>
      <dsp:txXfrm>
        <a:off x="357190" y="1692079"/>
        <a:ext cx="1711629" cy="1046036"/>
      </dsp:txXfrm>
    </dsp:sp>
    <dsp:sp modelId="{CF2988D8-4448-4769-B1A6-264A4C2D4EA0}">
      <dsp:nvSpPr>
        <dsp:cNvPr id="0" name=""/>
        <dsp:cNvSpPr/>
      </dsp:nvSpPr>
      <dsp:spPr>
        <a:xfrm>
          <a:off x="753754" y="-86314"/>
          <a:ext cx="5427615" cy="5427615"/>
        </a:xfrm>
        <a:prstGeom prst="circularArrow">
          <a:avLst>
            <a:gd name="adj1" fmla="val 3758"/>
            <a:gd name="adj2" fmla="val 234458"/>
            <a:gd name="adj3" fmla="val 13029242"/>
            <a:gd name="adj4" fmla="val 12206109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302B90-2951-48A7-95F7-3FF789D4CC00}">
      <dsp:nvSpPr>
        <dsp:cNvPr id="0" name=""/>
        <dsp:cNvSpPr/>
      </dsp:nvSpPr>
      <dsp:spPr>
        <a:xfrm>
          <a:off x="1643072" y="0"/>
          <a:ext cx="1711629" cy="1046036"/>
        </a:xfrm>
        <a:prstGeom prst="rect">
          <a:avLst/>
        </a:prstGeom>
        <a:gradFill rotWithShape="1">
          <a:gsLst>
            <a:gs pos="0">
              <a:schemeClr val="dk1">
                <a:tint val="35000"/>
                <a:satMod val="260000"/>
              </a:schemeClr>
            </a:gs>
            <a:gs pos="30000">
              <a:schemeClr val="dk1">
                <a:tint val="38000"/>
                <a:satMod val="260000"/>
              </a:schemeClr>
            </a:gs>
            <a:gs pos="75000">
              <a:schemeClr val="dk1">
                <a:tint val="55000"/>
                <a:satMod val="255000"/>
              </a:schemeClr>
            </a:gs>
            <a:gs pos="100000">
              <a:schemeClr val="dk1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dk1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000" kern="1200" dirty="0" smtClean="0"/>
            <a:t>ORDEN</a:t>
          </a:r>
          <a:endParaRPr lang="es-ES" sz="2000" kern="1200" dirty="0"/>
        </a:p>
      </dsp:txBody>
      <dsp:txXfrm>
        <a:off x="1643072" y="0"/>
        <a:ext cx="1711629" cy="1046036"/>
      </dsp:txXfrm>
    </dsp:sp>
    <dsp:sp modelId="{06539E13-8FEC-40D5-A9B6-6E1CE23F4AF3}">
      <dsp:nvSpPr>
        <dsp:cNvPr id="0" name=""/>
        <dsp:cNvSpPr/>
      </dsp:nvSpPr>
      <dsp:spPr>
        <a:xfrm>
          <a:off x="789856" y="54843"/>
          <a:ext cx="5427615" cy="5427615"/>
        </a:xfrm>
        <a:prstGeom prst="circularArrow">
          <a:avLst>
            <a:gd name="adj1" fmla="val 3758"/>
            <a:gd name="adj2" fmla="val 234458"/>
            <a:gd name="adj3" fmla="val 16470216"/>
            <a:gd name="adj4" fmla="val 15993325"/>
            <a:gd name="adj5" fmla="val 43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D6DF2C6-416D-4E29-B011-51B0691F1307}">
      <dsp:nvSpPr>
        <dsp:cNvPr id="0" name=""/>
        <dsp:cNvSpPr/>
      </dsp:nvSpPr>
      <dsp:spPr>
        <a:xfrm>
          <a:off x="2428856" y="0"/>
          <a:ext cx="1798471" cy="999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2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2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Director de fabrica</a:t>
          </a:r>
          <a:endParaRPr lang="es-ES" sz="2400" kern="1200" dirty="0"/>
        </a:p>
      </dsp:txBody>
      <dsp:txXfrm>
        <a:off x="2428856" y="0"/>
        <a:ext cx="1798471" cy="999150"/>
      </dsp:txXfrm>
    </dsp:sp>
    <dsp:sp modelId="{2966495D-047D-4F51-A5DF-16ECFAC019A3}">
      <dsp:nvSpPr>
        <dsp:cNvPr id="0" name=""/>
        <dsp:cNvSpPr/>
      </dsp:nvSpPr>
      <dsp:spPr>
        <a:xfrm rot="5563572">
          <a:off x="3104269" y="1024865"/>
          <a:ext cx="376211" cy="44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900" kern="1200"/>
        </a:p>
      </dsp:txBody>
      <dsp:txXfrm rot="5563572">
        <a:off x="3104269" y="1024865"/>
        <a:ext cx="376211" cy="449617"/>
      </dsp:txXfrm>
    </dsp:sp>
    <dsp:sp modelId="{2908B005-CC6E-4B5C-A1C8-BE4DEBE0184E}">
      <dsp:nvSpPr>
        <dsp:cNvPr id="0" name=""/>
        <dsp:cNvSpPr/>
      </dsp:nvSpPr>
      <dsp:spPr>
        <a:xfrm>
          <a:off x="2357421" y="1500198"/>
          <a:ext cx="1798471" cy="999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336281"/>
                <a:satOff val="-12229"/>
                <a:lumOff val="-1570"/>
                <a:alphaOff val="0"/>
                <a:shade val="63000"/>
                <a:satMod val="165000"/>
              </a:schemeClr>
            </a:gs>
            <a:gs pos="30000">
              <a:schemeClr val="accent2">
                <a:hueOff val="6336281"/>
                <a:satOff val="-12229"/>
                <a:lumOff val="-1570"/>
                <a:alphaOff val="0"/>
                <a:shade val="58000"/>
                <a:satMod val="165000"/>
              </a:schemeClr>
            </a:gs>
            <a:gs pos="75000">
              <a:schemeClr val="accent2">
                <a:hueOff val="6336281"/>
                <a:satOff val="-12229"/>
                <a:lumOff val="-1570"/>
                <a:alphaOff val="0"/>
                <a:shade val="30000"/>
                <a:satMod val="175000"/>
              </a:schemeClr>
            </a:gs>
            <a:gs pos="100000">
              <a:schemeClr val="accent2">
                <a:hueOff val="6336281"/>
                <a:satOff val="-12229"/>
                <a:lumOff val="-157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Capataz general</a:t>
          </a:r>
          <a:endParaRPr lang="es-ES" sz="2400" kern="1200" dirty="0"/>
        </a:p>
      </dsp:txBody>
      <dsp:txXfrm>
        <a:off x="2357421" y="1500198"/>
        <a:ext cx="1798471" cy="999150"/>
      </dsp:txXfrm>
    </dsp:sp>
    <dsp:sp modelId="{03755C3C-D5E6-4D0F-A090-27CE892469DA}">
      <dsp:nvSpPr>
        <dsp:cNvPr id="0" name=""/>
        <dsp:cNvSpPr/>
      </dsp:nvSpPr>
      <dsp:spPr>
        <a:xfrm rot="5332450">
          <a:off x="3083563" y="2524935"/>
          <a:ext cx="375664" cy="44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9504421"/>
            <a:satOff val="-18343"/>
            <a:lumOff val="-2355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900" kern="1200"/>
        </a:p>
      </dsp:txBody>
      <dsp:txXfrm rot="5332450">
        <a:off x="3083563" y="2524935"/>
        <a:ext cx="375664" cy="449617"/>
      </dsp:txXfrm>
    </dsp:sp>
    <dsp:sp modelId="{E16463E2-501C-4F80-ABF4-6A2565551543}">
      <dsp:nvSpPr>
        <dsp:cNvPr id="0" name=""/>
        <dsp:cNvSpPr/>
      </dsp:nvSpPr>
      <dsp:spPr>
        <a:xfrm>
          <a:off x="2386898" y="3000138"/>
          <a:ext cx="1798471" cy="999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2672561"/>
                <a:satOff val="-24457"/>
                <a:lumOff val="-3140"/>
                <a:alphaOff val="0"/>
                <a:shade val="63000"/>
                <a:satMod val="165000"/>
              </a:schemeClr>
            </a:gs>
            <a:gs pos="30000">
              <a:schemeClr val="accent2">
                <a:hueOff val="12672561"/>
                <a:satOff val="-24457"/>
                <a:lumOff val="-3140"/>
                <a:alphaOff val="0"/>
                <a:shade val="58000"/>
                <a:satMod val="165000"/>
              </a:schemeClr>
            </a:gs>
            <a:gs pos="75000">
              <a:schemeClr val="accent2">
                <a:hueOff val="12672561"/>
                <a:satOff val="-24457"/>
                <a:lumOff val="-3140"/>
                <a:alphaOff val="0"/>
                <a:shade val="30000"/>
                <a:satMod val="175000"/>
              </a:schemeClr>
            </a:gs>
            <a:gs pos="100000">
              <a:schemeClr val="accent2">
                <a:hueOff val="12672561"/>
                <a:satOff val="-24457"/>
                <a:lumOff val="-314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Supervisor directo</a:t>
          </a:r>
          <a:endParaRPr lang="es-ES" sz="2400" kern="1200" dirty="0"/>
        </a:p>
      </dsp:txBody>
      <dsp:txXfrm>
        <a:off x="2386898" y="3000138"/>
        <a:ext cx="1798471" cy="999150"/>
      </dsp:txXfrm>
    </dsp:sp>
    <dsp:sp modelId="{A3B76D1F-0490-4D74-A0B8-8791979042C3}">
      <dsp:nvSpPr>
        <dsp:cNvPr id="0" name=""/>
        <dsp:cNvSpPr/>
      </dsp:nvSpPr>
      <dsp:spPr>
        <a:xfrm rot="5400000">
          <a:off x="3098793" y="4024268"/>
          <a:ext cx="374681" cy="44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9008842"/>
            <a:satOff val="-36686"/>
            <a:lumOff val="-471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900" kern="1200"/>
        </a:p>
      </dsp:txBody>
      <dsp:txXfrm rot="5400000">
        <a:off x="3098793" y="4024268"/>
        <a:ext cx="374681" cy="449617"/>
      </dsp:txXfrm>
    </dsp:sp>
    <dsp:sp modelId="{A9FD0F34-B307-4A55-8552-4F4D4EE3CE50}">
      <dsp:nvSpPr>
        <dsp:cNvPr id="0" name=""/>
        <dsp:cNvSpPr/>
      </dsp:nvSpPr>
      <dsp:spPr>
        <a:xfrm>
          <a:off x="2386898" y="4498865"/>
          <a:ext cx="1798471" cy="99915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9008842"/>
                <a:satOff val="-36686"/>
                <a:lumOff val="-4710"/>
                <a:alphaOff val="0"/>
                <a:shade val="63000"/>
                <a:satMod val="165000"/>
              </a:schemeClr>
            </a:gs>
            <a:gs pos="30000">
              <a:schemeClr val="accent2">
                <a:hueOff val="19008842"/>
                <a:satOff val="-36686"/>
                <a:lumOff val="-4710"/>
                <a:alphaOff val="0"/>
                <a:shade val="58000"/>
                <a:satMod val="165000"/>
              </a:schemeClr>
            </a:gs>
            <a:gs pos="75000">
              <a:schemeClr val="accent2">
                <a:hueOff val="19008842"/>
                <a:satOff val="-36686"/>
                <a:lumOff val="-4710"/>
                <a:alphaOff val="0"/>
                <a:shade val="30000"/>
                <a:satMod val="175000"/>
              </a:schemeClr>
            </a:gs>
            <a:gs pos="100000">
              <a:schemeClr val="accent2">
                <a:hueOff val="19008842"/>
                <a:satOff val="-36686"/>
                <a:lumOff val="-471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operario</a:t>
          </a:r>
          <a:endParaRPr lang="es-ES" sz="2400" kern="1200" dirty="0"/>
        </a:p>
      </dsp:txBody>
      <dsp:txXfrm>
        <a:off x="2386898" y="4498865"/>
        <a:ext cx="1798471" cy="99915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F636F5D-78E0-460F-AC8C-2A66B8027CD7}">
      <dsp:nvSpPr>
        <dsp:cNvPr id="0" name=""/>
        <dsp:cNvSpPr/>
      </dsp:nvSpPr>
      <dsp:spPr>
        <a:xfrm>
          <a:off x="7591396" y="2877866"/>
          <a:ext cx="91440" cy="6517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1909"/>
              </a:lnTo>
              <a:lnTo>
                <a:pt x="82514" y="551909"/>
              </a:lnTo>
              <a:lnTo>
                <a:pt x="82514" y="65172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13B43-CF61-480C-961F-00BFDDE1F587}">
      <dsp:nvSpPr>
        <dsp:cNvPr id="0" name=""/>
        <dsp:cNvSpPr/>
      </dsp:nvSpPr>
      <dsp:spPr>
        <a:xfrm>
          <a:off x="3454016" y="1812968"/>
          <a:ext cx="4183100" cy="380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917"/>
              </a:lnTo>
              <a:lnTo>
                <a:pt x="4183100" y="280917"/>
              </a:lnTo>
              <a:lnTo>
                <a:pt x="4183100" y="38072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8D1373-5565-4A29-9988-8B5218027556}">
      <dsp:nvSpPr>
        <dsp:cNvPr id="0" name=""/>
        <dsp:cNvSpPr/>
      </dsp:nvSpPr>
      <dsp:spPr>
        <a:xfrm>
          <a:off x="3454016" y="1812968"/>
          <a:ext cx="2442547" cy="1187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87592"/>
              </a:lnTo>
              <a:lnTo>
                <a:pt x="2442547" y="1087592"/>
              </a:lnTo>
              <a:lnTo>
                <a:pt x="2442547" y="11874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4A5B7D-0C45-4BA1-9848-DE1621680ABB}">
      <dsp:nvSpPr>
        <dsp:cNvPr id="0" name=""/>
        <dsp:cNvSpPr/>
      </dsp:nvSpPr>
      <dsp:spPr>
        <a:xfrm>
          <a:off x="3454016" y="1812968"/>
          <a:ext cx="439650" cy="627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7560"/>
              </a:lnTo>
              <a:lnTo>
                <a:pt x="439650" y="527560"/>
              </a:lnTo>
              <a:lnTo>
                <a:pt x="439650" y="62737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BF330-BFD6-468C-9330-7E5F9F9385B2}">
      <dsp:nvSpPr>
        <dsp:cNvPr id="0" name=""/>
        <dsp:cNvSpPr/>
      </dsp:nvSpPr>
      <dsp:spPr>
        <a:xfrm>
          <a:off x="2031989" y="1812968"/>
          <a:ext cx="1422027" cy="788459"/>
        </a:xfrm>
        <a:custGeom>
          <a:avLst/>
          <a:gdLst/>
          <a:ahLst/>
          <a:cxnLst/>
          <a:rect l="0" t="0" r="0" b="0"/>
          <a:pathLst>
            <a:path>
              <a:moveTo>
                <a:pt x="1422027" y="0"/>
              </a:moveTo>
              <a:lnTo>
                <a:pt x="1422027" y="688647"/>
              </a:lnTo>
              <a:lnTo>
                <a:pt x="0" y="688647"/>
              </a:lnTo>
              <a:lnTo>
                <a:pt x="0" y="78845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D830A-E2D4-44C3-948B-18C770D2F3E9}">
      <dsp:nvSpPr>
        <dsp:cNvPr id="0" name=""/>
        <dsp:cNvSpPr/>
      </dsp:nvSpPr>
      <dsp:spPr>
        <a:xfrm>
          <a:off x="373280" y="2834154"/>
          <a:ext cx="91440" cy="879269"/>
        </a:xfrm>
        <a:custGeom>
          <a:avLst/>
          <a:gdLst/>
          <a:ahLst/>
          <a:cxnLst/>
          <a:rect l="0" t="0" r="0" b="0"/>
          <a:pathLst>
            <a:path>
              <a:moveTo>
                <a:pt x="49833" y="0"/>
              </a:moveTo>
              <a:lnTo>
                <a:pt x="49833" y="779457"/>
              </a:lnTo>
              <a:lnTo>
                <a:pt x="45720" y="779457"/>
              </a:lnTo>
              <a:lnTo>
                <a:pt x="45720" y="87926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1C1959-025B-454E-A543-2C86CD5E790D}">
      <dsp:nvSpPr>
        <dsp:cNvPr id="0" name=""/>
        <dsp:cNvSpPr/>
      </dsp:nvSpPr>
      <dsp:spPr>
        <a:xfrm>
          <a:off x="423114" y="1812968"/>
          <a:ext cx="3030901" cy="337017"/>
        </a:xfrm>
        <a:custGeom>
          <a:avLst/>
          <a:gdLst/>
          <a:ahLst/>
          <a:cxnLst/>
          <a:rect l="0" t="0" r="0" b="0"/>
          <a:pathLst>
            <a:path>
              <a:moveTo>
                <a:pt x="3030901" y="0"/>
              </a:moveTo>
              <a:lnTo>
                <a:pt x="3030901" y="237206"/>
              </a:lnTo>
              <a:lnTo>
                <a:pt x="0" y="237206"/>
              </a:lnTo>
              <a:lnTo>
                <a:pt x="0" y="3370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5A0998-F30F-4187-945F-489065100B43}">
      <dsp:nvSpPr>
        <dsp:cNvPr id="0" name=""/>
        <dsp:cNvSpPr/>
      </dsp:nvSpPr>
      <dsp:spPr>
        <a:xfrm>
          <a:off x="2620279" y="1128800"/>
          <a:ext cx="1667473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B3F1EE4-A179-46E5-8864-82272F77CE81}">
      <dsp:nvSpPr>
        <dsp:cNvPr id="0" name=""/>
        <dsp:cNvSpPr/>
      </dsp:nvSpPr>
      <dsp:spPr>
        <a:xfrm>
          <a:off x="2739993" y="1242529"/>
          <a:ext cx="1667473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GERENCIA</a:t>
          </a:r>
          <a:endParaRPr lang="es-ES" sz="1600" kern="1200" dirty="0"/>
        </a:p>
      </dsp:txBody>
      <dsp:txXfrm>
        <a:off x="2739993" y="1242529"/>
        <a:ext cx="1667473" cy="684168"/>
      </dsp:txXfrm>
    </dsp:sp>
    <dsp:sp modelId="{B19B8F6D-EA65-4A35-9016-41265336167E}">
      <dsp:nvSpPr>
        <dsp:cNvPr id="0" name=""/>
        <dsp:cNvSpPr/>
      </dsp:nvSpPr>
      <dsp:spPr>
        <a:xfrm>
          <a:off x="-115600" y="2149986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6F800F-DD83-4E2D-97F5-A76882748E06}">
      <dsp:nvSpPr>
        <dsp:cNvPr id="0" name=""/>
        <dsp:cNvSpPr/>
      </dsp:nvSpPr>
      <dsp:spPr>
        <a:xfrm>
          <a:off x="4113" y="2263715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900" kern="1200" dirty="0" smtClean="0"/>
            <a:t>JEFE DE NEGOCIOS</a:t>
          </a:r>
          <a:endParaRPr lang="es-ES" sz="900" kern="1200" dirty="0"/>
        </a:p>
      </dsp:txBody>
      <dsp:txXfrm>
        <a:off x="4113" y="2263715"/>
        <a:ext cx="1077430" cy="684168"/>
      </dsp:txXfrm>
    </dsp:sp>
    <dsp:sp modelId="{4D3B12EB-2F90-4E9B-961C-356860F83A2A}">
      <dsp:nvSpPr>
        <dsp:cNvPr id="0" name=""/>
        <dsp:cNvSpPr/>
      </dsp:nvSpPr>
      <dsp:spPr>
        <a:xfrm>
          <a:off x="-119714" y="3713423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767F450-42FF-456C-A6FB-4D13BF4A666B}">
      <dsp:nvSpPr>
        <dsp:cNvPr id="0" name=""/>
        <dsp:cNvSpPr/>
      </dsp:nvSpPr>
      <dsp:spPr>
        <a:xfrm>
          <a:off x="0" y="3827152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900" kern="1200" dirty="0" smtClean="0"/>
            <a:t>CONSULTORES</a:t>
          </a:r>
          <a:endParaRPr lang="es-ES" sz="900" kern="1200" dirty="0"/>
        </a:p>
      </dsp:txBody>
      <dsp:txXfrm>
        <a:off x="0" y="3827152"/>
        <a:ext cx="1077430" cy="684168"/>
      </dsp:txXfrm>
    </dsp:sp>
    <dsp:sp modelId="{0F298392-5C18-48E5-A001-9B966CAB0065}">
      <dsp:nvSpPr>
        <dsp:cNvPr id="0" name=""/>
        <dsp:cNvSpPr/>
      </dsp:nvSpPr>
      <dsp:spPr>
        <a:xfrm>
          <a:off x="1493274" y="2601428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965E194-7289-4FE2-BE47-FBCA477CB9FA}">
      <dsp:nvSpPr>
        <dsp:cNvPr id="0" name=""/>
        <dsp:cNvSpPr/>
      </dsp:nvSpPr>
      <dsp:spPr>
        <a:xfrm>
          <a:off x="1612988" y="2715156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200" kern="1200" dirty="0" smtClean="0"/>
            <a:t>JEFE DE NEGOCIOS </a:t>
          </a: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050" kern="1200" dirty="0"/>
        </a:p>
      </dsp:txBody>
      <dsp:txXfrm>
        <a:off x="1612988" y="2715156"/>
        <a:ext cx="1077430" cy="684168"/>
      </dsp:txXfrm>
    </dsp:sp>
    <dsp:sp modelId="{5CF8193C-D8F1-4507-88F0-B2B545A044F1}">
      <dsp:nvSpPr>
        <dsp:cNvPr id="0" name=""/>
        <dsp:cNvSpPr/>
      </dsp:nvSpPr>
      <dsp:spPr>
        <a:xfrm>
          <a:off x="3234780" y="2440340"/>
          <a:ext cx="1317772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150E26F-6AE7-4D21-BB8D-6EF070CEE86D}">
      <dsp:nvSpPr>
        <dsp:cNvPr id="0" name=""/>
        <dsp:cNvSpPr/>
      </dsp:nvSpPr>
      <dsp:spPr>
        <a:xfrm>
          <a:off x="3354495" y="2554069"/>
          <a:ext cx="1317772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JEFE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DE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DESARROLLO</a:t>
          </a:r>
          <a:endParaRPr lang="es-ES" sz="1050" kern="1200" dirty="0"/>
        </a:p>
      </dsp:txBody>
      <dsp:txXfrm>
        <a:off x="3354495" y="2554069"/>
        <a:ext cx="1317772" cy="684168"/>
      </dsp:txXfrm>
    </dsp:sp>
    <dsp:sp modelId="{92FC5857-A648-47D5-8ACB-06F24032E3DF}">
      <dsp:nvSpPr>
        <dsp:cNvPr id="0" name=""/>
        <dsp:cNvSpPr/>
      </dsp:nvSpPr>
      <dsp:spPr>
        <a:xfrm>
          <a:off x="5357848" y="3000373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C419EE-26F2-4207-A451-148DDE3BB2E7}">
      <dsp:nvSpPr>
        <dsp:cNvPr id="0" name=""/>
        <dsp:cNvSpPr/>
      </dsp:nvSpPr>
      <dsp:spPr>
        <a:xfrm>
          <a:off x="5477563" y="3114102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JEFE DE PROYECTO n</a:t>
          </a:r>
          <a:endParaRPr lang="es-ES" sz="1050" kern="1200" dirty="0"/>
        </a:p>
      </dsp:txBody>
      <dsp:txXfrm>
        <a:off x="5477563" y="3114102"/>
        <a:ext cx="1077430" cy="684168"/>
      </dsp:txXfrm>
    </dsp:sp>
    <dsp:sp modelId="{58687D20-AED7-42DB-80E6-200B2582364E}">
      <dsp:nvSpPr>
        <dsp:cNvPr id="0" name=""/>
        <dsp:cNvSpPr/>
      </dsp:nvSpPr>
      <dsp:spPr>
        <a:xfrm>
          <a:off x="6917678" y="2193698"/>
          <a:ext cx="1438875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A5090B-CB7E-416F-A860-0C400A7082A3}">
      <dsp:nvSpPr>
        <dsp:cNvPr id="0" name=""/>
        <dsp:cNvSpPr/>
      </dsp:nvSpPr>
      <dsp:spPr>
        <a:xfrm>
          <a:off x="7037393" y="2307426"/>
          <a:ext cx="1438875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ADMINISTRACION</a:t>
          </a:r>
          <a:endParaRPr lang="es-ES" sz="1050" kern="1200" dirty="0"/>
        </a:p>
      </dsp:txBody>
      <dsp:txXfrm>
        <a:off x="7037393" y="2307426"/>
        <a:ext cx="1438875" cy="684168"/>
      </dsp:txXfrm>
    </dsp:sp>
    <dsp:sp modelId="{B17AA2C2-D480-494F-87FD-142284B19E20}">
      <dsp:nvSpPr>
        <dsp:cNvPr id="0" name=""/>
        <dsp:cNvSpPr/>
      </dsp:nvSpPr>
      <dsp:spPr>
        <a:xfrm>
          <a:off x="6809774" y="3529587"/>
          <a:ext cx="1728273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B91ED07-2A1D-41DD-AF2A-ABABC6205890}">
      <dsp:nvSpPr>
        <dsp:cNvPr id="0" name=""/>
        <dsp:cNvSpPr/>
      </dsp:nvSpPr>
      <dsp:spPr>
        <a:xfrm>
          <a:off x="6929488" y="3643316"/>
          <a:ext cx="1728273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CONTABILIDAD  Y FINANZAS</a:t>
          </a:r>
          <a:endParaRPr lang="es-ES" sz="1050" kern="1200" dirty="0"/>
        </a:p>
      </dsp:txBody>
      <dsp:txXfrm>
        <a:off x="6929488" y="3643316"/>
        <a:ext cx="1728273" cy="684168"/>
      </dsp:txXfrm>
    </dsp:sp>
    <dsp:sp modelId="{8D883144-EEDD-4613-AC7F-43B4E071AB7F}">
      <dsp:nvSpPr>
        <dsp:cNvPr id="0" name=""/>
        <dsp:cNvSpPr/>
      </dsp:nvSpPr>
      <dsp:spPr>
        <a:xfrm>
          <a:off x="1587942" y="3705576"/>
          <a:ext cx="1483793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5006AB1-722F-4A2E-B1AB-EEEC08D5D62E}">
      <dsp:nvSpPr>
        <dsp:cNvPr id="0" name=""/>
        <dsp:cNvSpPr/>
      </dsp:nvSpPr>
      <dsp:spPr>
        <a:xfrm>
          <a:off x="1707656" y="3819304"/>
          <a:ext cx="1483793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CONSULTORES</a:t>
          </a:r>
          <a:endParaRPr lang="es-ES" sz="1050" kern="1200" dirty="0"/>
        </a:p>
      </dsp:txBody>
      <dsp:txXfrm>
        <a:off x="1707656" y="3819304"/>
        <a:ext cx="1483793" cy="684168"/>
      </dsp:txXfrm>
    </dsp:sp>
    <dsp:sp modelId="{3E66E807-1754-4E96-A59C-6BCCE3D77A20}">
      <dsp:nvSpPr>
        <dsp:cNvPr id="0" name=""/>
        <dsp:cNvSpPr/>
      </dsp:nvSpPr>
      <dsp:spPr>
        <a:xfrm>
          <a:off x="3576955" y="3380972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9F2DB43-14C5-47FA-9091-4B2DE1304500}">
      <dsp:nvSpPr>
        <dsp:cNvPr id="0" name=""/>
        <dsp:cNvSpPr/>
      </dsp:nvSpPr>
      <dsp:spPr>
        <a:xfrm>
          <a:off x="3696670" y="3494701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JEFE DE PROYECTO 1</a:t>
          </a:r>
          <a:endParaRPr lang="es-ES" sz="1050" kern="1200" dirty="0"/>
        </a:p>
      </dsp:txBody>
      <dsp:txXfrm>
        <a:off x="3696670" y="3494701"/>
        <a:ext cx="1077430" cy="684168"/>
      </dsp:txXfrm>
    </dsp:sp>
    <dsp:sp modelId="{26DA3791-21CF-40E2-90E6-EED9BC09F86D}">
      <dsp:nvSpPr>
        <dsp:cNvPr id="0" name=""/>
        <dsp:cNvSpPr/>
      </dsp:nvSpPr>
      <dsp:spPr>
        <a:xfrm>
          <a:off x="5286408" y="4143382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EBDB1D3-7E89-4E58-B511-EE39F719E44C}">
      <dsp:nvSpPr>
        <dsp:cNvPr id="0" name=""/>
        <dsp:cNvSpPr/>
      </dsp:nvSpPr>
      <dsp:spPr>
        <a:xfrm>
          <a:off x="5406123" y="4257110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GRUPO DE INGENIERIA n</a:t>
          </a:r>
          <a:endParaRPr lang="es-ES" sz="1050" kern="1200" dirty="0"/>
        </a:p>
      </dsp:txBody>
      <dsp:txXfrm>
        <a:off x="5406123" y="4257110"/>
        <a:ext cx="1077430" cy="684168"/>
      </dsp:txXfrm>
    </dsp:sp>
    <dsp:sp modelId="{A7A796E5-66D4-4031-8C9F-6BE40AF197A4}">
      <dsp:nvSpPr>
        <dsp:cNvPr id="0" name=""/>
        <dsp:cNvSpPr/>
      </dsp:nvSpPr>
      <dsp:spPr>
        <a:xfrm>
          <a:off x="7309835" y="4672593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6A9C0B-5D04-402E-A516-05AC0E22932E}">
      <dsp:nvSpPr>
        <dsp:cNvPr id="0" name=""/>
        <dsp:cNvSpPr/>
      </dsp:nvSpPr>
      <dsp:spPr>
        <a:xfrm>
          <a:off x="7429550" y="4786321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RECURSOS HUMANOS</a:t>
          </a:r>
          <a:endParaRPr lang="es-ES" sz="1050" kern="1200" dirty="0"/>
        </a:p>
      </dsp:txBody>
      <dsp:txXfrm>
        <a:off x="7429550" y="4786321"/>
        <a:ext cx="1077430" cy="684168"/>
      </dsp:txXfrm>
    </dsp:sp>
    <dsp:sp modelId="{4F7C9840-4321-4F1A-A0E7-215A9633D69A}">
      <dsp:nvSpPr>
        <dsp:cNvPr id="0" name=""/>
        <dsp:cNvSpPr/>
      </dsp:nvSpPr>
      <dsp:spPr>
        <a:xfrm>
          <a:off x="3647243" y="4365052"/>
          <a:ext cx="1077430" cy="6841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B8A98A-09A5-4546-A73D-000F4CDFB379}">
      <dsp:nvSpPr>
        <dsp:cNvPr id="0" name=""/>
        <dsp:cNvSpPr/>
      </dsp:nvSpPr>
      <dsp:spPr>
        <a:xfrm>
          <a:off x="3766958" y="4478781"/>
          <a:ext cx="1077430" cy="6841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0000" dir="5400000" rotWithShape="0">
            <a:srgbClr val="000000">
              <a:alpha val="42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50" kern="1200" dirty="0" smtClean="0"/>
            <a:t>Grupo de ingeniería 1</a:t>
          </a:r>
          <a:endParaRPr lang="es-ES" sz="1050" kern="1200" dirty="0"/>
        </a:p>
      </dsp:txBody>
      <dsp:txXfrm>
        <a:off x="3766958" y="4478781"/>
        <a:ext cx="1077430" cy="684168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0C5D1F7-1448-42E0-B8E8-B0742A80997A}">
      <dsp:nvSpPr>
        <dsp:cNvPr id="0" name=""/>
        <dsp:cNvSpPr/>
      </dsp:nvSpPr>
      <dsp:spPr>
        <a:xfrm>
          <a:off x="2681251" y="1951"/>
          <a:ext cx="2105097" cy="112816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smtClean="0"/>
            <a:t>SUBORDINACION </a:t>
          </a:r>
          <a:r>
            <a:rPr lang="es-ES" sz="1400" kern="1200" dirty="0" smtClean="0"/>
            <a:t>DE LOS INTERESES PARTICULARES A LOS GENERALES</a:t>
          </a:r>
          <a:endParaRPr lang="es-ES" sz="1400" kern="1200" dirty="0"/>
        </a:p>
      </dsp:txBody>
      <dsp:txXfrm>
        <a:off x="2681251" y="1951"/>
        <a:ext cx="2105097" cy="1128161"/>
      </dsp:txXfrm>
    </dsp:sp>
    <dsp:sp modelId="{5A55A38B-E0E3-408F-A9AA-599D2BBFE6BD}">
      <dsp:nvSpPr>
        <dsp:cNvPr id="0" name=""/>
        <dsp:cNvSpPr/>
      </dsp:nvSpPr>
      <dsp:spPr>
        <a:xfrm>
          <a:off x="1478724" y="566032"/>
          <a:ext cx="4510151" cy="4510151"/>
        </a:xfrm>
        <a:custGeom>
          <a:avLst/>
          <a:gdLst/>
          <a:ahLst/>
          <a:cxnLst/>
          <a:rect l="0" t="0" r="0" b="0"/>
          <a:pathLst>
            <a:path>
              <a:moveTo>
                <a:pt x="3317322" y="265855"/>
              </a:moveTo>
              <a:arcTo wR="2255075" hR="2255075" stAng="17886137" swAng="165728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6A32FF-5CAD-4B9C-8CAD-683211452AC7}">
      <dsp:nvSpPr>
        <dsp:cNvPr id="0" name=""/>
        <dsp:cNvSpPr/>
      </dsp:nvSpPr>
      <dsp:spPr>
        <a:xfrm>
          <a:off x="5010687" y="1560170"/>
          <a:ext cx="1735633" cy="112816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EQUIDAD</a:t>
          </a:r>
          <a:endParaRPr lang="es-ES" sz="1600" kern="1200" dirty="0"/>
        </a:p>
      </dsp:txBody>
      <dsp:txXfrm>
        <a:off x="5010687" y="1560170"/>
        <a:ext cx="1735633" cy="1128161"/>
      </dsp:txXfrm>
    </dsp:sp>
    <dsp:sp modelId="{445E2219-FF8F-4DD7-90F8-419186D7209F}">
      <dsp:nvSpPr>
        <dsp:cNvPr id="0" name=""/>
        <dsp:cNvSpPr/>
      </dsp:nvSpPr>
      <dsp:spPr>
        <a:xfrm>
          <a:off x="1478724" y="566032"/>
          <a:ext cx="4510151" cy="4510151"/>
        </a:xfrm>
        <a:custGeom>
          <a:avLst/>
          <a:gdLst/>
          <a:ahLst/>
          <a:cxnLst/>
          <a:rect l="0" t="0" r="0" b="0"/>
          <a:pathLst>
            <a:path>
              <a:moveTo>
                <a:pt x="4507043" y="2136720"/>
              </a:moveTo>
              <a:arcTo wR="2255075" hR="2255075" stAng="21419490" swAng="219718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FFF85-CF6D-4AA1-9713-A2A2076AD658}">
      <dsp:nvSpPr>
        <dsp:cNvPr id="0" name=""/>
        <dsp:cNvSpPr/>
      </dsp:nvSpPr>
      <dsp:spPr>
        <a:xfrm>
          <a:off x="4191483" y="4081422"/>
          <a:ext cx="1735633" cy="112816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ESTABILIDAD DEL PERSONAL</a:t>
          </a:r>
          <a:endParaRPr lang="es-ES" sz="1600" kern="1200" dirty="0"/>
        </a:p>
      </dsp:txBody>
      <dsp:txXfrm>
        <a:off x="4191483" y="4081422"/>
        <a:ext cx="1735633" cy="1128161"/>
      </dsp:txXfrm>
    </dsp:sp>
    <dsp:sp modelId="{917E129D-7217-48D9-A74E-CB4DEF656430}">
      <dsp:nvSpPr>
        <dsp:cNvPr id="0" name=""/>
        <dsp:cNvSpPr/>
      </dsp:nvSpPr>
      <dsp:spPr>
        <a:xfrm>
          <a:off x="1478724" y="566032"/>
          <a:ext cx="4510151" cy="4510151"/>
        </a:xfrm>
        <a:custGeom>
          <a:avLst/>
          <a:gdLst/>
          <a:ahLst/>
          <a:cxnLst/>
          <a:rect l="0" t="0" r="0" b="0"/>
          <a:pathLst>
            <a:path>
              <a:moveTo>
                <a:pt x="2703792" y="4465058"/>
              </a:moveTo>
              <a:arcTo wR="2255075" hR="2255075" stAng="4711358" swAng="1377283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44390A-728F-4F07-8DFC-F2DD539BA339}">
      <dsp:nvSpPr>
        <dsp:cNvPr id="0" name=""/>
        <dsp:cNvSpPr/>
      </dsp:nvSpPr>
      <dsp:spPr>
        <a:xfrm>
          <a:off x="1540482" y="4081422"/>
          <a:ext cx="1735633" cy="112816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INICIATIVA DEL PERSONAL</a:t>
          </a:r>
          <a:endParaRPr lang="es-ES" sz="1600" kern="1200" dirty="0"/>
        </a:p>
      </dsp:txBody>
      <dsp:txXfrm>
        <a:off x="1540482" y="4081422"/>
        <a:ext cx="1735633" cy="1128161"/>
      </dsp:txXfrm>
    </dsp:sp>
    <dsp:sp modelId="{1EAE91AC-3770-4A7B-8A2C-A7BFA01DBFB4}">
      <dsp:nvSpPr>
        <dsp:cNvPr id="0" name=""/>
        <dsp:cNvSpPr/>
      </dsp:nvSpPr>
      <dsp:spPr>
        <a:xfrm>
          <a:off x="1478724" y="566032"/>
          <a:ext cx="4510151" cy="4510151"/>
        </a:xfrm>
        <a:custGeom>
          <a:avLst/>
          <a:gdLst/>
          <a:ahLst/>
          <a:cxnLst/>
          <a:rect l="0" t="0" r="0" b="0"/>
          <a:pathLst>
            <a:path>
              <a:moveTo>
                <a:pt x="377022" y="3503387"/>
              </a:moveTo>
              <a:arcTo wR="2255075" hR="2255075" stAng="8783320" swAng="2197189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C6A1C-9522-4A95-BF41-4C56965F1970}">
      <dsp:nvSpPr>
        <dsp:cNvPr id="0" name=""/>
        <dsp:cNvSpPr/>
      </dsp:nvSpPr>
      <dsp:spPr>
        <a:xfrm>
          <a:off x="721278" y="1560170"/>
          <a:ext cx="1735633" cy="112816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63000"/>
                <a:satMod val="165000"/>
              </a:schemeClr>
            </a:gs>
            <a:gs pos="30000">
              <a:schemeClr val="accent1">
                <a:hueOff val="0"/>
                <a:satOff val="0"/>
                <a:lumOff val="0"/>
                <a:alphaOff val="0"/>
                <a:shade val="58000"/>
                <a:satMod val="165000"/>
              </a:schemeClr>
            </a:gs>
            <a:gs pos="75000">
              <a:schemeClr val="accent1">
                <a:hueOff val="0"/>
                <a:satOff val="0"/>
                <a:lumOff val="0"/>
                <a:alphaOff val="0"/>
                <a:shade val="30000"/>
                <a:satMod val="17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600" kern="1200" dirty="0" smtClean="0"/>
            <a:t>UNION DEL PERSONAL</a:t>
          </a:r>
          <a:endParaRPr lang="es-ES" sz="1600" kern="1200" dirty="0"/>
        </a:p>
      </dsp:txBody>
      <dsp:txXfrm>
        <a:off x="721278" y="1560170"/>
        <a:ext cx="1735633" cy="1128161"/>
      </dsp:txXfrm>
    </dsp:sp>
    <dsp:sp modelId="{1D52B324-58D1-467D-84BE-5CA719435313}">
      <dsp:nvSpPr>
        <dsp:cNvPr id="0" name=""/>
        <dsp:cNvSpPr/>
      </dsp:nvSpPr>
      <dsp:spPr>
        <a:xfrm>
          <a:off x="1478724" y="566032"/>
          <a:ext cx="4510151" cy="4510151"/>
        </a:xfrm>
        <a:custGeom>
          <a:avLst/>
          <a:gdLst/>
          <a:ahLst/>
          <a:cxnLst/>
          <a:rect l="0" t="0" r="0" b="0"/>
          <a:pathLst>
            <a:path>
              <a:moveTo>
                <a:pt x="391637" y="985050"/>
              </a:moveTo>
              <a:arcTo wR="2255075" hR="2255075" stAng="12856582" swAng="1657282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961F93A-480B-4F83-9ABA-8905BF77402D}">
      <dsp:nvSpPr>
        <dsp:cNvPr id="0" name=""/>
        <dsp:cNvSpPr/>
      </dsp:nvSpPr>
      <dsp:spPr>
        <a:xfrm>
          <a:off x="553992" y="131908"/>
          <a:ext cx="1989173" cy="16809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División del trabajo</a:t>
          </a:r>
          <a:endParaRPr lang="es-ES" sz="2400" kern="1200" dirty="0"/>
        </a:p>
      </dsp:txBody>
      <dsp:txXfrm>
        <a:off x="553992" y="131908"/>
        <a:ext cx="1989173" cy="1680939"/>
      </dsp:txXfrm>
    </dsp:sp>
    <dsp:sp modelId="{E70DA49B-4242-4354-A0CB-4C0B716C8745}">
      <dsp:nvSpPr>
        <dsp:cNvPr id="0" name=""/>
        <dsp:cNvSpPr/>
      </dsp:nvSpPr>
      <dsp:spPr>
        <a:xfrm>
          <a:off x="1061106" y="1949340"/>
          <a:ext cx="974944" cy="974944"/>
        </a:xfrm>
        <a:prstGeom prst="mathPlus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1600" kern="1200"/>
        </a:p>
      </dsp:txBody>
      <dsp:txXfrm>
        <a:off x="1061106" y="1949340"/>
        <a:ext cx="974944" cy="974944"/>
      </dsp:txXfrm>
    </dsp:sp>
    <dsp:sp modelId="{415FA160-7D81-4C50-ACDF-416094694179}">
      <dsp:nvSpPr>
        <dsp:cNvPr id="0" name=""/>
        <dsp:cNvSpPr/>
      </dsp:nvSpPr>
      <dsp:spPr>
        <a:xfrm>
          <a:off x="2123" y="3060777"/>
          <a:ext cx="3092911" cy="1680939"/>
        </a:xfrm>
        <a:prstGeom prst="ellipse">
          <a:avLst/>
        </a:prstGeom>
        <a:solidFill>
          <a:schemeClr val="accent3">
            <a:hueOff val="-8413219"/>
            <a:satOff val="-4326"/>
            <a:lumOff val="-186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kern="1200" dirty="0" smtClean="0"/>
            <a:t>remuneración</a:t>
          </a:r>
          <a:endParaRPr lang="es-ES" sz="2400" kern="1200" dirty="0"/>
        </a:p>
      </dsp:txBody>
      <dsp:txXfrm>
        <a:off x="2123" y="3060777"/>
        <a:ext cx="3092911" cy="1680939"/>
      </dsp:txXfrm>
    </dsp:sp>
    <dsp:sp modelId="{7B8E6C7F-C9AE-4A08-B096-8F534C89638F}">
      <dsp:nvSpPr>
        <dsp:cNvPr id="0" name=""/>
        <dsp:cNvSpPr/>
      </dsp:nvSpPr>
      <dsp:spPr>
        <a:xfrm>
          <a:off x="3347175" y="2124157"/>
          <a:ext cx="534538" cy="6253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6826439"/>
            <a:satOff val="-8652"/>
            <a:lumOff val="-37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s-ES" sz="2700" kern="1200"/>
        </a:p>
      </dsp:txBody>
      <dsp:txXfrm>
        <a:off x="3347175" y="2124157"/>
        <a:ext cx="534538" cy="625309"/>
      </dsp:txXfrm>
    </dsp:sp>
    <dsp:sp modelId="{0FC912EE-988C-4CE2-9EA1-DC483946203D}">
      <dsp:nvSpPr>
        <dsp:cNvPr id="0" name=""/>
        <dsp:cNvSpPr/>
      </dsp:nvSpPr>
      <dsp:spPr>
        <a:xfrm>
          <a:off x="4103598" y="373526"/>
          <a:ext cx="3361878" cy="4126571"/>
        </a:xfrm>
        <a:prstGeom prst="ellipse">
          <a:avLst/>
        </a:prstGeom>
        <a:solidFill>
          <a:schemeClr val="accent3">
            <a:hueOff val="-16826439"/>
            <a:satOff val="-8652"/>
            <a:lumOff val="-3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400" b="1" kern="1200" dirty="0" smtClean="0">
              <a:solidFill>
                <a:schemeClr val="accent3">
                  <a:lumMod val="75000"/>
                </a:schemeClr>
              </a:solidFill>
            </a:rPr>
            <a:t>Trabajo y remuneración</a:t>
          </a:r>
          <a:endParaRPr lang="es-ES" sz="2400" b="1" kern="1200" dirty="0">
            <a:solidFill>
              <a:schemeClr val="accent3">
                <a:lumMod val="75000"/>
              </a:schemeClr>
            </a:solidFill>
          </a:endParaRPr>
        </a:p>
      </dsp:txBody>
      <dsp:txXfrm>
        <a:off x="4103598" y="373526"/>
        <a:ext cx="3361878" cy="4126571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CE573E0-3F62-46D0-B297-CC6992CDE2F4}">
      <dsp:nvSpPr>
        <dsp:cNvPr id="0" name=""/>
        <dsp:cNvSpPr/>
      </dsp:nvSpPr>
      <dsp:spPr>
        <a:xfrm rot="10800000">
          <a:off x="1589180" y="2659"/>
          <a:ext cx="4965954" cy="1353429"/>
        </a:xfrm>
        <a:prstGeom prst="homePlate">
          <a:avLst/>
        </a:prstGeom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82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b="1" kern="1200" dirty="0" smtClean="0">
              <a:solidFill>
                <a:schemeClr val="tx1"/>
              </a:solidFill>
            </a:rPr>
            <a:t>LADRILLERA  ANDINA 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kern="1200" dirty="0" smtClean="0">
              <a:solidFill>
                <a:schemeClr val="tx1"/>
              </a:solidFill>
            </a:rPr>
            <a:t>División del trabajo</a:t>
          </a:r>
          <a:endParaRPr lang="es-CO" sz="1600" kern="1200" dirty="0">
            <a:solidFill>
              <a:schemeClr val="tx1"/>
            </a:solidFill>
          </a:endParaRPr>
        </a:p>
      </dsp:txBody>
      <dsp:txXfrm rot="10800000">
        <a:off x="1589180" y="2659"/>
        <a:ext cx="4965954" cy="1353429"/>
      </dsp:txXfrm>
    </dsp:sp>
    <dsp:sp modelId="{41CF76A3-6447-4ABF-93AA-676541E4EDA3}">
      <dsp:nvSpPr>
        <dsp:cNvPr id="0" name=""/>
        <dsp:cNvSpPr/>
      </dsp:nvSpPr>
      <dsp:spPr>
        <a:xfrm>
          <a:off x="912465" y="2659"/>
          <a:ext cx="1353429" cy="135342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0D2716-086F-4DF6-90C5-39F1E7328B5F}">
      <dsp:nvSpPr>
        <dsp:cNvPr id="0" name=""/>
        <dsp:cNvSpPr/>
      </dsp:nvSpPr>
      <dsp:spPr>
        <a:xfrm rot="10800000">
          <a:off x="1589180" y="1760097"/>
          <a:ext cx="4965954" cy="1353429"/>
        </a:xfrm>
        <a:prstGeom prst="homePlate">
          <a:avLst/>
        </a:prstGeom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82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b="1" kern="1200" dirty="0" smtClean="0">
              <a:solidFill>
                <a:schemeClr val="tx1"/>
              </a:solidFill>
            </a:rPr>
            <a:t>EMPRESA TEXTIL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b="0" kern="1200" dirty="0" smtClean="0">
              <a:solidFill>
                <a:schemeClr val="tx1"/>
              </a:solidFill>
            </a:rPr>
            <a:t>Subordinación del interés particular al general</a:t>
          </a:r>
          <a:endParaRPr lang="es-CO" sz="1600" b="0" kern="1200" dirty="0">
            <a:solidFill>
              <a:schemeClr val="tx1"/>
            </a:solidFill>
          </a:endParaRPr>
        </a:p>
      </dsp:txBody>
      <dsp:txXfrm rot="10800000">
        <a:off x="1589180" y="1760097"/>
        <a:ext cx="4965954" cy="1353429"/>
      </dsp:txXfrm>
    </dsp:sp>
    <dsp:sp modelId="{D7C81A51-5479-4DC5-999E-5B652A6F9908}">
      <dsp:nvSpPr>
        <dsp:cNvPr id="0" name=""/>
        <dsp:cNvSpPr/>
      </dsp:nvSpPr>
      <dsp:spPr>
        <a:xfrm>
          <a:off x="912465" y="1760097"/>
          <a:ext cx="1353429" cy="1353429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574C9-5918-4D48-B117-8B5EA9A96A59}">
      <dsp:nvSpPr>
        <dsp:cNvPr id="0" name=""/>
        <dsp:cNvSpPr/>
      </dsp:nvSpPr>
      <dsp:spPr>
        <a:xfrm rot="10800000">
          <a:off x="1589180" y="3517536"/>
          <a:ext cx="4965954" cy="1353429"/>
        </a:xfrm>
        <a:prstGeom prst="homePlate">
          <a:avLst/>
        </a:prstGeom>
        <a:gradFill flip="none" rotWithShape="0">
          <a:gsLst>
            <a:gs pos="0">
              <a:schemeClr val="accent4">
                <a:lumMod val="60000"/>
                <a:lumOff val="40000"/>
                <a:tint val="66000"/>
                <a:satMod val="160000"/>
              </a:schemeClr>
            </a:gs>
            <a:gs pos="50000">
              <a:schemeClr val="accent4">
                <a:lumMod val="60000"/>
                <a:lumOff val="40000"/>
                <a:tint val="44500"/>
                <a:satMod val="160000"/>
              </a:schemeClr>
            </a:gs>
            <a:gs pos="100000">
              <a:schemeClr val="accent4">
                <a:lumMod val="60000"/>
                <a:lumOff val="40000"/>
                <a:tint val="23500"/>
                <a:satMod val="160000"/>
              </a:schemeClr>
            </a:gs>
          </a:gsLst>
          <a:path path="circle">
            <a:fillToRect l="50000" t="50000" r="50000" b="50000"/>
          </a:path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825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b="1" kern="1200" dirty="0" smtClean="0">
              <a:solidFill>
                <a:schemeClr val="tx1"/>
              </a:solidFill>
            </a:rPr>
            <a:t>EMPRESA DE CARNICOS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600" b="0" kern="1200" dirty="0" smtClean="0">
              <a:solidFill>
                <a:schemeClr val="tx1"/>
              </a:solidFill>
            </a:rPr>
            <a:t>Unidad de mando</a:t>
          </a:r>
          <a:endParaRPr lang="es-CO" sz="1600" b="0" kern="1200" dirty="0">
            <a:solidFill>
              <a:schemeClr val="tx1"/>
            </a:solidFill>
          </a:endParaRPr>
        </a:p>
      </dsp:txBody>
      <dsp:txXfrm rot="10800000">
        <a:off x="1589180" y="3517536"/>
        <a:ext cx="4965954" cy="1353429"/>
      </dsp:txXfrm>
    </dsp:sp>
    <dsp:sp modelId="{D27D0E27-47AA-4645-BEA1-0B77B357DD41}">
      <dsp:nvSpPr>
        <dsp:cNvPr id="0" name=""/>
        <dsp:cNvSpPr/>
      </dsp:nvSpPr>
      <dsp:spPr>
        <a:xfrm>
          <a:off x="912465" y="3517536"/>
          <a:ext cx="1353429" cy="135342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A09D4-B14C-4FBF-AE46-E02F2A7CE0DC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37C22-5497-4E6B-9F2F-50DC7B4A15F8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37C22-5497-4E6B-9F2F-50DC7B4A15F8}" type="slidenum">
              <a:rPr lang="es-ES" smtClean="0"/>
              <a:pPr/>
              <a:t>9</a:t>
            </a:fld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E437AAC-1E48-4356-B75F-65BB21F8F97F}" type="datetimeFigureOut">
              <a:rPr lang="es-ES" smtClean="0"/>
              <a:pPr/>
              <a:t>29/09/2009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9440764-D021-4699-A9FE-70B59953B0CE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google.com.co/imgres?imgurl=http://www.ed4web.collegeem.qc.ca/prof/asaumier/auteurs/Fayol.jpg&amp;imgrefurl=http://blogs.siliconindia.com/Jyotionnet/Management_Principles_from_Henri_Fayol-bid-F941ap7D13025098.html&amp;h=175&amp;w=152&amp;sz=14&amp;tbnid=1i3VXm6linLmpM:&amp;tbnh=100&amp;tbnw=87&amp;prev=/images?q=henry+fayol&amp;hl=es&amp;usg=__DpCW3IDTZ-wLhmy0lUT99T1O-nY=&amp;ei=6wGwSufIGaOPtgfXzqGnCA&amp;sa=X&amp;oi=image_result&amp;resnum=6&amp;ct=imag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if.com/showphoto.php?photo=27151&amp;papass=&amp;sort=1&amp;thecat=159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jpeg"/><Relationship Id="rId5" Type="http://schemas.openxmlformats.org/officeDocument/2006/relationships/hyperlink" Target="https://register.facebook.com/r.php" TargetMode="External"/><Relationship Id="rId4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://images.google.com.co/imgres?imgurl=http://www.planetabasketball.com/media/imagenes/balonc17.jpg&amp;imgrefurl=http://www.planetabasketball.com/&amp;usg=__xQq-6ALWSpt8J2HijqdjNxpnDVI=&amp;h=352&amp;w=294&amp;sz=20&amp;hl=es&amp;start=6&amp;um=1&amp;tbnid=1uyw5lIkAkY3aM:&amp;tbnh=120&amp;tbnw=100&amp;prev=/images?q=LUTHER+GULICK&amp;hl=es&amp;sa=G&amp;um=1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4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" Target="slide54.xml"/><Relationship Id="rId3" Type="http://schemas.openxmlformats.org/officeDocument/2006/relationships/diagramLayout" Target="../diagrams/layout8.xml"/><Relationship Id="rId7" Type="http://schemas.openxmlformats.org/officeDocument/2006/relationships/slide" Target="slide53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928662" y="428604"/>
            <a:ext cx="7572404" cy="2408251"/>
          </a:xfrm>
        </p:spPr>
        <p:txBody>
          <a:bodyPr/>
          <a:lstStyle/>
          <a:p>
            <a:pPr algn="ctr"/>
            <a:r>
              <a:rPr lang="en-GB" sz="3600" b="1" dirty="0" smtClean="0">
                <a:solidFill>
                  <a:srgbClr val="C00000"/>
                </a:solidFill>
              </a:rPr>
              <a:t>LA DOCTRINA ADMINISTRATIVA DE HENRY FAYOL</a:t>
            </a:r>
            <a:endParaRPr lang="en-GB" sz="3600" b="1" dirty="0">
              <a:solidFill>
                <a:srgbClr val="C00000"/>
              </a:solidFill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00298" y="3643314"/>
            <a:ext cx="5562600" cy="990600"/>
          </a:xfrm>
        </p:spPr>
        <p:txBody>
          <a:bodyPr>
            <a:noAutofit/>
          </a:bodyPr>
          <a:lstStyle/>
          <a:p>
            <a:pPr algn="r"/>
            <a:r>
              <a:rPr lang="en-GB" sz="2400" dirty="0" smtClean="0">
                <a:solidFill>
                  <a:schemeClr val="tx1"/>
                </a:solidFill>
              </a:rPr>
              <a:t>YENY JULIO</a:t>
            </a:r>
          </a:p>
          <a:p>
            <a:pPr algn="r"/>
            <a:r>
              <a:rPr lang="en-GB" sz="2400" dirty="0" smtClean="0">
                <a:solidFill>
                  <a:schemeClr val="tx1"/>
                </a:solidFill>
              </a:rPr>
              <a:t>ERIKA POSADA</a:t>
            </a:r>
          </a:p>
          <a:p>
            <a:pPr algn="r"/>
            <a:r>
              <a:rPr lang="en-GB" sz="2400" dirty="0" smtClean="0">
                <a:solidFill>
                  <a:schemeClr val="tx1"/>
                </a:solidFill>
              </a:rPr>
              <a:t> LILIANA CALLE</a:t>
            </a:r>
          </a:p>
          <a:p>
            <a:pPr algn="r"/>
            <a:r>
              <a:rPr lang="en-GB" sz="2400" dirty="0" smtClean="0">
                <a:solidFill>
                  <a:schemeClr val="tx1"/>
                </a:solidFill>
              </a:rPr>
              <a:t>DAHIANA BALLESTEROS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smtClean="0"/>
              <a:t>HENRY FAYOL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sz="2400" dirty="0" smtClean="0"/>
              <a:t>   </a:t>
            </a:r>
          </a:p>
          <a:p>
            <a:pPr>
              <a:buNone/>
            </a:pPr>
            <a:endParaRPr lang="es-ES" sz="2400" dirty="0" smtClean="0"/>
          </a:p>
          <a:p>
            <a:pPr>
              <a:buNone/>
            </a:pPr>
            <a:endParaRPr lang="es-ES" sz="2400" dirty="0" smtClean="0"/>
          </a:p>
          <a:p>
            <a:pPr>
              <a:buNone/>
            </a:pPr>
            <a:endParaRPr lang="es-ES" sz="2400" dirty="0" smtClean="0"/>
          </a:p>
          <a:p>
            <a:r>
              <a:rPr lang="es-ES" sz="2400" dirty="0" smtClean="0"/>
              <a:t>  Es uno de los personajes más influyentes del siglo XX en la administración.</a:t>
            </a:r>
          </a:p>
          <a:p>
            <a:pPr>
              <a:buFont typeface="Arial" pitchFamily="34" charset="0"/>
              <a:buChar char="•"/>
            </a:pPr>
            <a:r>
              <a:rPr lang="es-ES" sz="2400" dirty="0" smtClean="0"/>
              <a:t> Sus ideas aún siguen prevaleciendo sobre las diferentes actividades que se desarrollan en la empresa.</a:t>
            </a:r>
          </a:p>
        </p:txBody>
      </p:sp>
      <p:pic>
        <p:nvPicPr>
          <p:cNvPr id="4" name="3 Imagen" descr="http://blogs.siliconindia.com/Jyotionnet/Management_Principles_from_Henri_Fayol-bid-F941ap7D13025098.html">
            <a:hlinkClick r:id="rId2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1285860"/>
            <a:ext cx="178595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rgbClr val="FF0000"/>
                </a:solidFill>
              </a:rPr>
              <a:t>ASPECTOS BIOGRÁFICOS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s-ES" dirty="0" smtClean="0"/>
              <a:t> </a:t>
            </a:r>
            <a:r>
              <a:rPr lang="es-ES" sz="2000" dirty="0" smtClean="0"/>
              <a:t>Es considerado como el francés más distinguido en el campo administrativo. </a:t>
            </a:r>
          </a:p>
          <a:p>
            <a:pPr>
              <a:buFont typeface="Wingdings" pitchFamily="2" charset="2"/>
              <a:buChar char="v"/>
            </a:pPr>
            <a:endParaRPr lang="es-ES" sz="2000" dirty="0" smtClean="0"/>
          </a:p>
          <a:p>
            <a:pPr>
              <a:buFont typeface="Wingdings" pitchFamily="2" charset="2"/>
              <a:buChar char="v"/>
            </a:pPr>
            <a:r>
              <a:rPr lang="es-ES" sz="2000" dirty="0" smtClean="0"/>
              <a:t>Nació en Turquía en 1841.</a:t>
            </a:r>
          </a:p>
          <a:p>
            <a:pPr>
              <a:buFont typeface="Wingdings" pitchFamily="2" charset="2"/>
              <a:buChar char="v"/>
            </a:pPr>
            <a:endParaRPr lang="es-ES" sz="2000" dirty="0" smtClean="0"/>
          </a:p>
          <a:p>
            <a:pPr>
              <a:buFont typeface="Wingdings" pitchFamily="2" charset="2"/>
              <a:buChar char="v"/>
            </a:pPr>
            <a:r>
              <a:rPr lang="es-ES" sz="2000" dirty="0" smtClean="0"/>
              <a:t>En 1861 se graduó como ingeniero de minas.</a:t>
            </a:r>
          </a:p>
          <a:p>
            <a:pPr>
              <a:buFont typeface="Wingdings" pitchFamily="2" charset="2"/>
              <a:buChar char="v"/>
            </a:pPr>
            <a:endParaRPr lang="es-ES" sz="2000" dirty="0" smtClean="0"/>
          </a:p>
          <a:p>
            <a:pPr>
              <a:buFont typeface="Wingdings" pitchFamily="2" charset="2"/>
              <a:buChar char="v"/>
            </a:pPr>
            <a:r>
              <a:rPr lang="es-ES" sz="2000" dirty="0" smtClean="0"/>
              <a:t> Promovió la idea de que el éxito de una empresa estaba en función de su capacidad de procurarse un adecuado jefe máximo. </a:t>
            </a:r>
          </a:p>
          <a:p>
            <a:pPr>
              <a:buFont typeface="Wingdings" pitchFamily="2" charset="2"/>
              <a:buChar char="v"/>
            </a:pP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Diagrama"/>
          <p:cNvGraphicFramePr/>
          <p:nvPr/>
        </p:nvGraphicFramePr>
        <p:xfrm>
          <a:off x="214282" y="714356"/>
          <a:ext cx="9072626" cy="6358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3 Conector recto"/>
          <p:cNvCxnSpPr/>
          <p:nvPr/>
        </p:nvCxnSpPr>
        <p:spPr>
          <a:xfrm rot="5400000">
            <a:off x="3251191" y="2321711"/>
            <a:ext cx="1070776" cy="794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5" name="4 Conector recto"/>
          <p:cNvCxnSpPr/>
          <p:nvPr/>
        </p:nvCxnSpPr>
        <p:spPr>
          <a:xfrm>
            <a:off x="3786182" y="1785926"/>
            <a:ext cx="285752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6" name="5 Conector recto"/>
          <p:cNvCxnSpPr/>
          <p:nvPr/>
        </p:nvCxnSpPr>
        <p:spPr>
          <a:xfrm>
            <a:off x="3786182" y="2857496"/>
            <a:ext cx="285752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7" name="6 Proceso alternativo"/>
          <p:cNvSpPr/>
          <p:nvPr/>
        </p:nvSpPr>
        <p:spPr>
          <a:xfrm>
            <a:off x="4071934" y="1428736"/>
            <a:ext cx="3929090" cy="642942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Cálculo del porvenir o pronóstico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8" name="7 Proceso alternativo"/>
          <p:cNvSpPr/>
          <p:nvPr/>
        </p:nvSpPr>
        <p:spPr>
          <a:xfrm>
            <a:off x="4071934" y="2500306"/>
            <a:ext cx="4000528" cy="714380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Preparación para el porvenir</a:t>
            </a:r>
            <a:endParaRPr lang="es-ES" sz="1800" dirty="0">
              <a:solidFill>
                <a:srgbClr val="000000"/>
              </a:solidFill>
            </a:endParaRPr>
          </a:p>
        </p:txBody>
      </p:sp>
      <p:cxnSp>
        <p:nvCxnSpPr>
          <p:cNvPr id="9" name="8 Conector recto"/>
          <p:cNvCxnSpPr/>
          <p:nvPr/>
        </p:nvCxnSpPr>
        <p:spPr>
          <a:xfrm rot="5400000">
            <a:off x="3143240" y="4857760"/>
            <a:ext cx="1143008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3714744" y="4286256"/>
            <a:ext cx="428628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3714744" y="5429264"/>
            <a:ext cx="500066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2" name="11 Proceso alternativo"/>
          <p:cNvSpPr/>
          <p:nvPr/>
        </p:nvSpPr>
        <p:spPr>
          <a:xfrm>
            <a:off x="4143372" y="3857628"/>
            <a:ext cx="4000528" cy="857256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Organismo materia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13" name="12 Proceso alternativo"/>
          <p:cNvSpPr/>
          <p:nvPr/>
        </p:nvSpPr>
        <p:spPr>
          <a:xfrm>
            <a:off x="4214810" y="4929198"/>
            <a:ext cx="4000528" cy="928694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Organismo social</a:t>
            </a:r>
          </a:p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(estructura organizacional)</a:t>
            </a:r>
            <a:endParaRPr lang="es-ES" sz="1800" dirty="0">
              <a:solidFill>
                <a:srgbClr val="000000"/>
              </a:solidFill>
            </a:endParaRPr>
          </a:p>
        </p:txBody>
      </p:sp>
      <p:cxnSp>
        <p:nvCxnSpPr>
          <p:cNvPr id="20" name="19 Conector recto"/>
          <p:cNvCxnSpPr/>
          <p:nvPr/>
        </p:nvCxnSpPr>
        <p:spPr>
          <a:xfrm>
            <a:off x="3357554" y="4857760"/>
            <a:ext cx="357190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22" name="21 Conector recto"/>
          <p:cNvCxnSpPr/>
          <p:nvPr/>
        </p:nvCxnSpPr>
        <p:spPr>
          <a:xfrm>
            <a:off x="3500430" y="2285992"/>
            <a:ext cx="285752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46" name="45 Proceso alternativo"/>
          <p:cNvSpPr/>
          <p:nvPr/>
        </p:nvSpPr>
        <p:spPr>
          <a:xfrm>
            <a:off x="857224" y="1714488"/>
            <a:ext cx="2643206" cy="1143008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smtClean="0">
                <a:solidFill>
                  <a:srgbClr val="000000"/>
                </a:solidFill>
              </a:rPr>
              <a:t>Previsión o planeación</a:t>
            </a:r>
            <a:endParaRPr lang="es-ES" sz="1800" b="1" dirty="0">
              <a:solidFill>
                <a:srgbClr val="000000"/>
              </a:solidFill>
            </a:endParaRPr>
          </a:p>
        </p:txBody>
      </p:sp>
      <p:sp>
        <p:nvSpPr>
          <p:cNvPr id="48" name="47 Proceso alternativo"/>
          <p:cNvSpPr/>
          <p:nvPr/>
        </p:nvSpPr>
        <p:spPr>
          <a:xfrm>
            <a:off x="642910" y="4143380"/>
            <a:ext cx="2714644" cy="1500198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smtClean="0">
                <a:solidFill>
                  <a:srgbClr val="000000"/>
                </a:solidFill>
              </a:rPr>
              <a:t>Organización</a:t>
            </a:r>
          </a:p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Provee a la empresa de todo lo necesario para su funcionamiento.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428596" y="285728"/>
            <a:ext cx="8001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smtClean="0">
                <a:solidFill>
                  <a:srgbClr val="FF0000"/>
                </a:solidFill>
                <a:latin typeface="+mj-lt"/>
              </a:rPr>
              <a:t>FUNCIONES ADMINISTRATIVAS</a:t>
            </a:r>
            <a:endParaRPr lang="es-ES" sz="2800" dirty="0">
              <a:solidFill>
                <a:srgbClr val="FF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 redondeado"/>
          <p:cNvSpPr/>
          <p:nvPr/>
        </p:nvSpPr>
        <p:spPr>
          <a:xfrm>
            <a:off x="2857488" y="1428736"/>
            <a:ext cx="1928826" cy="571504"/>
          </a:xfrm>
          <a:prstGeom prst="roundRect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Arte de dirigir</a:t>
            </a:r>
            <a:endParaRPr lang="es-ES" sz="1800" dirty="0">
              <a:solidFill>
                <a:srgbClr val="000000"/>
              </a:solidFill>
            </a:endParaRPr>
          </a:p>
        </p:txBody>
      </p:sp>
      <p:cxnSp>
        <p:nvCxnSpPr>
          <p:cNvPr id="15" name="14 Conector recto"/>
          <p:cNvCxnSpPr/>
          <p:nvPr/>
        </p:nvCxnSpPr>
        <p:spPr>
          <a:xfrm rot="5400000">
            <a:off x="4321967" y="1750207"/>
            <a:ext cx="1357322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5000628" y="2428868"/>
            <a:ext cx="357190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86314" y="1714488"/>
            <a:ext cx="214314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18" name="17 Proceso alternativo"/>
          <p:cNvSpPr/>
          <p:nvPr/>
        </p:nvSpPr>
        <p:spPr>
          <a:xfrm>
            <a:off x="5357818" y="642918"/>
            <a:ext cx="3500462" cy="928694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Cualidades personales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19" name="18 Proceso alternativo"/>
          <p:cNvSpPr/>
          <p:nvPr/>
        </p:nvSpPr>
        <p:spPr>
          <a:xfrm>
            <a:off x="5357818" y="2000240"/>
            <a:ext cx="3571900" cy="857256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Conocimiento de los principios generales de administración</a:t>
            </a:r>
            <a:endParaRPr lang="es-ES" sz="1800" dirty="0">
              <a:solidFill>
                <a:srgbClr val="000000"/>
              </a:solidFill>
            </a:endParaRPr>
          </a:p>
        </p:txBody>
      </p:sp>
      <p:cxnSp>
        <p:nvCxnSpPr>
          <p:cNvPr id="21" name="20 Conector recto"/>
          <p:cNvCxnSpPr/>
          <p:nvPr/>
        </p:nvCxnSpPr>
        <p:spPr>
          <a:xfrm rot="10800000">
            <a:off x="5000628" y="1071546"/>
            <a:ext cx="357190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2571736" y="1714488"/>
            <a:ext cx="285752" cy="1588"/>
          </a:xfrm>
          <a:prstGeom prst="lin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cxnSp>
      <p:sp>
        <p:nvSpPr>
          <p:cNvPr id="49" name="48 Proceso alternativo"/>
          <p:cNvSpPr/>
          <p:nvPr/>
        </p:nvSpPr>
        <p:spPr>
          <a:xfrm>
            <a:off x="214282" y="1071546"/>
            <a:ext cx="2357454" cy="1285884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smtClean="0">
                <a:solidFill>
                  <a:srgbClr val="000000"/>
                </a:solidFill>
              </a:rPr>
              <a:t>Dirección</a:t>
            </a:r>
          </a:p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Su misión es hacer funcionar el cuerpo social.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50" name="49 Proceso alternativo"/>
          <p:cNvSpPr/>
          <p:nvPr/>
        </p:nvSpPr>
        <p:spPr>
          <a:xfrm>
            <a:off x="500034" y="3929066"/>
            <a:ext cx="3429024" cy="1714512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smtClean="0">
                <a:solidFill>
                  <a:srgbClr val="000000"/>
                </a:solidFill>
              </a:rPr>
              <a:t>Coordinación</a:t>
            </a:r>
          </a:p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Da a las cosas y a los hechos las proporciones que convienen, adapta los medios al objeto.</a:t>
            </a:r>
            <a:endParaRPr lang="es-ES" sz="1800" dirty="0">
              <a:solidFill>
                <a:srgbClr val="000000"/>
              </a:solidFill>
            </a:endParaRPr>
          </a:p>
        </p:txBody>
      </p:sp>
      <p:sp>
        <p:nvSpPr>
          <p:cNvPr id="51" name="50 Proceso alternativo"/>
          <p:cNvSpPr/>
          <p:nvPr/>
        </p:nvSpPr>
        <p:spPr>
          <a:xfrm>
            <a:off x="5143504" y="3857628"/>
            <a:ext cx="3571900" cy="1785950"/>
          </a:xfrm>
          <a:prstGeom prst="flowChartAlternateProcess">
            <a:avLst/>
          </a:prstGeom>
          <a:solidFill>
            <a:srgbClr val="D0DB67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 smtClean="0">
                <a:solidFill>
                  <a:srgbClr val="000000"/>
                </a:solidFill>
              </a:rPr>
              <a:t>Control</a:t>
            </a:r>
          </a:p>
          <a:p>
            <a:pPr algn="ctr"/>
            <a:r>
              <a:rPr lang="es-ES" sz="1800" dirty="0" smtClean="0">
                <a:solidFill>
                  <a:srgbClr val="000000"/>
                </a:solidFill>
              </a:rPr>
              <a:t>Comprueba si todo ocurre conforme al programa. Tiene por objeto señalar faltas por reparar y evitar su repetición. </a:t>
            </a:r>
            <a:endParaRPr lang="es-E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woman71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071678"/>
            <a:ext cx="2428892" cy="3857647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643306" y="1643050"/>
            <a:ext cx="4252890" cy="4429156"/>
          </a:xfrm>
        </p:spPr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“</a:t>
            </a:r>
            <a:r>
              <a:rPr lang="es-ES" b="1" dirty="0" smtClean="0"/>
              <a:t>sin principios se esta en la oscuridad , en el caos; sin experiencia y sin medida se permanece muy perplejo”</a:t>
            </a:r>
          </a:p>
          <a:p>
            <a:endParaRPr lang="es-ES" b="1" dirty="0" smtClean="0"/>
          </a:p>
          <a:p>
            <a:pPr>
              <a:buNone/>
            </a:pPr>
            <a:endParaRPr lang="es-ES" b="1" dirty="0"/>
          </a:p>
        </p:txBody>
      </p:sp>
      <p:sp>
        <p:nvSpPr>
          <p:cNvPr id="4" name="2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PRINCIPIOS</a:t>
            </a:r>
            <a:r>
              <a:rPr lang="es-ES" sz="4800" b="1" dirty="0" smtClean="0">
                <a:solidFill>
                  <a:srgbClr val="FF0000"/>
                </a:solidFill>
              </a:rPr>
              <a:t> DE LA </a:t>
            </a:r>
            <a:r>
              <a:rPr lang="es-E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ADMINISTRACION</a:t>
            </a:r>
            <a:endParaRPr lang="es-E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PRINCIPIOS</a:t>
            </a:r>
            <a:r>
              <a:rPr lang="es-ES" sz="4400" b="1" dirty="0" smtClean="0">
                <a:solidFill>
                  <a:srgbClr val="FF0000"/>
                </a:solidFill>
              </a:rPr>
              <a:t> DE LA </a:t>
            </a:r>
            <a:r>
              <a:rPr lang="es-E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ADMINISTRACION</a:t>
            </a:r>
            <a:endParaRPr lang="es-ES" sz="44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 smtClean="0"/>
              <a:t>División del trabajo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Autoridad  y responsabilidad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Disciplina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Unidad de mando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Unidad de dirección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Subordinación del interés particular al general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Remuneración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Centralización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Cadena escalar o jerarquía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Orden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Equidad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Estabilidad del personal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Iniciativa del personal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Unidad del personal</a:t>
            </a:r>
          </a:p>
          <a:p>
            <a:pPr marL="514350" indent="-514350">
              <a:buFont typeface="+mj-lt"/>
              <a:buAutoNum type="arabicPeriod"/>
            </a:pPr>
            <a:endParaRPr lang="es-ES" dirty="0" smtClean="0"/>
          </a:p>
          <a:p>
            <a:pPr marL="514350" indent="-514350">
              <a:buFont typeface="+mj-lt"/>
              <a:buAutoNum type="arabicPeriod"/>
            </a:pPr>
            <a:endParaRPr lang="es-ES" dirty="0" smtClean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pic>
        <p:nvPicPr>
          <p:cNvPr id="4" name="Picture 16" descr="computer_girl.gif (6323 bytes)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2198" y="4643446"/>
            <a:ext cx="1857388" cy="19288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5 Diagrama"/>
          <p:cNvGraphicFramePr/>
          <p:nvPr/>
        </p:nvGraphicFramePr>
        <p:xfrm>
          <a:off x="357158" y="500042"/>
          <a:ext cx="8501122" cy="6357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2 Rectángulo"/>
          <p:cNvSpPr/>
          <p:nvPr/>
        </p:nvSpPr>
        <p:spPr>
          <a:xfrm>
            <a:off x="1" y="0"/>
            <a:ext cx="450056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u="sng" cap="none" spc="300" dirty="0" err="1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Asociacion</a:t>
            </a:r>
            <a:r>
              <a:rPr lang="es-ES" sz="2400" b="1" u="sng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FF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 de principios</a:t>
            </a:r>
            <a:endParaRPr lang="es-ES" sz="2400" b="1" u="sng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7467600" cy="1143000"/>
          </a:xfrm>
        </p:spPr>
        <p:txBody>
          <a:bodyPr/>
          <a:lstStyle/>
          <a:p>
            <a:r>
              <a:rPr lang="es-ES" b="1" dirty="0" smtClean="0">
                <a:solidFill>
                  <a:srgbClr val="FF0000"/>
                </a:solidFill>
                <a:latin typeface="Algerian" pitchFamily="82" charset="0"/>
              </a:rPr>
              <a:t>1</a:t>
            </a:r>
            <a:r>
              <a:rPr lang="es-ES" dirty="0" smtClean="0"/>
              <a:t>.</a:t>
            </a:r>
            <a:r>
              <a:rPr lang="es-ES" b="1" dirty="0" smtClean="0">
                <a:solidFill>
                  <a:srgbClr val="FF0000"/>
                </a:solidFill>
              </a:rPr>
              <a:t>asociacion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pPr>
              <a:buNone/>
            </a:pPr>
            <a:r>
              <a:rPr lang="es-ES" dirty="0" smtClean="0"/>
              <a:t>                                   </a:t>
            </a:r>
          </a:p>
          <a:p>
            <a:pPr>
              <a:buNone/>
            </a:pPr>
            <a:r>
              <a:rPr lang="es-ES" sz="4800" b="1" dirty="0" smtClean="0">
                <a:solidFill>
                  <a:srgbClr val="FF0000"/>
                </a:solidFill>
                <a:latin typeface="Algerian" pitchFamily="82" charset="0"/>
              </a:rPr>
              <a:t>                  PODER                   </a:t>
            </a:r>
            <a:endParaRPr lang="es-ES" sz="4800" b="1" dirty="0">
              <a:solidFill>
                <a:srgbClr val="FF0000"/>
              </a:solidFill>
              <a:latin typeface="Algerian" pitchFamily="82" charset="0"/>
            </a:endParaRPr>
          </a:p>
        </p:txBody>
      </p:sp>
      <p:graphicFrame>
        <p:nvGraphicFramePr>
          <p:cNvPr id="6" name="5 Diagrama"/>
          <p:cNvGraphicFramePr/>
          <p:nvPr/>
        </p:nvGraphicFramePr>
        <p:xfrm>
          <a:off x="642910" y="1071522"/>
          <a:ext cx="7286676" cy="5786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214290"/>
            <a:ext cx="7467600" cy="1143000"/>
          </a:xfrm>
        </p:spPr>
        <p:txBody>
          <a:bodyPr>
            <a:noAutofit/>
          </a:bodyPr>
          <a:lstStyle/>
          <a:p>
            <a:r>
              <a:rPr lang="es-ES" sz="3200" dirty="0" smtClean="0">
                <a:solidFill>
                  <a:srgbClr val="FF0000"/>
                </a:solidFill>
              </a:rPr>
              <a:t>AUTORIDAD Y RESPONSABILIDAD</a:t>
            </a:r>
            <a:endParaRPr lang="es-ES" sz="3200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00034" y="2357430"/>
            <a:ext cx="7467600" cy="3802182"/>
          </a:xfrm>
        </p:spPr>
        <p:txBody>
          <a:bodyPr/>
          <a:lstStyle/>
          <a:p>
            <a:r>
              <a:rPr lang="es-ES" dirty="0" smtClean="0"/>
              <a:t>“El derecho a mandar  y el poder de hacerse obedecer”.</a:t>
            </a:r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La responsabilidad es una consecuencia natural de la  autoridad e implica el deber de rendir cuentas</a:t>
            </a:r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0"/>
          <p:cNvSpPr>
            <a:spLocks/>
          </p:cNvSpPr>
          <p:nvPr/>
        </p:nvSpPr>
        <p:spPr bwMode="auto">
          <a:xfrm flipH="1">
            <a:off x="2971800" y="3076575"/>
            <a:ext cx="1588" cy="1588"/>
          </a:xfrm>
          <a:custGeom>
            <a:avLst/>
            <a:gdLst>
              <a:gd name="T0" fmla="*/ 0 w 1588"/>
              <a:gd name="T1" fmla="*/ 0 h 1588"/>
              <a:gd name="T2" fmla="*/ 0 w 1588"/>
              <a:gd name="T3" fmla="*/ 0 h 1588"/>
              <a:gd name="T4" fmla="*/ 0 w 1588"/>
              <a:gd name="T5" fmla="*/ 0 h 1588"/>
              <a:gd name="T6" fmla="*/ 0 w 1588"/>
              <a:gd name="T7" fmla="*/ 0 h 1588"/>
              <a:gd name="T8" fmla="*/ 0 w 1588"/>
              <a:gd name="T9" fmla="*/ 0 h 1588"/>
              <a:gd name="T10" fmla="*/ 0 w 1588"/>
              <a:gd name="T11" fmla="*/ 0 h 1588"/>
              <a:gd name="T12" fmla="*/ 0 w 1588"/>
              <a:gd name="T13" fmla="*/ 0 h 1588"/>
              <a:gd name="T14" fmla="*/ 0 w 1588"/>
              <a:gd name="T15" fmla="*/ 0 h 1588"/>
              <a:gd name="T16" fmla="*/ 0 w 1588"/>
              <a:gd name="T17" fmla="*/ 0 h 1588"/>
              <a:gd name="T18" fmla="*/ 0 w 1588"/>
              <a:gd name="T19" fmla="*/ 0 h 158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588"/>
              <a:gd name="T31" fmla="*/ 0 h 1588"/>
              <a:gd name="T32" fmla="*/ 1588 w 1588"/>
              <a:gd name="T33" fmla="*/ 1588 h 158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588" h="1588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142677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 flipH="1">
            <a:off x="2971800" y="3076575"/>
            <a:ext cx="1588" cy="1588"/>
          </a:xfrm>
          <a:custGeom>
            <a:avLst/>
            <a:gdLst>
              <a:gd name="T0" fmla="*/ 0 w 2"/>
              <a:gd name="T1" fmla="*/ 0 h 1588"/>
              <a:gd name="T2" fmla="*/ 1260872 w 2"/>
              <a:gd name="T3" fmla="*/ 0 h 1588"/>
              <a:gd name="T4" fmla="*/ 1260872 w 2"/>
              <a:gd name="T5" fmla="*/ 0 h 1588"/>
              <a:gd name="T6" fmla="*/ 630436 w 2"/>
              <a:gd name="T7" fmla="*/ 0 h 1588"/>
              <a:gd name="T8" fmla="*/ 630436 w 2"/>
              <a:gd name="T9" fmla="*/ 0 h 1588"/>
              <a:gd name="T10" fmla="*/ 0 w 2"/>
              <a:gd name="T11" fmla="*/ 0 h 158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"/>
              <a:gd name="T19" fmla="*/ 0 h 1588"/>
              <a:gd name="T20" fmla="*/ 2 w 2"/>
              <a:gd name="T21" fmla="*/ 1588 h 158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" h="1588">
                <a:moveTo>
                  <a:pt x="0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142677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 flipH="1">
            <a:off x="2857500" y="3303588"/>
            <a:ext cx="1588" cy="158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s-CO"/>
          </a:p>
        </p:txBody>
      </p: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525463" y="846138"/>
            <a:ext cx="1087437" cy="1541462"/>
            <a:chOff x="1932" y="700"/>
            <a:chExt cx="685" cy="971"/>
          </a:xfrm>
        </p:grpSpPr>
        <p:sp>
          <p:nvSpPr>
            <p:cNvPr id="16" name="Freeform 14"/>
            <p:cNvSpPr>
              <a:spLocks/>
            </p:cNvSpPr>
            <p:nvPr/>
          </p:nvSpPr>
          <p:spPr bwMode="auto">
            <a:xfrm flipH="1">
              <a:off x="2051" y="849"/>
              <a:ext cx="404" cy="374"/>
            </a:xfrm>
            <a:custGeom>
              <a:avLst/>
              <a:gdLst>
                <a:gd name="T0" fmla="*/ 112 w 807"/>
                <a:gd name="T1" fmla="*/ 187 h 748"/>
                <a:gd name="T2" fmla="*/ 131 w 807"/>
                <a:gd name="T3" fmla="*/ 183 h 748"/>
                <a:gd name="T4" fmla="*/ 149 w 807"/>
                <a:gd name="T5" fmla="*/ 176 h 748"/>
                <a:gd name="T6" fmla="*/ 165 w 807"/>
                <a:gd name="T7" fmla="*/ 166 h 748"/>
                <a:gd name="T8" fmla="*/ 179 w 807"/>
                <a:gd name="T9" fmla="*/ 153 h 748"/>
                <a:gd name="T10" fmla="*/ 190 w 807"/>
                <a:gd name="T11" fmla="*/ 138 h 748"/>
                <a:gd name="T12" fmla="*/ 198 w 807"/>
                <a:gd name="T13" fmla="*/ 121 h 748"/>
                <a:gd name="T14" fmla="*/ 202 w 807"/>
                <a:gd name="T15" fmla="*/ 103 h 748"/>
                <a:gd name="T16" fmla="*/ 202 w 807"/>
                <a:gd name="T17" fmla="*/ 84 h 748"/>
                <a:gd name="T18" fmla="*/ 198 w 807"/>
                <a:gd name="T19" fmla="*/ 66 h 748"/>
                <a:gd name="T20" fmla="*/ 190 w 807"/>
                <a:gd name="T21" fmla="*/ 49 h 748"/>
                <a:gd name="T22" fmla="*/ 179 w 807"/>
                <a:gd name="T23" fmla="*/ 34 h 748"/>
                <a:gd name="T24" fmla="*/ 165 w 807"/>
                <a:gd name="T25" fmla="*/ 22 h 748"/>
                <a:gd name="T26" fmla="*/ 149 w 807"/>
                <a:gd name="T27" fmla="*/ 12 h 748"/>
                <a:gd name="T28" fmla="*/ 131 w 807"/>
                <a:gd name="T29" fmla="*/ 5 h 748"/>
                <a:gd name="T30" fmla="*/ 112 w 807"/>
                <a:gd name="T31" fmla="*/ 1 h 748"/>
                <a:gd name="T32" fmla="*/ 91 w 807"/>
                <a:gd name="T33" fmla="*/ 1 h 748"/>
                <a:gd name="T34" fmla="*/ 71 w 807"/>
                <a:gd name="T35" fmla="*/ 5 h 748"/>
                <a:gd name="T36" fmla="*/ 53 w 807"/>
                <a:gd name="T37" fmla="*/ 12 h 748"/>
                <a:gd name="T38" fmla="*/ 37 w 807"/>
                <a:gd name="T39" fmla="*/ 22 h 748"/>
                <a:gd name="T40" fmla="*/ 23 w 807"/>
                <a:gd name="T41" fmla="*/ 34 h 748"/>
                <a:gd name="T42" fmla="*/ 12 w 807"/>
                <a:gd name="T43" fmla="*/ 49 h 748"/>
                <a:gd name="T44" fmla="*/ 5 w 807"/>
                <a:gd name="T45" fmla="*/ 66 h 748"/>
                <a:gd name="T46" fmla="*/ 1 w 807"/>
                <a:gd name="T47" fmla="*/ 84 h 748"/>
                <a:gd name="T48" fmla="*/ 1 w 807"/>
                <a:gd name="T49" fmla="*/ 103 h 748"/>
                <a:gd name="T50" fmla="*/ 5 w 807"/>
                <a:gd name="T51" fmla="*/ 121 h 748"/>
                <a:gd name="T52" fmla="*/ 12 w 807"/>
                <a:gd name="T53" fmla="*/ 138 h 748"/>
                <a:gd name="T54" fmla="*/ 23 w 807"/>
                <a:gd name="T55" fmla="*/ 153 h 748"/>
                <a:gd name="T56" fmla="*/ 37 w 807"/>
                <a:gd name="T57" fmla="*/ 166 h 748"/>
                <a:gd name="T58" fmla="*/ 53 w 807"/>
                <a:gd name="T59" fmla="*/ 176 h 748"/>
                <a:gd name="T60" fmla="*/ 71 w 807"/>
                <a:gd name="T61" fmla="*/ 183 h 748"/>
                <a:gd name="T62" fmla="*/ 91 w 807"/>
                <a:gd name="T63" fmla="*/ 187 h 7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807"/>
                <a:gd name="T97" fmla="*/ 0 h 748"/>
                <a:gd name="T98" fmla="*/ 807 w 807"/>
                <a:gd name="T99" fmla="*/ 748 h 74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807" h="748">
                  <a:moveTo>
                    <a:pt x="403" y="748"/>
                  </a:moveTo>
                  <a:lnTo>
                    <a:pt x="445" y="746"/>
                  </a:lnTo>
                  <a:lnTo>
                    <a:pt x="485" y="740"/>
                  </a:lnTo>
                  <a:lnTo>
                    <a:pt x="523" y="731"/>
                  </a:lnTo>
                  <a:lnTo>
                    <a:pt x="561" y="719"/>
                  </a:lnTo>
                  <a:lnTo>
                    <a:pt x="595" y="703"/>
                  </a:lnTo>
                  <a:lnTo>
                    <a:pt x="629" y="684"/>
                  </a:lnTo>
                  <a:lnTo>
                    <a:pt x="660" y="663"/>
                  </a:lnTo>
                  <a:lnTo>
                    <a:pt x="689" y="638"/>
                  </a:lnTo>
                  <a:lnTo>
                    <a:pt x="715" y="612"/>
                  </a:lnTo>
                  <a:lnTo>
                    <a:pt x="738" y="583"/>
                  </a:lnTo>
                  <a:lnTo>
                    <a:pt x="759" y="552"/>
                  </a:lnTo>
                  <a:lnTo>
                    <a:pt x="775" y="520"/>
                  </a:lnTo>
                  <a:lnTo>
                    <a:pt x="789" y="485"/>
                  </a:lnTo>
                  <a:lnTo>
                    <a:pt x="799" y="449"/>
                  </a:lnTo>
                  <a:lnTo>
                    <a:pt x="805" y="413"/>
                  </a:lnTo>
                  <a:lnTo>
                    <a:pt x="807" y="374"/>
                  </a:lnTo>
                  <a:lnTo>
                    <a:pt x="805" y="336"/>
                  </a:lnTo>
                  <a:lnTo>
                    <a:pt x="799" y="298"/>
                  </a:lnTo>
                  <a:lnTo>
                    <a:pt x="789" y="263"/>
                  </a:lnTo>
                  <a:lnTo>
                    <a:pt x="775" y="228"/>
                  </a:lnTo>
                  <a:lnTo>
                    <a:pt x="759" y="196"/>
                  </a:lnTo>
                  <a:lnTo>
                    <a:pt x="738" y="165"/>
                  </a:lnTo>
                  <a:lnTo>
                    <a:pt x="715" y="136"/>
                  </a:lnTo>
                  <a:lnTo>
                    <a:pt x="689" y="109"/>
                  </a:lnTo>
                  <a:lnTo>
                    <a:pt x="660" y="85"/>
                  </a:lnTo>
                  <a:lnTo>
                    <a:pt x="629" y="63"/>
                  </a:lnTo>
                  <a:lnTo>
                    <a:pt x="595" y="45"/>
                  </a:lnTo>
                  <a:lnTo>
                    <a:pt x="561" y="29"/>
                  </a:lnTo>
                  <a:lnTo>
                    <a:pt x="523" y="17"/>
                  </a:lnTo>
                  <a:lnTo>
                    <a:pt x="485" y="8"/>
                  </a:lnTo>
                  <a:lnTo>
                    <a:pt x="445" y="2"/>
                  </a:lnTo>
                  <a:lnTo>
                    <a:pt x="403" y="0"/>
                  </a:lnTo>
                  <a:lnTo>
                    <a:pt x="362" y="2"/>
                  </a:lnTo>
                  <a:lnTo>
                    <a:pt x="323" y="8"/>
                  </a:lnTo>
                  <a:lnTo>
                    <a:pt x="283" y="17"/>
                  </a:lnTo>
                  <a:lnTo>
                    <a:pt x="247" y="29"/>
                  </a:lnTo>
                  <a:lnTo>
                    <a:pt x="211" y="45"/>
                  </a:lnTo>
                  <a:lnTo>
                    <a:pt x="177" y="63"/>
                  </a:lnTo>
                  <a:lnTo>
                    <a:pt x="146" y="85"/>
                  </a:lnTo>
                  <a:lnTo>
                    <a:pt x="119" y="109"/>
                  </a:lnTo>
                  <a:lnTo>
                    <a:pt x="92" y="136"/>
                  </a:lnTo>
                  <a:lnTo>
                    <a:pt x="69" y="165"/>
                  </a:lnTo>
                  <a:lnTo>
                    <a:pt x="48" y="196"/>
                  </a:lnTo>
                  <a:lnTo>
                    <a:pt x="32" y="228"/>
                  </a:lnTo>
                  <a:lnTo>
                    <a:pt x="18" y="263"/>
                  </a:lnTo>
                  <a:lnTo>
                    <a:pt x="8" y="298"/>
                  </a:lnTo>
                  <a:lnTo>
                    <a:pt x="2" y="336"/>
                  </a:lnTo>
                  <a:lnTo>
                    <a:pt x="0" y="374"/>
                  </a:lnTo>
                  <a:lnTo>
                    <a:pt x="2" y="413"/>
                  </a:lnTo>
                  <a:lnTo>
                    <a:pt x="8" y="449"/>
                  </a:lnTo>
                  <a:lnTo>
                    <a:pt x="18" y="485"/>
                  </a:lnTo>
                  <a:lnTo>
                    <a:pt x="32" y="520"/>
                  </a:lnTo>
                  <a:lnTo>
                    <a:pt x="48" y="552"/>
                  </a:lnTo>
                  <a:lnTo>
                    <a:pt x="69" y="583"/>
                  </a:lnTo>
                  <a:lnTo>
                    <a:pt x="92" y="612"/>
                  </a:lnTo>
                  <a:lnTo>
                    <a:pt x="119" y="638"/>
                  </a:lnTo>
                  <a:lnTo>
                    <a:pt x="146" y="663"/>
                  </a:lnTo>
                  <a:lnTo>
                    <a:pt x="177" y="684"/>
                  </a:lnTo>
                  <a:lnTo>
                    <a:pt x="211" y="703"/>
                  </a:lnTo>
                  <a:lnTo>
                    <a:pt x="247" y="719"/>
                  </a:lnTo>
                  <a:lnTo>
                    <a:pt x="283" y="731"/>
                  </a:lnTo>
                  <a:lnTo>
                    <a:pt x="323" y="740"/>
                  </a:lnTo>
                  <a:lnTo>
                    <a:pt x="362" y="746"/>
                  </a:lnTo>
                  <a:lnTo>
                    <a:pt x="403" y="748"/>
                  </a:lnTo>
                  <a:close/>
                </a:path>
              </a:pathLst>
            </a:custGeom>
            <a:solidFill>
              <a:srgbClr val="B2D1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 flipH="1">
              <a:off x="2054" y="851"/>
              <a:ext cx="399" cy="370"/>
            </a:xfrm>
            <a:custGeom>
              <a:avLst/>
              <a:gdLst>
                <a:gd name="T0" fmla="*/ 110 w 798"/>
                <a:gd name="T1" fmla="*/ 184 h 741"/>
                <a:gd name="T2" fmla="*/ 130 w 798"/>
                <a:gd name="T3" fmla="*/ 181 h 741"/>
                <a:gd name="T4" fmla="*/ 148 w 798"/>
                <a:gd name="T5" fmla="*/ 174 h 741"/>
                <a:gd name="T6" fmla="*/ 164 w 798"/>
                <a:gd name="T7" fmla="*/ 164 h 741"/>
                <a:gd name="T8" fmla="*/ 177 w 798"/>
                <a:gd name="T9" fmla="*/ 151 h 741"/>
                <a:gd name="T10" fmla="*/ 188 w 798"/>
                <a:gd name="T11" fmla="*/ 137 h 741"/>
                <a:gd name="T12" fmla="*/ 195 w 798"/>
                <a:gd name="T13" fmla="*/ 120 h 741"/>
                <a:gd name="T14" fmla="*/ 199 w 798"/>
                <a:gd name="T15" fmla="*/ 102 h 741"/>
                <a:gd name="T16" fmla="*/ 199 w 798"/>
                <a:gd name="T17" fmla="*/ 83 h 741"/>
                <a:gd name="T18" fmla="*/ 195 w 798"/>
                <a:gd name="T19" fmla="*/ 65 h 741"/>
                <a:gd name="T20" fmla="*/ 188 w 798"/>
                <a:gd name="T21" fmla="*/ 48 h 741"/>
                <a:gd name="T22" fmla="*/ 177 w 798"/>
                <a:gd name="T23" fmla="*/ 33 h 741"/>
                <a:gd name="T24" fmla="*/ 164 w 798"/>
                <a:gd name="T25" fmla="*/ 21 h 741"/>
                <a:gd name="T26" fmla="*/ 148 w 798"/>
                <a:gd name="T27" fmla="*/ 11 h 741"/>
                <a:gd name="T28" fmla="*/ 130 w 798"/>
                <a:gd name="T29" fmla="*/ 4 h 741"/>
                <a:gd name="T30" fmla="*/ 110 w 798"/>
                <a:gd name="T31" fmla="*/ 0 h 741"/>
                <a:gd name="T32" fmla="*/ 90 w 798"/>
                <a:gd name="T33" fmla="*/ 0 h 741"/>
                <a:gd name="T34" fmla="*/ 70 w 798"/>
                <a:gd name="T35" fmla="*/ 4 h 741"/>
                <a:gd name="T36" fmla="*/ 52 w 798"/>
                <a:gd name="T37" fmla="*/ 11 h 741"/>
                <a:gd name="T38" fmla="*/ 37 w 798"/>
                <a:gd name="T39" fmla="*/ 21 h 741"/>
                <a:gd name="T40" fmla="*/ 23 w 798"/>
                <a:gd name="T41" fmla="*/ 33 h 741"/>
                <a:gd name="T42" fmla="*/ 12 w 798"/>
                <a:gd name="T43" fmla="*/ 48 h 741"/>
                <a:gd name="T44" fmla="*/ 5 w 798"/>
                <a:gd name="T45" fmla="*/ 65 h 741"/>
                <a:gd name="T46" fmla="*/ 1 w 798"/>
                <a:gd name="T47" fmla="*/ 83 h 741"/>
                <a:gd name="T48" fmla="*/ 1 w 798"/>
                <a:gd name="T49" fmla="*/ 102 h 741"/>
                <a:gd name="T50" fmla="*/ 5 w 798"/>
                <a:gd name="T51" fmla="*/ 120 h 741"/>
                <a:gd name="T52" fmla="*/ 12 w 798"/>
                <a:gd name="T53" fmla="*/ 137 h 741"/>
                <a:gd name="T54" fmla="*/ 23 w 798"/>
                <a:gd name="T55" fmla="*/ 151 h 741"/>
                <a:gd name="T56" fmla="*/ 37 w 798"/>
                <a:gd name="T57" fmla="*/ 164 h 741"/>
                <a:gd name="T58" fmla="*/ 52 w 798"/>
                <a:gd name="T59" fmla="*/ 174 h 741"/>
                <a:gd name="T60" fmla="*/ 70 w 798"/>
                <a:gd name="T61" fmla="*/ 181 h 741"/>
                <a:gd name="T62" fmla="*/ 90 w 798"/>
                <a:gd name="T63" fmla="*/ 184 h 74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98"/>
                <a:gd name="T97" fmla="*/ 0 h 741"/>
                <a:gd name="T98" fmla="*/ 798 w 798"/>
                <a:gd name="T99" fmla="*/ 741 h 74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98" h="741">
                  <a:moveTo>
                    <a:pt x="398" y="741"/>
                  </a:moveTo>
                  <a:lnTo>
                    <a:pt x="440" y="739"/>
                  </a:lnTo>
                  <a:lnTo>
                    <a:pt x="479" y="733"/>
                  </a:lnTo>
                  <a:lnTo>
                    <a:pt x="517" y="725"/>
                  </a:lnTo>
                  <a:lnTo>
                    <a:pt x="554" y="713"/>
                  </a:lnTo>
                  <a:lnTo>
                    <a:pt x="589" y="696"/>
                  </a:lnTo>
                  <a:lnTo>
                    <a:pt x="622" y="678"/>
                  </a:lnTo>
                  <a:lnTo>
                    <a:pt x="653" y="657"/>
                  </a:lnTo>
                  <a:lnTo>
                    <a:pt x="681" y="633"/>
                  </a:lnTo>
                  <a:lnTo>
                    <a:pt x="707" y="607"/>
                  </a:lnTo>
                  <a:lnTo>
                    <a:pt x="730" y="578"/>
                  </a:lnTo>
                  <a:lnTo>
                    <a:pt x="749" y="548"/>
                  </a:lnTo>
                  <a:lnTo>
                    <a:pt x="767" y="516"/>
                  </a:lnTo>
                  <a:lnTo>
                    <a:pt x="779" y="481"/>
                  </a:lnTo>
                  <a:lnTo>
                    <a:pt x="790" y="446"/>
                  </a:lnTo>
                  <a:lnTo>
                    <a:pt x="795" y="410"/>
                  </a:lnTo>
                  <a:lnTo>
                    <a:pt x="798" y="371"/>
                  </a:lnTo>
                  <a:lnTo>
                    <a:pt x="795" y="333"/>
                  </a:lnTo>
                  <a:lnTo>
                    <a:pt x="790" y="297"/>
                  </a:lnTo>
                  <a:lnTo>
                    <a:pt x="779" y="261"/>
                  </a:lnTo>
                  <a:lnTo>
                    <a:pt x="767" y="227"/>
                  </a:lnTo>
                  <a:lnTo>
                    <a:pt x="749" y="194"/>
                  </a:lnTo>
                  <a:lnTo>
                    <a:pt x="730" y="164"/>
                  </a:lnTo>
                  <a:lnTo>
                    <a:pt x="707" y="135"/>
                  </a:lnTo>
                  <a:lnTo>
                    <a:pt x="681" y="109"/>
                  </a:lnTo>
                  <a:lnTo>
                    <a:pt x="653" y="85"/>
                  </a:lnTo>
                  <a:lnTo>
                    <a:pt x="622" y="64"/>
                  </a:lnTo>
                  <a:lnTo>
                    <a:pt x="589" y="45"/>
                  </a:lnTo>
                  <a:lnTo>
                    <a:pt x="554" y="29"/>
                  </a:lnTo>
                  <a:lnTo>
                    <a:pt x="517" y="17"/>
                  </a:lnTo>
                  <a:lnTo>
                    <a:pt x="479" y="8"/>
                  </a:lnTo>
                  <a:lnTo>
                    <a:pt x="440" y="3"/>
                  </a:lnTo>
                  <a:lnTo>
                    <a:pt x="398" y="0"/>
                  </a:lnTo>
                  <a:lnTo>
                    <a:pt x="358" y="3"/>
                  </a:lnTo>
                  <a:lnTo>
                    <a:pt x="318" y="8"/>
                  </a:lnTo>
                  <a:lnTo>
                    <a:pt x="280" y="17"/>
                  </a:lnTo>
                  <a:lnTo>
                    <a:pt x="243" y="29"/>
                  </a:lnTo>
                  <a:lnTo>
                    <a:pt x="208" y="45"/>
                  </a:lnTo>
                  <a:lnTo>
                    <a:pt x="176" y="64"/>
                  </a:lnTo>
                  <a:lnTo>
                    <a:pt x="145" y="85"/>
                  </a:lnTo>
                  <a:lnTo>
                    <a:pt x="116" y="109"/>
                  </a:lnTo>
                  <a:lnTo>
                    <a:pt x="91" y="135"/>
                  </a:lnTo>
                  <a:lnTo>
                    <a:pt x="68" y="164"/>
                  </a:lnTo>
                  <a:lnTo>
                    <a:pt x="48" y="194"/>
                  </a:lnTo>
                  <a:lnTo>
                    <a:pt x="31" y="227"/>
                  </a:lnTo>
                  <a:lnTo>
                    <a:pt x="18" y="261"/>
                  </a:lnTo>
                  <a:lnTo>
                    <a:pt x="8" y="297"/>
                  </a:lnTo>
                  <a:lnTo>
                    <a:pt x="2" y="333"/>
                  </a:lnTo>
                  <a:lnTo>
                    <a:pt x="0" y="371"/>
                  </a:lnTo>
                  <a:lnTo>
                    <a:pt x="2" y="410"/>
                  </a:lnTo>
                  <a:lnTo>
                    <a:pt x="8" y="446"/>
                  </a:lnTo>
                  <a:lnTo>
                    <a:pt x="18" y="481"/>
                  </a:lnTo>
                  <a:lnTo>
                    <a:pt x="31" y="516"/>
                  </a:lnTo>
                  <a:lnTo>
                    <a:pt x="48" y="548"/>
                  </a:lnTo>
                  <a:lnTo>
                    <a:pt x="68" y="578"/>
                  </a:lnTo>
                  <a:lnTo>
                    <a:pt x="91" y="607"/>
                  </a:lnTo>
                  <a:lnTo>
                    <a:pt x="116" y="633"/>
                  </a:lnTo>
                  <a:lnTo>
                    <a:pt x="145" y="657"/>
                  </a:lnTo>
                  <a:lnTo>
                    <a:pt x="176" y="678"/>
                  </a:lnTo>
                  <a:lnTo>
                    <a:pt x="208" y="696"/>
                  </a:lnTo>
                  <a:lnTo>
                    <a:pt x="243" y="713"/>
                  </a:lnTo>
                  <a:lnTo>
                    <a:pt x="280" y="725"/>
                  </a:lnTo>
                  <a:lnTo>
                    <a:pt x="318" y="733"/>
                  </a:lnTo>
                  <a:lnTo>
                    <a:pt x="358" y="739"/>
                  </a:lnTo>
                  <a:lnTo>
                    <a:pt x="398" y="741"/>
                  </a:lnTo>
                  <a:close/>
                </a:path>
              </a:pathLst>
            </a:custGeom>
            <a:solidFill>
              <a:srgbClr val="B5D1B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 flipH="1">
              <a:off x="2056" y="853"/>
              <a:ext cx="394" cy="366"/>
            </a:xfrm>
            <a:custGeom>
              <a:avLst/>
              <a:gdLst>
                <a:gd name="T0" fmla="*/ 108 w 789"/>
                <a:gd name="T1" fmla="*/ 183 h 732"/>
                <a:gd name="T2" fmla="*/ 128 w 789"/>
                <a:gd name="T3" fmla="*/ 179 h 732"/>
                <a:gd name="T4" fmla="*/ 145 w 789"/>
                <a:gd name="T5" fmla="*/ 172 h 732"/>
                <a:gd name="T6" fmla="*/ 161 w 789"/>
                <a:gd name="T7" fmla="*/ 163 h 732"/>
                <a:gd name="T8" fmla="*/ 174 w 789"/>
                <a:gd name="T9" fmla="*/ 150 h 732"/>
                <a:gd name="T10" fmla="*/ 185 w 789"/>
                <a:gd name="T11" fmla="*/ 135 h 732"/>
                <a:gd name="T12" fmla="*/ 193 w 789"/>
                <a:gd name="T13" fmla="*/ 118 h 732"/>
                <a:gd name="T14" fmla="*/ 196 w 789"/>
                <a:gd name="T15" fmla="*/ 100 h 732"/>
                <a:gd name="T16" fmla="*/ 196 w 789"/>
                <a:gd name="T17" fmla="*/ 82 h 732"/>
                <a:gd name="T18" fmla="*/ 193 w 789"/>
                <a:gd name="T19" fmla="*/ 65 h 732"/>
                <a:gd name="T20" fmla="*/ 185 w 789"/>
                <a:gd name="T21" fmla="*/ 47 h 732"/>
                <a:gd name="T22" fmla="*/ 174 w 789"/>
                <a:gd name="T23" fmla="*/ 34 h 732"/>
                <a:gd name="T24" fmla="*/ 161 w 789"/>
                <a:gd name="T25" fmla="*/ 21 h 732"/>
                <a:gd name="T26" fmla="*/ 145 w 789"/>
                <a:gd name="T27" fmla="*/ 11 h 732"/>
                <a:gd name="T28" fmla="*/ 128 w 789"/>
                <a:gd name="T29" fmla="*/ 4 h 732"/>
                <a:gd name="T30" fmla="*/ 108 w 789"/>
                <a:gd name="T31" fmla="*/ 1 h 732"/>
                <a:gd name="T32" fmla="*/ 88 w 789"/>
                <a:gd name="T33" fmla="*/ 1 h 732"/>
                <a:gd name="T34" fmla="*/ 69 w 789"/>
                <a:gd name="T35" fmla="*/ 4 h 732"/>
                <a:gd name="T36" fmla="*/ 51 w 789"/>
                <a:gd name="T37" fmla="*/ 11 h 732"/>
                <a:gd name="T38" fmla="*/ 35 w 789"/>
                <a:gd name="T39" fmla="*/ 21 h 732"/>
                <a:gd name="T40" fmla="*/ 22 w 789"/>
                <a:gd name="T41" fmla="*/ 34 h 732"/>
                <a:gd name="T42" fmla="*/ 11 w 789"/>
                <a:gd name="T43" fmla="*/ 47 h 732"/>
                <a:gd name="T44" fmla="*/ 4 w 789"/>
                <a:gd name="T45" fmla="*/ 65 h 732"/>
                <a:gd name="T46" fmla="*/ 0 w 789"/>
                <a:gd name="T47" fmla="*/ 82 h 732"/>
                <a:gd name="T48" fmla="*/ 0 w 789"/>
                <a:gd name="T49" fmla="*/ 100 h 732"/>
                <a:gd name="T50" fmla="*/ 4 w 789"/>
                <a:gd name="T51" fmla="*/ 118 h 732"/>
                <a:gd name="T52" fmla="*/ 11 w 789"/>
                <a:gd name="T53" fmla="*/ 135 h 732"/>
                <a:gd name="T54" fmla="*/ 22 w 789"/>
                <a:gd name="T55" fmla="*/ 150 h 732"/>
                <a:gd name="T56" fmla="*/ 35 w 789"/>
                <a:gd name="T57" fmla="*/ 163 h 732"/>
                <a:gd name="T58" fmla="*/ 51 w 789"/>
                <a:gd name="T59" fmla="*/ 172 h 732"/>
                <a:gd name="T60" fmla="*/ 69 w 789"/>
                <a:gd name="T61" fmla="*/ 179 h 732"/>
                <a:gd name="T62" fmla="*/ 88 w 789"/>
                <a:gd name="T63" fmla="*/ 183 h 73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89"/>
                <a:gd name="T97" fmla="*/ 0 h 732"/>
                <a:gd name="T98" fmla="*/ 789 w 789"/>
                <a:gd name="T99" fmla="*/ 732 h 73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89" h="732">
                  <a:moveTo>
                    <a:pt x="394" y="732"/>
                  </a:moveTo>
                  <a:lnTo>
                    <a:pt x="434" y="729"/>
                  </a:lnTo>
                  <a:lnTo>
                    <a:pt x="474" y="725"/>
                  </a:lnTo>
                  <a:lnTo>
                    <a:pt x="512" y="716"/>
                  </a:lnTo>
                  <a:lnTo>
                    <a:pt x="548" y="703"/>
                  </a:lnTo>
                  <a:lnTo>
                    <a:pt x="583" y="688"/>
                  </a:lnTo>
                  <a:lnTo>
                    <a:pt x="615" y="670"/>
                  </a:lnTo>
                  <a:lnTo>
                    <a:pt x="645" y="649"/>
                  </a:lnTo>
                  <a:lnTo>
                    <a:pt x="674" y="625"/>
                  </a:lnTo>
                  <a:lnTo>
                    <a:pt x="699" y="599"/>
                  </a:lnTo>
                  <a:lnTo>
                    <a:pt x="722" y="570"/>
                  </a:lnTo>
                  <a:lnTo>
                    <a:pt x="742" y="540"/>
                  </a:lnTo>
                  <a:lnTo>
                    <a:pt x="758" y="508"/>
                  </a:lnTo>
                  <a:lnTo>
                    <a:pt x="772" y="475"/>
                  </a:lnTo>
                  <a:lnTo>
                    <a:pt x="781" y="440"/>
                  </a:lnTo>
                  <a:lnTo>
                    <a:pt x="787" y="403"/>
                  </a:lnTo>
                  <a:lnTo>
                    <a:pt x="789" y="366"/>
                  </a:lnTo>
                  <a:lnTo>
                    <a:pt x="787" y="328"/>
                  </a:lnTo>
                  <a:lnTo>
                    <a:pt x="781" y="293"/>
                  </a:lnTo>
                  <a:lnTo>
                    <a:pt x="772" y="257"/>
                  </a:lnTo>
                  <a:lnTo>
                    <a:pt x="758" y="224"/>
                  </a:lnTo>
                  <a:lnTo>
                    <a:pt x="742" y="191"/>
                  </a:lnTo>
                  <a:lnTo>
                    <a:pt x="722" y="161"/>
                  </a:lnTo>
                  <a:lnTo>
                    <a:pt x="699" y="134"/>
                  </a:lnTo>
                  <a:lnTo>
                    <a:pt x="674" y="107"/>
                  </a:lnTo>
                  <a:lnTo>
                    <a:pt x="645" y="83"/>
                  </a:lnTo>
                  <a:lnTo>
                    <a:pt x="615" y="62"/>
                  </a:lnTo>
                  <a:lnTo>
                    <a:pt x="583" y="44"/>
                  </a:lnTo>
                  <a:lnTo>
                    <a:pt x="548" y="29"/>
                  </a:lnTo>
                  <a:lnTo>
                    <a:pt x="512" y="16"/>
                  </a:lnTo>
                  <a:lnTo>
                    <a:pt x="474" y="7"/>
                  </a:lnTo>
                  <a:lnTo>
                    <a:pt x="434" y="2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5" y="7"/>
                  </a:lnTo>
                  <a:lnTo>
                    <a:pt x="277" y="16"/>
                  </a:lnTo>
                  <a:lnTo>
                    <a:pt x="241" y="29"/>
                  </a:lnTo>
                  <a:lnTo>
                    <a:pt x="206" y="44"/>
                  </a:lnTo>
                  <a:lnTo>
                    <a:pt x="174" y="62"/>
                  </a:lnTo>
                  <a:lnTo>
                    <a:pt x="143" y="83"/>
                  </a:lnTo>
                  <a:lnTo>
                    <a:pt x="115" y="107"/>
                  </a:lnTo>
                  <a:lnTo>
                    <a:pt x="90" y="134"/>
                  </a:lnTo>
                  <a:lnTo>
                    <a:pt x="67" y="161"/>
                  </a:lnTo>
                  <a:lnTo>
                    <a:pt x="47" y="191"/>
                  </a:lnTo>
                  <a:lnTo>
                    <a:pt x="31" y="224"/>
                  </a:lnTo>
                  <a:lnTo>
                    <a:pt x="18" y="257"/>
                  </a:lnTo>
                  <a:lnTo>
                    <a:pt x="8" y="293"/>
                  </a:lnTo>
                  <a:lnTo>
                    <a:pt x="3" y="328"/>
                  </a:lnTo>
                  <a:lnTo>
                    <a:pt x="0" y="366"/>
                  </a:lnTo>
                  <a:lnTo>
                    <a:pt x="3" y="403"/>
                  </a:lnTo>
                  <a:lnTo>
                    <a:pt x="8" y="440"/>
                  </a:lnTo>
                  <a:lnTo>
                    <a:pt x="18" y="475"/>
                  </a:lnTo>
                  <a:lnTo>
                    <a:pt x="31" y="508"/>
                  </a:lnTo>
                  <a:lnTo>
                    <a:pt x="47" y="540"/>
                  </a:lnTo>
                  <a:lnTo>
                    <a:pt x="67" y="570"/>
                  </a:lnTo>
                  <a:lnTo>
                    <a:pt x="90" y="599"/>
                  </a:lnTo>
                  <a:lnTo>
                    <a:pt x="115" y="625"/>
                  </a:lnTo>
                  <a:lnTo>
                    <a:pt x="143" y="649"/>
                  </a:lnTo>
                  <a:lnTo>
                    <a:pt x="174" y="670"/>
                  </a:lnTo>
                  <a:lnTo>
                    <a:pt x="206" y="688"/>
                  </a:lnTo>
                  <a:lnTo>
                    <a:pt x="241" y="703"/>
                  </a:lnTo>
                  <a:lnTo>
                    <a:pt x="277" y="716"/>
                  </a:lnTo>
                  <a:lnTo>
                    <a:pt x="315" y="725"/>
                  </a:lnTo>
                  <a:lnTo>
                    <a:pt x="354" y="729"/>
                  </a:lnTo>
                  <a:lnTo>
                    <a:pt x="394" y="732"/>
                  </a:lnTo>
                  <a:close/>
                </a:path>
              </a:pathLst>
            </a:custGeom>
            <a:solidFill>
              <a:srgbClr val="B7D3B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 flipH="1">
              <a:off x="2058" y="855"/>
              <a:ext cx="390" cy="362"/>
            </a:xfrm>
            <a:custGeom>
              <a:avLst/>
              <a:gdLst>
                <a:gd name="T0" fmla="*/ 107 w 780"/>
                <a:gd name="T1" fmla="*/ 181 h 722"/>
                <a:gd name="T2" fmla="*/ 126 w 780"/>
                <a:gd name="T3" fmla="*/ 177 h 722"/>
                <a:gd name="T4" fmla="*/ 144 w 780"/>
                <a:gd name="T5" fmla="*/ 170 h 722"/>
                <a:gd name="T6" fmla="*/ 160 w 780"/>
                <a:gd name="T7" fmla="*/ 161 h 722"/>
                <a:gd name="T8" fmla="*/ 173 w 780"/>
                <a:gd name="T9" fmla="*/ 148 h 722"/>
                <a:gd name="T10" fmla="*/ 183 w 780"/>
                <a:gd name="T11" fmla="*/ 134 h 722"/>
                <a:gd name="T12" fmla="*/ 191 w 780"/>
                <a:gd name="T13" fmla="*/ 118 h 722"/>
                <a:gd name="T14" fmla="*/ 195 w 780"/>
                <a:gd name="T15" fmla="*/ 100 h 722"/>
                <a:gd name="T16" fmla="*/ 195 w 780"/>
                <a:gd name="T17" fmla="*/ 82 h 722"/>
                <a:gd name="T18" fmla="*/ 191 w 780"/>
                <a:gd name="T19" fmla="*/ 64 h 722"/>
                <a:gd name="T20" fmla="*/ 183 w 780"/>
                <a:gd name="T21" fmla="*/ 48 h 722"/>
                <a:gd name="T22" fmla="*/ 173 w 780"/>
                <a:gd name="T23" fmla="*/ 33 h 722"/>
                <a:gd name="T24" fmla="*/ 160 w 780"/>
                <a:gd name="T25" fmla="*/ 21 h 722"/>
                <a:gd name="T26" fmla="*/ 144 w 780"/>
                <a:gd name="T27" fmla="*/ 11 h 722"/>
                <a:gd name="T28" fmla="*/ 126 w 780"/>
                <a:gd name="T29" fmla="*/ 4 h 722"/>
                <a:gd name="T30" fmla="*/ 107 w 780"/>
                <a:gd name="T31" fmla="*/ 1 h 722"/>
                <a:gd name="T32" fmla="*/ 88 w 780"/>
                <a:gd name="T33" fmla="*/ 1 h 722"/>
                <a:gd name="T34" fmla="*/ 69 w 780"/>
                <a:gd name="T35" fmla="*/ 4 h 722"/>
                <a:gd name="T36" fmla="*/ 51 w 780"/>
                <a:gd name="T37" fmla="*/ 11 h 722"/>
                <a:gd name="T38" fmla="*/ 36 w 780"/>
                <a:gd name="T39" fmla="*/ 21 h 722"/>
                <a:gd name="T40" fmla="*/ 23 w 780"/>
                <a:gd name="T41" fmla="*/ 33 h 722"/>
                <a:gd name="T42" fmla="*/ 12 w 780"/>
                <a:gd name="T43" fmla="*/ 48 h 722"/>
                <a:gd name="T44" fmla="*/ 5 w 780"/>
                <a:gd name="T45" fmla="*/ 64 h 722"/>
                <a:gd name="T46" fmla="*/ 1 w 780"/>
                <a:gd name="T47" fmla="*/ 82 h 722"/>
                <a:gd name="T48" fmla="*/ 1 w 780"/>
                <a:gd name="T49" fmla="*/ 100 h 722"/>
                <a:gd name="T50" fmla="*/ 5 w 780"/>
                <a:gd name="T51" fmla="*/ 118 h 722"/>
                <a:gd name="T52" fmla="*/ 12 w 780"/>
                <a:gd name="T53" fmla="*/ 134 h 722"/>
                <a:gd name="T54" fmla="*/ 23 w 780"/>
                <a:gd name="T55" fmla="*/ 148 h 722"/>
                <a:gd name="T56" fmla="*/ 36 w 780"/>
                <a:gd name="T57" fmla="*/ 161 h 722"/>
                <a:gd name="T58" fmla="*/ 51 w 780"/>
                <a:gd name="T59" fmla="*/ 170 h 722"/>
                <a:gd name="T60" fmla="*/ 69 w 780"/>
                <a:gd name="T61" fmla="*/ 177 h 722"/>
                <a:gd name="T62" fmla="*/ 88 w 780"/>
                <a:gd name="T63" fmla="*/ 181 h 72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80"/>
                <a:gd name="T97" fmla="*/ 0 h 722"/>
                <a:gd name="T98" fmla="*/ 780 w 780"/>
                <a:gd name="T99" fmla="*/ 722 h 72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80" h="722">
                  <a:moveTo>
                    <a:pt x="389" y="722"/>
                  </a:moveTo>
                  <a:lnTo>
                    <a:pt x="429" y="720"/>
                  </a:lnTo>
                  <a:lnTo>
                    <a:pt x="469" y="715"/>
                  </a:lnTo>
                  <a:lnTo>
                    <a:pt x="505" y="706"/>
                  </a:lnTo>
                  <a:lnTo>
                    <a:pt x="541" y="693"/>
                  </a:lnTo>
                  <a:lnTo>
                    <a:pt x="576" y="678"/>
                  </a:lnTo>
                  <a:lnTo>
                    <a:pt x="608" y="661"/>
                  </a:lnTo>
                  <a:lnTo>
                    <a:pt x="638" y="640"/>
                  </a:lnTo>
                  <a:lnTo>
                    <a:pt x="666" y="616"/>
                  </a:lnTo>
                  <a:lnTo>
                    <a:pt x="691" y="591"/>
                  </a:lnTo>
                  <a:lnTo>
                    <a:pt x="713" y="563"/>
                  </a:lnTo>
                  <a:lnTo>
                    <a:pt x="732" y="533"/>
                  </a:lnTo>
                  <a:lnTo>
                    <a:pt x="748" y="502"/>
                  </a:lnTo>
                  <a:lnTo>
                    <a:pt x="762" y="469"/>
                  </a:lnTo>
                  <a:lnTo>
                    <a:pt x="772" y="434"/>
                  </a:lnTo>
                  <a:lnTo>
                    <a:pt x="777" y="398"/>
                  </a:lnTo>
                  <a:lnTo>
                    <a:pt x="780" y="361"/>
                  </a:lnTo>
                  <a:lnTo>
                    <a:pt x="777" y="325"/>
                  </a:lnTo>
                  <a:lnTo>
                    <a:pt x="772" y="289"/>
                  </a:lnTo>
                  <a:lnTo>
                    <a:pt x="762" y="253"/>
                  </a:lnTo>
                  <a:lnTo>
                    <a:pt x="748" y="221"/>
                  </a:lnTo>
                  <a:lnTo>
                    <a:pt x="732" y="189"/>
                  </a:lnTo>
                  <a:lnTo>
                    <a:pt x="713" y="159"/>
                  </a:lnTo>
                  <a:lnTo>
                    <a:pt x="691" y="131"/>
                  </a:lnTo>
                  <a:lnTo>
                    <a:pt x="666" y="106"/>
                  </a:lnTo>
                  <a:lnTo>
                    <a:pt x="638" y="83"/>
                  </a:lnTo>
                  <a:lnTo>
                    <a:pt x="608" y="61"/>
                  </a:lnTo>
                  <a:lnTo>
                    <a:pt x="576" y="43"/>
                  </a:lnTo>
                  <a:lnTo>
                    <a:pt x="541" y="28"/>
                  </a:lnTo>
                  <a:lnTo>
                    <a:pt x="505" y="16"/>
                  </a:lnTo>
                  <a:lnTo>
                    <a:pt x="469" y="7"/>
                  </a:lnTo>
                  <a:lnTo>
                    <a:pt x="429" y="2"/>
                  </a:lnTo>
                  <a:lnTo>
                    <a:pt x="389" y="0"/>
                  </a:lnTo>
                  <a:lnTo>
                    <a:pt x="349" y="2"/>
                  </a:lnTo>
                  <a:lnTo>
                    <a:pt x="311" y="7"/>
                  </a:lnTo>
                  <a:lnTo>
                    <a:pt x="273" y="16"/>
                  </a:lnTo>
                  <a:lnTo>
                    <a:pt x="237" y="28"/>
                  </a:lnTo>
                  <a:lnTo>
                    <a:pt x="204" y="43"/>
                  </a:lnTo>
                  <a:lnTo>
                    <a:pt x="171" y="61"/>
                  </a:lnTo>
                  <a:lnTo>
                    <a:pt x="142" y="83"/>
                  </a:lnTo>
                  <a:lnTo>
                    <a:pt x="114" y="106"/>
                  </a:lnTo>
                  <a:lnTo>
                    <a:pt x="89" y="131"/>
                  </a:lnTo>
                  <a:lnTo>
                    <a:pt x="67" y="159"/>
                  </a:lnTo>
                  <a:lnTo>
                    <a:pt x="47" y="189"/>
                  </a:lnTo>
                  <a:lnTo>
                    <a:pt x="31" y="221"/>
                  </a:lnTo>
                  <a:lnTo>
                    <a:pt x="17" y="253"/>
                  </a:lnTo>
                  <a:lnTo>
                    <a:pt x="8" y="289"/>
                  </a:lnTo>
                  <a:lnTo>
                    <a:pt x="2" y="325"/>
                  </a:lnTo>
                  <a:lnTo>
                    <a:pt x="0" y="361"/>
                  </a:lnTo>
                  <a:lnTo>
                    <a:pt x="2" y="398"/>
                  </a:lnTo>
                  <a:lnTo>
                    <a:pt x="8" y="434"/>
                  </a:lnTo>
                  <a:lnTo>
                    <a:pt x="17" y="469"/>
                  </a:lnTo>
                  <a:lnTo>
                    <a:pt x="31" y="502"/>
                  </a:lnTo>
                  <a:lnTo>
                    <a:pt x="47" y="533"/>
                  </a:lnTo>
                  <a:lnTo>
                    <a:pt x="67" y="563"/>
                  </a:lnTo>
                  <a:lnTo>
                    <a:pt x="89" y="591"/>
                  </a:lnTo>
                  <a:lnTo>
                    <a:pt x="114" y="616"/>
                  </a:lnTo>
                  <a:lnTo>
                    <a:pt x="142" y="640"/>
                  </a:lnTo>
                  <a:lnTo>
                    <a:pt x="171" y="661"/>
                  </a:lnTo>
                  <a:lnTo>
                    <a:pt x="204" y="678"/>
                  </a:lnTo>
                  <a:lnTo>
                    <a:pt x="237" y="693"/>
                  </a:lnTo>
                  <a:lnTo>
                    <a:pt x="273" y="706"/>
                  </a:lnTo>
                  <a:lnTo>
                    <a:pt x="311" y="715"/>
                  </a:lnTo>
                  <a:lnTo>
                    <a:pt x="349" y="720"/>
                  </a:lnTo>
                  <a:lnTo>
                    <a:pt x="389" y="722"/>
                  </a:lnTo>
                  <a:close/>
                </a:path>
              </a:pathLst>
            </a:custGeom>
            <a:solidFill>
              <a:srgbClr val="BCD8B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 flipH="1">
              <a:off x="2061" y="857"/>
              <a:ext cx="385" cy="358"/>
            </a:xfrm>
            <a:custGeom>
              <a:avLst/>
              <a:gdLst>
                <a:gd name="T0" fmla="*/ 106 w 771"/>
                <a:gd name="T1" fmla="*/ 179 h 716"/>
                <a:gd name="T2" fmla="*/ 125 w 771"/>
                <a:gd name="T3" fmla="*/ 175 h 716"/>
                <a:gd name="T4" fmla="*/ 142 w 771"/>
                <a:gd name="T5" fmla="*/ 169 h 716"/>
                <a:gd name="T6" fmla="*/ 157 w 771"/>
                <a:gd name="T7" fmla="*/ 159 h 716"/>
                <a:gd name="T8" fmla="*/ 170 w 771"/>
                <a:gd name="T9" fmla="*/ 147 h 716"/>
                <a:gd name="T10" fmla="*/ 181 w 771"/>
                <a:gd name="T11" fmla="*/ 133 h 716"/>
                <a:gd name="T12" fmla="*/ 188 w 771"/>
                <a:gd name="T13" fmla="*/ 116 h 716"/>
                <a:gd name="T14" fmla="*/ 192 w 771"/>
                <a:gd name="T15" fmla="*/ 98 h 716"/>
                <a:gd name="T16" fmla="*/ 192 w 771"/>
                <a:gd name="T17" fmla="*/ 81 h 716"/>
                <a:gd name="T18" fmla="*/ 188 w 771"/>
                <a:gd name="T19" fmla="*/ 62 h 716"/>
                <a:gd name="T20" fmla="*/ 181 w 771"/>
                <a:gd name="T21" fmla="*/ 47 h 716"/>
                <a:gd name="T22" fmla="*/ 170 w 771"/>
                <a:gd name="T23" fmla="*/ 33 h 716"/>
                <a:gd name="T24" fmla="*/ 157 w 771"/>
                <a:gd name="T25" fmla="*/ 21 h 716"/>
                <a:gd name="T26" fmla="*/ 142 w 771"/>
                <a:gd name="T27" fmla="*/ 11 h 716"/>
                <a:gd name="T28" fmla="*/ 125 w 771"/>
                <a:gd name="T29" fmla="*/ 4 h 716"/>
                <a:gd name="T30" fmla="*/ 106 w 771"/>
                <a:gd name="T31" fmla="*/ 1 h 716"/>
                <a:gd name="T32" fmla="*/ 86 w 771"/>
                <a:gd name="T33" fmla="*/ 1 h 716"/>
                <a:gd name="T34" fmla="*/ 67 w 771"/>
                <a:gd name="T35" fmla="*/ 4 h 716"/>
                <a:gd name="T36" fmla="*/ 50 w 771"/>
                <a:gd name="T37" fmla="*/ 11 h 716"/>
                <a:gd name="T38" fmla="*/ 35 w 771"/>
                <a:gd name="T39" fmla="*/ 21 h 716"/>
                <a:gd name="T40" fmla="*/ 22 w 771"/>
                <a:gd name="T41" fmla="*/ 33 h 716"/>
                <a:gd name="T42" fmla="*/ 11 w 771"/>
                <a:gd name="T43" fmla="*/ 47 h 716"/>
                <a:gd name="T44" fmla="*/ 4 w 771"/>
                <a:gd name="T45" fmla="*/ 62 h 716"/>
                <a:gd name="T46" fmla="*/ 0 w 771"/>
                <a:gd name="T47" fmla="*/ 81 h 716"/>
                <a:gd name="T48" fmla="*/ 0 w 771"/>
                <a:gd name="T49" fmla="*/ 98 h 716"/>
                <a:gd name="T50" fmla="*/ 4 w 771"/>
                <a:gd name="T51" fmla="*/ 116 h 716"/>
                <a:gd name="T52" fmla="*/ 11 w 771"/>
                <a:gd name="T53" fmla="*/ 133 h 716"/>
                <a:gd name="T54" fmla="*/ 22 w 771"/>
                <a:gd name="T55" fmla="*/ 147 h 716"/>
                <a:gd name="T56" fmla="*/ 35 w 771"/>
                <a:gd name="T57" fmla="*/ 159 h 716"/>
                <a:gd name="T58" fmla="*/ 50 w 771"/>
                <a:gd name="T59" fmla="*/ 169 h 716"/>
                <a:gd name="T60" fmla="*/ 67 w 771"/>
                <a:gd name="T61" fmla="*/ 175 h 716"/>
                <a:gd name="T62" fmla="*/ 86 w 771"/>
                <a:gd name="T63" fmla="*/ 179 h 71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71"/>
                <a:gd name="T97" fmla="*/ 0 h 716"/>
                <a:gd name="T98" fmla="*/ 771 w 771"/>
                <a:gd name="T99" fmla="*/ 716 h 71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71" h="716">
                  <a:moveTo>
                    <a:pt x="385" y="716"/>
                  </a:moveTo>
                  <a:lnTo>
                    <a:pt x="424" y="713"/>
                  </a:lnTo>
                  <a:lnTo>
                    <a:pt x="463" y="709"/>
                  </a:lnTo>
                  <a:lnTo>
                    <a:pt x="500" y="700"/>
                  </a:lnTo>
                  <a:lnTo>
                    <a:pt x="535" y="688"/>
                  </a:lnTo>
                  <a:lnTo>
                    <a:pt x="569" y="673"/>
                  </a:lnTo>
                  <a:lnTo>
                    <a:pt x="601" y="655"/>
                  </a:lnTo>
                  <a:lnTo>
                    <a:pt x="630" y="634"/>
                  </a:lnTo>
                  <a:lnTo>
                    <a:pt x="658" y="611"/>
                  </a:lnTo>
                  <a:lnTo>
                    <a:pt x="682" y="585"/>
                  </a:lnTo>
                  <a:lnTo>
                    <a:pt x="705" y="558"/>
                  </a:lnTo>
                  <a:lnTo>
                    <a:pt x="725" y="529"/>
                  </a:lnTo>
                  <a:lnTo>
                    <a:pt x="741" y="498"/>
                  </a:lnTo>
                  <a:lnTo>
                    <a:pt x="754" y="464"/>
                  </a:lnTo>
                  <a:lnTo>
                    <a:pt x="763" y="430"/>
                  </a:lnTo>
                  <a:lnTo>
                    <a:pt x="769" y="395"/>
                  </a:lnTo>
                  <a:lnTo>
                    <a:pt x="771" y="358"/>
                  </a:lnTo>
                  <a:lnTo>
                    <a:pt x="769" y="322"/>
                  </a:lnTo>
                  <a:lnTo>
                    <a:pt x="763" y="286"/>
                  </a:lnTo>
                  <a:lnTo>
                    <a:pt x="754" y="251"/>
                  </a:lnTo>
                  <a:lnTo>
                    <a:pt x="741" y="219"/>
                  </a:lnTo>
                  <a:lnTo>
                    <a:pt x="725" y="188"/>
                  </a:lnTo>
                  <a:lnTo>
                    <a:pt x="705" y="158"/>
                  </a:lnTo>
                  <a:lnTo>
                    <a:pt x="682" y="130"/>
                  </a:lnTo>
                  <a:lnTo>
                    <a:pt x="658" y="105"/>
                  </a:lnTo>
                  <a:lnTo>
                    <a:pt x="630" y="82"/>
                  </a:lnTo>
                  <a:lnTo>
                    <a:pt x="601" y="61"/>
                  </a:lnTo>
                  <a:lnTo>
                    <a:pt x="569" y="43"/>
                  </a:lnTo>
                  <a:lnTo>
                    <a:pt x="535" y="28"/>
                  </a:lnTo>
                  <a:lnTo>
                    <a:pt x="500" y="16"/>
                  </a:lnTo>
                  <a:lnTo>
                    <a:pt x="463" y="7"/>
                  </a:lnTo>
                  <a:lnTo>
                    <a:pt x="424" y="2"/>
                  </a:lnTo>
                  <a:lnTo>
                    <a:pt x="385" y="0"/>
                  </a:lnTo>
                  <a:lnTo>
                    <a:pt x="346" y="2"/>
                  </a:lnTo>
                  <a:lnTo>
                    <a:pt x="308" y="7"/>
                  </a:lnTo>
                  <a:lnTo>
                    <a:pt x="271" y="16"/>
                  </a:lnTo>
                  <a:lnTo>
                    <a:pt x="235" y="28"/>
                  </a:lnTo>
                  <a:lnTo>
                    <a:pt x="202" y="43"/>
                  </a:lnTo>
                  <a:lnTo>
                    <a:pt x="170" y="61"/>
                  </a:lnTo>
                  <a:lnTo>
                    <a:pt x="141" y="82"/>
                  </a:lnTo>
                  <a:lnTo>
                    <a:pt x="113" y="105"/>
                  </a:lnTo>
                  <a:lnTo>
                    <a:pt x="88" y="130"/>
                  </a:lnTo>
                  <a:lnTo>
                    <a:pt x="66" y="158"/>
                  </a:lnTo>
                  <a:lnTo>
                    <a:pt x="47" y="188"/>
                  </a:lnTo>
                  <a:lnTo>
                    <a:pt x="30" y="219"/>
                  </a:lnTo>
                  <a:lnTo>
                    <a:pt x="18" y="251"/>
                  </a:lnTo>
                  <a:lnTo>
                    <a:pt x="9" y="286"/>
                  </a:lnTo>
                  <a:lnTo>
                    <a:pt x="3" y="322"/>
                  </a:lnTo>
                  <a:lnTo>
                    <a:pt x="0" y="358"/>
                  </a:lnTo>
                  <a:lnTo>
                    <a:pt x="3" y="395"/>
                  </a:lnTo>
                  <a:lnTo>
                    <a:pt x="9" y="430"/>
                  </a:lnTo>
                  <a:lnTo>
                    <a:pt x="18" y="464"/>
                  </a:lnTo>
                  <a:lnTo>
                    <a:pt x="30" y="498"/>
                  </a:lnTo>
                  <a:lnTo>
                    <a:pt x="47" y="529"/>
                  </a:lnTo>
                  <a:lnTo>
                    <a:pt x="66" y="558"/>
                  </a:lnTo>
                  <a:lnTo>
                    <a:pt x="88" y="585"/>
                  </a:lnTo>
                  <a:lnTo>
                    <a:pt x="113" y="611"/>
                  </a:lnTo>
                  <a:lnTo>
                    <a:pt x="141" y="634"/>
                  </a:lnTo>
                  <a:lnTo>
                    <a:pt x="170" y="655"/>
                  </a:lnTo>
                  <a:lnTo>
                    <a:pt x="202" y="673"/>
                  </a:lnTo>
                  <a:lnTo>
                    <a:pt x="235" y="688"/>
                  </a:lnTo>
                  <a:lnTo>
                    <a:pt x="271" y="700"/>
                  </a:lnTo>
                  <a:lnTo>
                    <a:pt x="308" y="709"/>
                  </a:lnTo>
                  <a:lnTo>
                    <a:pt x="346" y="713"/>
                  </a:lnTo>
                  <a:lnTo>
                    <a:pt x="385" y="716"/>
                  </a:lnTo>
                  <a:close/>
                </a:path>
              </a:pathLst>
            </a:custGeom>
            <a:solidFill>
              <a:srgbClr val="BFD8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 flipH="1">
              <a:off x="2063" y="859"/>
              <a:ext cx="380" cy="354"/>
            </a:xfrm>
            <a:custGeom>
              <a:avLst/>
              <a:gdLst>
                <a:gd name="T0" fmla="*/ 104 w 761"/>
                <a:gd name="T1" fmla="*/ 177 h 706"/>
                <a:gd name="T2" fmla="*/ 123 w 761"/>
                <a:gd name="T3" fmla="*/ 173 h 706"/>
                <a:gd name="T4" fmla="*/ 140 w 761"/>
                <a:gd name="T5" fmla="*/ 166 h 706"/>
                <a:gd name="T6" fmla="*/ 155 w 761"/>
                <a:gd name="T7" fmla="*/ 157 h 706"/>
                <a:gd name="T8" fmla="*/ 168 w 761"/>
                <a:gd name="T9" fmla="*/ 145 h 706"/>
                <a:gd name="T10" fmla="*/ 178 w 761"/>
                <a:gd name="T11" fmla="*/ 131 h 706"/>
                <a:gd name="T12" fmla="*/ 186 w 761"/>
                <a:gd name="T13" fmla="*/ 115 h 706"/>
                <a:gd name="T14" fmla="*/ 189 w 761"/>
                <a:gd name="T15" fmla="*/ 98 h 706"/>
                <a:gd name="T16" fmla="*/ 189 w 761"/>
                <a:gd name="T17" fmla="*/ 80 h 706"/>
                <a:gd name="T18" fmla="*/ 186 w 761"/>
                <a:gd name="T19" fmla="*/ 63 h 706"/>
                <a:gd name="T20" fmla="*/ 178 w 761"/>
                <a:gd name="T21" fmla="*/ 46 h 706"/>
                <a:gd name="T22" fmla="*/ 168 w 761"/>
                <a:gd name="T23" fmla="*/ 33 h 706"/>
                <a:gd name="T24" fmla="*/ 155 w 761"/>
                <a:gd name="T25" fmla="*/ 20 h 706"/>
                <a:gd name="T26" fmla="*/ 140 w 761"/>
                <a:gd name="T27" fmla="*/ 11 h 706"/>
                <a:gd name="T28" fmla="*/ 123 w 761"/>
                <a:gd name="T29" fmla="*/ 4 h 706"/>
                <a:gd name="T30" fmla="*/ 104 w 761"/>
                <a:gd name="T31" fmla="*/ 1 h 706"/>
                <a:gd name="T32" fmla="*/ 85 w 761"/>
                <a:gd name="T33" fmla="*/ 1 h 706"/>
                <a:gd name="T34" fmla="*/ 66 w 761"/>
                <a:gd name="T35" fmla="*/ 4 h 706"/>
                <a:gd name="T36" fmla="*/ 49 w 761"/>
                <a:gd name="T37" fmla="*/ 11 h 706"/>
                <a:gd name="T38" fmla="*/ 34 w 761"/>
                <a:gd name="T39" fmla="*/ 20 h 706"/>
                <a:gd name="T40" fmla="*/ 21 w 761"/>
                <a:gd name="T41" fmla="*/ 33 h 706"/>
                <a:gd name="T42" fmla="*/ 11 w 761"/>
                <a:gd name="T43" fmla="*/ 46 h 706"/>
                <a:gd name="T44" fmla="*/ 4 w 761"/>
                <a:gd name="T45" fmla="*/ 63 h 706"/>
                <a:gd name="T46" fmla="*/ 0 w 761"/>
                <a:gd name="T47" fmla="*/ 80 h 706"/>
                <a:gd name="T48" fmla="*/ 0 w 761"/>
                <a:gd name="T49" fmla="*/ 98 h 706"/>
                <a:gd name="T50" fmla="*/ 4 w 761"/>
                <a:gd name="T51" fmla="*/ 115 h 706"/>
                <a:gd name="T52" fmla="*/ 11 w 761"/>
                <a:gd name="T53" fmla="*/ 131 h 706"/>
                <a:gd name="T54" fmla="*/ 21 w 761"/>
                <a:gd name="T55" fmla="*/ 145 h 706"/>
                <a:gd name="T56" fmla="*/ 34 w 761"/>
                <a:gd name="T57" fmla="*/ 157 h 706"/>
                <a:gd name="T58" fmla="*/ 49 w 761"/>
                <a:gd name="T59" fmla="*/ 166 h 706"/>
                <a:gd name="T60" fmla="*/ 66 w 761"/>
                <a:gd name="T61" fmla="*/ 173 h 706"/>
                <a:gd name="T62" fmla="*/ 85 w 761"/>
                <a:gd name="T63" fmla="*/ 177 h 7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61"/>
                <a:gd name="T97" fmla="*/ 0 h 706"/>
                <a:gd name="T98" fmla="*/ 761 w 761"/>
                <a:gd name="T99" fmla="*/ 706 h 70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61" h="706">
                  <a:moveTo>
                    <a:pt x="380" y="706"/>
                  </a:moveTo>
                  <a:lnTo>
                    <a:pt x="419" y="704"/>
                  </a:lnTo>
                  <a:lnTo>
                    <a:pt x="457" y="699"/>
                  </a:lnTo>
                  <a:lnTo>
                    <a:pt x="494" y="690"/>
                  </a:lnTo>
                  <a:lnTo>
                    <a:pt x="529" y="678"/>
                  </a:lnTo>
                  <a:lnTo>
                    <a:pt x="562" y="663"/>
                  </a:lnTo>
                  <a:lnTo>
                    <a:pt x="593" y="646"/>
                  </a:lnTo>
                  <a:lnTo>
                    <a:pt x="623" y="625"/>
                  </a:lnTo>
                  <a:lnTo>
                    <a:pt x="650" y="602"/>
                  </a:lnTo>
                  <a:lnTo>
                    <a:pt x="674" y="578"/>
                  </a:lnTo>
                  <a:lnTo>
                    <a:pt x="697" y="551"/>
                  </a:lnTo>
                  <a:lnTo>
                    <a:pt x="715" y="522"/>
                  </a:lnTo>
                  <a:lnTo>
                    <a:pt x="731" y="491"/>
                  </a:lnTo>
                  <a:lnTo>
                    <a:pt x="744" y="458"/>
                  </a:lnTo>
                  <a:lnTo>
                    <a:pt x="753" y="425"/>
                  </a:lnTo>
                  <a:lnTo>
                    <a:pt x="759" y="389"/>
                  </a:lnTo>
                  <a:lnTo>
                    <a:pt x="761" y="353"/>
                  </a:lnTo>
                  <a:lnTo>
                    <a:pt x="759" y="318"/>
                  </a:lnTo>
                  <a:lnTo>
                    <a:pt x="753" y="282"/>
                  </a:lnTo>
                  <a:lnTo>
                    <a:pt x="744" y="249"/>
                  </a:lnTo>
                  <a:lnTo>
                    <a:pt x="731" y="215"/>
                  </a:lnTo>
                  <a:lnTo>
                    <a:pt x="715" y="184"/>
                  </a:lnTo>
                  <a:lnTo>
                    <a:pt x="697" y="155"/>
                  </a:lnTo>
                  <a:lnTo>
                    <a:pt x="674" y="129"/>
                  </a:lnTo>
                  <a:lnTo>
                    <a:pt x="650" y="103"/>
                  </a:lnTo>
                  <a:lnTo>
                    <a:pt x="623" y="80"/>
                  </a:lnTo>
                  <a:lnTo>
                    <a:pt x="593" y="60"/>
                  </a:lnTo>
                  <a:lnTo>
                    <a:pt x="562" y="42"/>
                  </a:lnTo>
                  <a:lnTo>
                    <a:pt x="529" y="27"/>
                  </a:lnTo>
                  <a:lnTo>
                    <a:pt x="494" y="16"/>
                  </a:lnTo>
                  <a:lnTo>
                    <a:pt x="457" y="7"/>
                  </a:lnTo>
                  <a:lnTo>
                    <a:pt x="419" y="2"/>
                  </a:lnTo>
                  <a:lnTo>
                    <a:pt x="380" y="0"/>
                  </a:lnTo>
                  <a:lnTo>
                    <a:pt x="341" y="2"/>
                  </a:lnTo>
                  <a:lnTo>
                    <a:pt x="304" y="7"/>
                  </a:lnTo>
                  <a:lnTo>
                    <a:pt x="267" y="16"/>
                  </a:lnTo>
                  <a:lnTo>
                    <a:pt x="233" y="27"/>
                  </a:lnTo>
                  <a:lnTo>
                    <a:pt x="199" y="42"/>
                  </a:lnTo>
                  <a:lnTo>
                    <a:pt x="168" y="60"/>
                  </a:lnTo>
                  <a:lnTo>
                    <a:pt x="138" y="80"/>
                  </a:lnTo>
                  <a:lnTo>
                    <a:pt x="112" y="103"/>
                  </a:lnTo>
                  <a:lnTo>
                    <a:pt x="86" y="129"/>
                  </a:lnTo>
                  <a:lnTo>
                    <a:pt x="65" y="155"/>
                  </a:lnTo>
                  <a:lnTo>
                    <a:pt x="46" y="184"/>
                  </a:lnTo>
                  <a:lnTo>
                    <a:pt x="30" y="215"/>
                  </a:lnTo>
                  <a:lnTo>
                    <a:pt x="17" y="249"/>
                  </a:lnTo>
                  <a:lnTo>
                    <a:pt x="8" y="282"/>
                  </a:lnTo>
                  <a:lnTo>
                    <a:pt x="2" y="318"/>
                  </a:lnTo>
                  <a:lnTo>
                    <a:pt x="0" y="353"/>
                  </a:lnTo>
                  <a:lnTo>
                    <a:pt x="2" y="389"/>
                  </a:lnTo>
                  <a:lnTo>
                    <a:pt x="8" y="425"/>
                  </a:lnTo>
                  <a:lnTo>
                    <a:pt x="17" y="458"/>
                  </a:lnTo>
                  <a:lnTo>
                    <a:pt x="30" y="491"/>
                  </a:lnTo>
                  <a:lnTo>
                    <a:pt x="46" y="522"/>
                  </a:lnTo>
                  <a:lnTo>
                    <a:pt x="65" y="551"/>
                  </a:lnTo>
                  <a:lnTo>
                    <a:pt x="86" y="578"/>
                  </a:lnTo>
                  <a:lnTo>
                    <a:pt x="112" y="602"/>
                  </a:lnTo>
                  <a:lnTo>
                    <a:pt x="138" y="625"/>
                  </a:lnTo>
                  <a:lnTo>
                    <a:pt x="168" y="646"/>
                  </a:lnTo>
                  <a:lnTo>
                    <a:pt x="199" y="663"/>
                  </a:lnTo>
                  <a:lnTo>
                    <a:pt x="233" y="678"/>
                  </a:lnTo>
                  <a:lnTo>
                    <a:pt x="267" y="690"/>
                  </a:lnTo>
                  <a:lnTo>
                    <a:pt x="304" y="699"/>
                  </a:lnTo>
                  <a:lnTo>
                    <a:pt x="341" y="704"/>
                  </a:lnTo>
                  <a:lnTo>
                    <a:pt x="380" y="706"/>
                  </a:lnTo>
                  <a:close/>
                </a:path>
              </a:pathLst>
            </a:custGeom>
            <a:solidFill>
              <a:srgbClr val="C1DBC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 flipH="1">
              <a:off x="2065" y="862"/>
              <a:ext cx="376" cy="348"/>
            </a:xfrm>
            <a:custGeom>
              <a:avLst/>
              <a:gdLst>
                <a:gd name="T0" fmla="*/ 103 w 752"/>
                <a:gd name="T1" fmla="*/ 173 h 697"/>
                <a:gd name="T2" fmla="*/ 121 w 752"/>
                <a:gd name="T3" fmla="*/ 170 h 697"/>
                <a:gd name="T4" fmla="*/ 139 w 752"/>
                <a:gd name="T5" fmla="*/ 164 h 697"/>
                <a:gd name="T6" fmla="*/ 154 w 752"/>
                <a:gd name="T7" fmla="*/ 154 h 697"/>
                <a:gd name="T8" fmla="*/ 167 w 752"/>
                <a:gd name="T9" fmla="*/ 142 h 697"/>
                <a:gd name="T10" fmla="*/ 177 w 752"/>
                <a:gd name="T11" fmla="*/ 128 h 697"/>
                <a:gd name="T12" fmla="*/ 184 w 752"/>
                <a:gd name="T13" fmla="*/ 113 h 697"/>
                <a:gd name="T14" fmla="*/ 188 w 752"/>
                <a:gd name="T15" fmla="*/ 96 h 697"/>
                <a:gd name="T16" fmla="*/ 188 w 752"/>
                <a:gd name="T17" fmla="*/ 78 h 697"/>
                <a:gd name="T18" fmla="*/ 184 w 752"/>
                <a:gd name="T19" fmla="*/ 61 h 697"/>
                <a:gd name="T20" fmla="*/ 177 w 752"/>
                <a:gd name="T21" fmla="*/ 45 h 697"/>
                <a:gd name="T22" fmla="*/ 167 w 752"/>
                <a:gd name="T23" fmla="*/ 31 h 697"/>
                <a:gd name="T24" fmla="*/ 154 w 752"/>
                <a:gd name="T25" fmla="*/ 20 h 697"/>
                <a:gd name="T26" fmla="*/ 139 w 752"/>
                <a:gd name="T27" fmla="*/ 10 h 697"/>
                <a:gd name="T28" fmla="*/ 121 w 752"/>
                <a:gd name="T29" fmla="*/ 4 h 697"/>
                <a:gd name="T30" fmla="*/ 103 w 752"/>
                <a:gd name="T31" fmla="*/ 0 h 697"/>
                <a:gd name="T32" fmla="*/ 85 w 752"/>
                <a:gd name="T33" fmla="*/ 0 h 697"/>
                <a:gd name="T34" fmla="*/ 66 w 752"/>
                <a:gd name="T35" fmla="*/ 4 h 697"/>
                <a:gd name="T36" fmla="*/ 49 w 752"/>
                <a:gd name="T37" fmla="*/ 10 h 697"/>
                <a:gd name="T38" fmla="*/ 35 w 752"/>
                <a:gd name="T39" fmla="*/ 20 h 697"/>
                <a:gd name="T40" fmla="*/ 22 w 752"/>
                <a:gd name="T41" fmla="*/ 31 h 697"/>
                <a:gd name="T42" fmla="*/ 12 w 752"/>
                <a:gd name="T43" fmla="*/ 45 h 697"/>
                <a:gd name="T44" fmla="*/ 5 w 752"/>
                <a:gd name="T45" fmla="*/ 61 h 697"/>
                <a:gd name="T46" fmla="*/ 1 w 752"/>
                <a:gd name="T47" fmla="*/ 78 h 697"/>
                <a:gd name="T48" fmla="*/ 1 w 752"/>
                <a:gd name="T49" fmla="*/ 96 h 697"/>
                <a:gd name="T50" fmla="*/ 5 w 752"/>
                <a:gd name="T51" fmla="*/ 113 h 697"/>
                <a:gd name="T52" fmla="*/ 12 w 752"/>
                <a:gd name="T53" fmla="*/ 128 h 697"/>
                <a:gd name="T54" fmla="*/ 22 w 752"/>
                <a:gd name="T55" fmla="*/ 142 h 697"/>
                <a:gd name="T56" fmla="*/ 35 w 752"/>
                <a:gd name="T57" fmla="*/ 154 h 697"/>
                <a:gd name="T58" fmla="*/ 49 w 752"/>
                <a:gd name="T59" fmla="*/ 164 h 697"/>
                <a:gd name="T60" fmla="*/ 66 w 752"/>
                <a:gd name="T61" fmla="*/ 170 h 697"/>
                <a:gd name="T62" fmla="*/ 85 w 752"/>
                <a:gd name="T63" fmla="*/ 173 h 6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52"/>
                <a:gd name="T97" fmla="*/ 0 h 697"/>
                <a:gd name="T98" fmla="*/ 752 w 752"/>
                <a:gd name="T99" fmla="*/ 697 h 697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52" h="697">
                  <a:moveTo>
                    <a:pt x="375" y="697"/>
                  </a:moveTo>
                  <a:lnTo>
                    <a:pt x="414" y="695"/>
                  </a:lnTo>
                  <a:lnTo>
                    <a:pt x="451" y="691"/>
                  </a:lnTo>
                  <a:lnTo>
                    <a:pt x="487" y="681"/>
                  </a:lnTo>
                  <a:lnTo>
                    <a:pt x="521" y="670"/>
                  </a:lnTo>
                  <a:lnTo>
                    <a:pt x="555" y="656"/>
                  </a:lnTo>
                  <a:lnTo>
                    <a:pt x="586" y="638"/>
                  </a:lnTo>
                  <a:lnTo>
                    <a:pt x="615" y="618"/>
                  </a:lnTo>
                  <a:lnTo>
                    <a:pt x="641" y="596"/>
                  </a:lnTo>
                  <a:lnTo>
                    <a:pt x="665" y="571"/>
                  </a:lnTo>
                  <a:lnTo>
                    <a:pt x="687" y="544"/>
                  </a:lnTo>
                  <a:lnTo>
                    <a:pt x="707" y="515"/>
                  </a:lnTo>
                  <a:lnTo>
                    <a:pt x="722" y="485"/>
                  </a:lnTo>
                  <a:lnTo>
                    <a:pt x="734" y="453"/>
                  </a:lnTo>
                  <a:lnTo>
                    <a:pt x="744" y="420"/>
                  </a:lnTo>
                  <a:lnTo>
                    <a:pt x="749" y="385"/>
                  </a:lnTo>
                  <a:lnTo>
                    <a:pt x="752" y="349"/>
                  </a:lnTo>
                  <a:lnTo>
                    <a:pt x="749" y="314"/>
                  </a:lnTo>
                  <a:lnTo>
                    <a:pt x="744" y="279"/>
                  </a:lnTo>
                  <a:lnTo>
                    <a:pt x="734" y="246"/>
                  </a:lnTo>
                  <a:lnTo>
                    <a:pt x="722" y="214"/>
                  </a:lnTo>
                  <a:lnTo>
                    <a:pt x="707" y="182"/>
                  </a:lnTo>
                  <a:lnTo>
                    <a:pt x="687" y="154"/>
                  </a:lnTo>
                  <a:lnTo>
                    <a:pt x="665" y="127"/>
                  </a:lnTo>
                  <a:lnTo>
                    <a:pt x="641" y="102"/>
                  </a:lnTo>
                  <a:lnTo>
                    <a:pt x="615" y="80"/>
                  </a:lnTo>
                  <a:lnTo>
                    <a:pt x="586" y="60"/>
                  </a:lnTo>
                  <a:lnTo>
                    <a:pt x="555" y="42"/>
                  </a:lnTo>
                  <a:lnTo>
                    <a:pt x="521" y="28"/>
                  </a:lnTo>
                  <a:lnTo>
                    <a:pt x="487" y="16"/>
                  </a:lnTo>
                  <a:lnTo>
                    <a:pt x="451" y="7"/>
                  </a:lnTo>
                  <a:lnTo>
                    <a:pt x="414" y="3"/>
                  </a:lnTo>
                  <a:lnTo>
                    <a:pt x="375" y="0"/>
                  </a:lnTo>
                  <a:lnTo>
                    <a:pt x="337" y="3"/>
                  </a:lnTo>
                  <a:lnTo>
                    <a:pt x="299" y="7"/>
                  </a:lnTo>
                  <a:lnTo>
                    <a:pt x="263" y="16"/>
                  </a:lnTo>
                  <a:lnTo>
                    <a:pt x="229" y="28"/>
                  </a:lnTo>
                  <a:lnTo>
                    <a:pt x="197" y="42"/>
                  </a:lnTo>
                  <a:lnTo>
                    <a:pt x="166" y="60"/>
                  </a:lnTo>
                  <a:lnTo>
                    <a:pt x="137" y="80"/>
                  </a:lnTo>
                  <a:lnTo>
                    <a:pt x="110" y="102"/>
                  </a:lnTo>
                  <a:lnTo>
                    <a:pt x="85" y="127"/>
                  </a:lnTo>
                  <a:lnTo>
                    <a:pt x="64" y="154"/>
                  </a:lnTo>
                  <a:lnTo>
                    <a:pt x="45" y="182"/>
                  </a:lnTo>
                  <a:lnTo>
                    <a:pt x="30" y="214"/>
                  </a:lnTo>
                  <a:lnTo>
                    <a:pt x="17" y="246"/>
                  </a:lnTo>
                  <a:lnTo>
                    <a:pt x="8" y="279"/>
                  </a:lnTo>
                  <a:lnTo>
                    <a:pt x="2" y="314"/>
                  </a:lnTo>
                  <a:lnTo>
                    <a:pt x="0" y="349"/>
                  </a:lnTo>
                  <a:lnTo>
                    <a:pt x="2" y="385"/>
                  </a:lnTo>
                  <a:lnTo>
                    <a:pt x="8" y="420"/>
                  </a:lnTo>
                  <a:lnTo>
                    <a:pt x="17" y="453"/>
                  </a:lnTo>
                  <a:lnTo>
                    <a:pt x="30" y="485"/>
                  </a:lnTo>
                  <a:lnTo>
                    <a:pt x="45" y="515"/>
                  </a:lnTo>
                  <a:lnTo>
                    <a:pt x="64" y="544"/>
                  </a:lnTo>
                  <a:lnTo>
                    <a:pt x="85" y="571"/>
                  </a:lnTo>
                  <a:lnTo>
                    <a:pt x="110" y="596"/>
                  </a:lnTo>
                  <a:lnTo>
                    <a:pt x="137" y="618"/>
                  </a:lnTo>
                  <a:lnTo>
                    <a:pt x="166" y="638"/>
                  </a:lnTo>
                  <a:lnTo>
                    <a:pt x="197" y="656"/>
                  </a:lnTo>
                  <a:lnTo>
                    <a:pt x="229" y="670"/>
                  </a:lnTo>
                  <a:lnTo>
                    <a:pt x="263" y="681"/>
                  </a:lnTo>
                  <a:lnTo>
                    <a:pt x="299" y="691"/>
                  </a:lnTo>
                  <a:lnTo>
                    <a:pt x="337" y="695"/>
                  </a:lnTo>
                  <a:lnTo>
                    <a:pt x="375" y="697"/>
                  </a:lnTo>
                  <a:close/>
                </a:path>
              </a:pathLst>
            </a:custGeom>
            <a:solidFill>
              <a:srgbClr val="C6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 flipH="1">
              <a:off x="2067" y="863"/>
              <a:ext cx="372" cy="346"/>
            </a:xfrm>
            <a:custGeom>
              <a:avLst/>
              <a:gdLst>
                <a:gd name="T0" fmla="*/ 103 w 743"/>
                <a:gd name="T1" fmla="*/ 173 h 690"/>
                <a:gd name="T2" fmla="*/ 121 w 743"/>
                <a:gd name="T3" fmla="*/ 169 h 690"/>
                <a:gd name="T4" fmla="*/ 138 w 743"/>
                <a:gd name="T5" fmla="*/ 163 h 690"/>
                <a:gd name="T6" fmla="*/ 152 w 743"/>
                <a:gd name="T7" fmla="*/ 154 h 690"/>
                <a:gd name="T8" fmla="*/ 165 w 743"/>
                <a:gd name="T9" fmla="*/ 142 h 690"/>
                <a:gd name="T10" fmla="*/ 175 w 743"/>
                <a:gd name="T11" fmla="*/ 128 h 690"/>
                <a:gd name="T12" fmla="*/ 182 w 743"/>
                <a:gd name="T13" fmla="*/ 113 h 690"/>
                <a:gd name="T14" fmla="*/ 186 w 743"/>
                <a:gd name="T15" fmla="*/ 96 h 690"/>
                <a:gd name="T16" fmla="*/ 186 w 743"/>
                <a:gd name="T17" fmla="*/ 78 h 690"/>
                <a:gd name="T18" fmla="*/ 182 w 743"/>
                <a:gd name="T19" fmla="*/ 61 h 690"/>
                <a:gd name="T20" fmla="*/ 175 w 743"/>
                <a:gd name="T21" fmla="*/ 46 h 690"/>
                <a:gd name="T22" fmla="*/ 165 w 743"/>
                <a:gd name="T23" fmla="*/ 32 h 690"/>
                <a:gd name="T24" fmla="*/ 152 w 743"/>
                <a:gd name="T25" fmla="*/ 20 h 690"/>
                <a:gd name="T26" fmla="*/ 138 w 743"/>
                <a:gd name="T27" fmla="*/ 11 h 690"/>
                <a:gd name="T28" fmla="*/ 121 w 743"/>
                <a:gd name="T29" fmla="*/ 4 h 690"/>
                <a:gd name="T30" fmla="*/ 103 w 743"/>
                <a:gd name="T31" fmla="*/ 1 h 690"/>
                <a:gd name="T32" fmla="*/ 84 w 743"/>
                <a:gd name="T33" fmla="*/ 1 h 690"/>
                <a:gd name="T34" fmla="*/ 66 w 743"/>
                <a:gd name="T35" fmla="*/ 4 h 690"/>
                <a:gd name="T36" fmla="*/ 49 w 743"/>
                <a:gd name="T37" fmla="*/ 11 h 690"/>
                <a:gd name="T38" fmla="*/ 34 w 743"/>
                <a:gd name="T39" fmla="*/ 20 h 690"/>
                <a:gd name="T40" fmla="*/ 21 w 743"/>
                <a:gd name="T41" fmla="*/ 32 h 690"/>
                <a:gd name="T42" fmla="*/ 12 w 743"/>
                <a:gd name="T43" fmla="*/ 46 h 690"/>
                <a:gd name="T44" fmla="*/ 4 w 743"/>
                <a:gd name="T45" fmla="*/ 61 h 690"/>
                <a:gd name="T46" fmla="*/ 1 w 743"/>
                <a:gd name="T47" fmla="*/ 78 h 690"/>
                <a:gd name="T48" fmla="*/ 1 w 743"/>
                <a:gd name="T49" fmla="*/ 96 h 690"/>
                <a:gd name="T50" fmla="*/ 4 w 743"/>
                <a:gd name="T51" fmla="*/ 113 h 690"/>
                <a:gd name="T52" fmla="*/ 12 w 743"/>
                <a:gd name="T53" fmla="*/ 128 h 690"/>
                <a:gd name="T54" fmla="*/ 21 w 743"/>
                <a:gd name="T55" fmla="*/ 142 h 690"/>
                <a:gd name="T56" fmla="*/ 34 w 743"/>
                <a:gd name="T57" fmla="*/ 154 h 690"/>
                <a:gd name="T58" fmla="*/ 49 w 743"/>
                <a:gd name="T59" fmla="*/ 163 h 690"/>
                <a:gd name="T60" fmla="*/ 66 w 743"/>
                <a:gd name="T61" fmla="*/ 169 h 690"/>
                <a:gd name="T62" fmla="*/ 84 w 743"/>
                <a:gd name="T63" fmla="*/ 173 h 69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43"/>
                <a:gd name="T97" fmla="*/ 0 h 690"/>
                <a:gd name="T98" fmla="*/ 743 w 743"/>
                <a:gd name="T99" fmla="*/ 690 h 69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43" h="690">
                  <a:moveTo>
                    <a:pt x="371" y="690"/>
                  </a:moveTo>
                  <a:lnTo>
                    <a:pt x="409" y="688"/>
                  </a:lnTo>
                  <a:lnTo>
                    <a:pt x="446" y="683"/>
                  </a:lnTo>
                  <a:lnTo>
                    <a:pt x="482" y="675"/>
                  </a:lnTo>
                  <a:lnTo>
                    <a:pt x="516" y="662"/>
                  </a:lnTo>
                  <a:lnTo>
                    <a:pt x="549" y="649"/>
                  </a:lnTo>
                  <a:lnTo>
                    <a:pt x="580" y="631"/>
                  </a:lnTo>
                  <a:lnTo>
                    <a:pt x="608" y="612"/>
                  </a:lnTo>
                  <a:lnTo>
                    <a:pt x="635" y="589"/>
                  </a:lnTo>
                  <a:lnTo>
                    <a:pt x="658" y="564"/>
                  </a:lnTo>
                  <a:lnTo>
                    <a:pt x="680" y="538"/>
                  </a:lnTo>
                  <a:lnTo>
                    <a:pt x="698" y="509"/>
                  </a:lnTo>
                  <a:lnTo>
                    <a:pt x="714" y="479"/>
                  </a:lnTo>
                  <a:lnTo>
                    <a:pt x="727" y="448"/>
                  </a:lnTo>
                  <a:lnTo>
                    <a:pt x="735" y="415"/>
                  </a:lnTo>
                  <a:lnTo>
                    <a:pt x="741" y="381"/>
                  </a:lnTo>
                  <a:lnTo>
                    <a:pt x="743" y="345"/>
                  </a:lnTo>
                  <a:lnTo>
                    <a:pt x="741" y="310"/>
                  </a:lnTo>
                  <a:lnTo>
                    <a:pt x="735" y="275"/>
                  </a:lnTo>
                  <a:lnTo>
                    <a:pt x="727" y="243"/>
                  </a:lnTo>
                  <a:lnTo>
                    <a:pt x="714" y="211"/>
                  </a:lnTo>
                  <a:lnTo>
                    <a:pt x="698" y="181"/>
                  </a:lnTo>
                  <a:lnTo>
                    <a:pt x="680" y="152"/>
                  </a:lnTo>
                  <a:lnTo>
                    <a:pt x="658" y="125"/>
                  </a:lnTo>
                  <a:lnTo>
                    <a:pt x="635" y="101"/>
                  </a:lnTo>
                  <a:lnTo>
                    <a:pt x="608" y="78"/>
                  </a:lnTo>
                  <a:lnTo>
                    <a:pt x="580" y="59"/>
                  </a:lnTo>
                  <a:lnTo>
                    <a:pt x="549" y="41"/>
                  </a:lnTo>
                  <a:lnTo>
                    <a:pt x="516" y="27"/>
                  </a:lnTo>
                  <a:lnTo>
                    <a:pt x="482" y="15"/>
                  </a:lnTo>
                  <a:lnTo>
                    <a:pt x="446" y="7"/>
                  </a:lnTo>
                  <a:lnTo>
                    <a:pt x="409" y="2"/>
                  </a:lnTo>
                  <a:lnTo>
                    <a:pt x="371" y="0"/>
                  </a:lnTo>
                  <a:lnTo>
                    <a:pt x="333" y="2"/>
                  </a:lnTo>
                  <a:lnTo>
                    <a:pt x="296" y="7"/>
                  </a:lnTo>
                  <a:lnTo>
                    <a:pt x="261" y="15"/>
                  </a:lnTo>
                  <a:lnTo>
                    <a:pt x="227" y="27"/>
                  </a:lnTo>
                  <a:lnTo>
                    <a:pt x="194" y="41"/>
                  </a:lnTo>
                  <a:lnTo>
                    <a:pt x="164" y="59"/>
                  </a:lnTo>
                  <a:lnTo>
                    <a:pt x="135" y="78"/>
                  </a:lnTo>
                  <a:lnTo>
                    <a:pt x="109" y="101"/>
                  </a:lnTo>
                  <a:lnTo>
                    <a:pt x="84" y="125"/>
                  </a:lnTo>
                  <a:lnTo>
                    <a:pt x="64" y="152"/>
                  </a:lnTo>
                  <a:lnTo>
                    <a:pt x="45" y="181"/>
                  </a:lnTo>
                  <a:lnTo>
                    <a:pt x="29" y="211"/>
                  </a:lnTo>
                  <a:lnTo>
                    <a:pt x="16" y="243"/>
                  </a:lnTo>
                  <a:lnTo>
                    <a:pt x="8" y="275"/>
                  </a:lnTo>
                  <a:lnTo>
                    <a:pt x="3" y="310"/>
                  </a:lnTo>
                  <a:lnTo>
                    <a:pt x="0" y="345"/>
                  </a:lnTo>
                  <a:lnTo>
                    <a:pt x="3" y="381"/>
                  </a:lnTo>
                  <a:lnTo>
                    <a:pt x="8" y="415"/>
                  </a:lnTo>
                  <a:lnTo>
                    <a:pt x="16" y="448"/>
                  </a:lnTo>
                  <a:lnTo>
                    <a:pt x="29" y="479"/>
                  </a:lnTo>
                  <a:lnTo>
                    <a:pt x="45" y="509"/>
                  </a:lnTo>
                  <a:lnTo>
                    <a:pt x="64" y="538"/>
                  </a:lnTo>
                  <a:lnTo>
                    <a:pt x="84" y="564"/>
                  </a:lnTo>
                  <a:lnTo>
                    <a:pt x="109" y="589"/>
                  </a:lnTo>
                  <a:lnTo>
                    <a:pt x="135" y="612"/>
                  </a:lnTo>
                  <a:lnTo>
                    <a:pt x="164" y="631"/>
                  </a:lnTo>
                  <a:lnTo>
                    <a:pt x="194" y="649"/>
                  </a:lnTo>
                  <a:lnTo>
                    <a:pt x="227" y="662"/>
                  </a:lnTo>
                  <a:lnTo>
                    <a:pt x="261" y="675"/>
                  </a:lnTo>
                  <a:lnTo>
                    <a:pt x="296" y="683"/>
                  </a:lnTo>
                  <a:lnTo>
                    <a:pt x="333" y="688"/>
                  </a:lnTo>
                  <a:lnTo>
                    <a:pt x="371" y="690"/>
                  </a:lnTo>
                  <a:close/>
                </a:path>
              </a:pathLst>
            </a:custGeom>
            <a:solidFill>
              <a:srgbClr val="C9DDC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 flipH="1">
              <a:off x="2070" y="866"/>
              <a:ext cx="367" cy="340"/>
            </a:xfrm>
            <a:custGeom>
              <a:avLst/>
              <a:gdLst>
                <a:gd name="T0" fmla="*/ 101 w 735"/>
                <a:gd name="T1" fmla="*/ 169 h 681"/>
                <a:gd name="T2" fmla="*/ 119 w 735"/>
                <a:gd name="T3" fmla="*/ 166 h 681"/>
                <a:gd name="T4" fmla="*/ 135 w 735"/>
                <a:gd name="T5" fmla="*/ 160 h 681"/>
                <a:gd name="T6" fmla="*/ 150 w 735"/>
                <a:gd name="T7" fmla="*/ 151 h 681"/>
                <a:gd name="T8" fmla="*/ 162 w 735"/>
                <a:gd name="T9" fmla="*/ 139 h 681"/>
                <a:gd name="T10" fmla="*/ 172 w 735"/>
                <a:gd name="T11" fmla="*/ 126 h 681"/>
                <a:gd name="T12" fmla="*/ 179 w 735"/>
                <a:gd name="T13" fmla="*/ 110 h 681"/>
                <a:gd name="T14" fmla="*/ 183 w 735"/>
                <a:gd name="T15" fmla="*/ 94 h 681"/>
                <a:gd name="T16" fmla="*/ 183 w 735"/>
                <a:gd name="T17" fmla="*/ 76 h 681"/>
                <a:gd name="T18" fmla="*/ 179 w 735"/>
                <a:gd name="T19" fmla="*/ 60 h 681"/>
                <a:gd name="T20" fmla="*/ 172 w 735"/>
                <a:gd name="T21" fmla="*/ 44 h 681"/>
                <a:gd name="T22" fmla="*/ 162 w 735"/>
                <a:gd name="T23" fmla="*/ 31 h 681"/>
                <a:gd name="T24" fmla="*/ 150 w 735"/>
                <a:gd name="T25" fmla="*/ 19 h 681"/>
                <a:gd name="T26" fmla="*/ 135 w 735"/>
                <a:gd name="T27" fmla="*/ 10 h 681"/>
                <a:gd name="T28" fmla="*/ 119 w 735"/>
                <a:gd name="T29" fmla="*/ 3 h 681"/>
                <a:gd name="T30" fmla="*/ 101 w 735"/>
                <a:gd name="T31" fmla="*/ 0 h 681"/>
                <a:gd name="T32" fmla="*/ 82 w 735"/>
                <a:gd name="T33" fmla="*/ 0 h 681"/>
                <a:gd name="T34" fmla="*/ 64 w 735"/>
                <a:gd name="T35" fmla="*/ 3 h 681"/>
                <a:gd name="T36" fmla="*/ 48 w 735"/>
                <a:gd name="T37" fmla="*/ 10 h 681"/>
                <a:gd name="T38" fmla="*/ 33 w 735"/>
                <a:gd name="T39" fmla="*/ 19 h 681"/>
                <a:gd name="T40" fmla="*/ 21 w 735"/>
                <a:gd name="T41" fmla="*/ 31 h 681"/>
                <a:gd name="T42" fmla="*/ 11 w 735"/>
                <a:gd name="T43" fmla="*/ 44 h 681"/>
                <a:gd name="T44" fmla="*/ 4 w 735"/>
                <a:gd name="T45" fmla="*/ 60 h 681"/>
                <a:gd name="T46" fmla="*/ 0 w 735"/>
                <a:gd name="T47" fmla="*/ 76 h 681"/>
                <a:gd name="T48" fmla="*/ 0 w 735"/>
                <a:gd name="T49" fmla="*/ 94 h 681"/>
                <a:gd name="T50" fmla="*/ 4 w 735"/>
                <a:gd name="T51" fmla="*/ 110 h 681"/>
                <a:gd name="T52" fmla="*/ 11 w 735"/>
                <a:gd name="T53" fmla="*/ 126 h 681"/>
                <a:gd name="T54" fmla="*/ 21 w 735"/>
                <a:gd name="T55" fmla="*/ 139 h 681"/>
                <a:gd name="T56" fmla="*/ 33 w 735"/>
                <a:gd name="T57" fmla="*/ 151 h 681"/>
                <a:gd name="T58" fmla="*/ 48 w 735"/>
                <a:gd name="T59" fmla="*/ 160 h 681"/>
                <a:gd name="T60" fmla="*/ 64 w 735"/>
                <a:gd name="T61" fmla="*/ 166 h 681"/>
                <a:gd name="T62" fmla="*/ 82 w 735"/>
                <a:gd name="T63" fmla="*/ 169 h 68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35"/>
                <a:gd name="T97" fmla="*/ 0 h 681"/>
                <a:gd name="T98" fmla="*/ 735 w 735"/>
                <a:gd name="T99" fmla="*/ 681 h 68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35" h="681">
                  <a:moveTo>
                    <a:pt x="367" y="681"/>
                  </a:moveTo>
                  <a:lnTo>
                    <a:pt x="405" y="679"/>
                  </a:lnTo>
                  <a:lnTo>
                    <a:pt x="442" y="675"/>
                  </a:lnTo>
                  <a:lnTo>
                    <a:pt x="477" y="666"/>
                  </a:lnTo>
                  <a:lnTo>
                    <a:pt x="511" y="655"/>
                  </a:lnTo>
                  <a:lnTo>
                    <a:pt x="542" y="640"/>
                  </a:lnTo>
                  <a:lnTo>
                    <a:pt x="573" y="624"/>
                  </a:lnTo>
                  <a:lnTo>
                    <a:pt x="601" y="604"/>
                  </a:lnTo>
                  <a:lnTo>
                    <a:pt x="627" y="582"/>
                  </a:lnTo>
                  <a:lnTo>
                    <a:pt x="650" y="558"/>
                  </a:lnTo>
                  <a:lnTo>
                    <a:pt x="672" y="532"/>
                  </a:lnTo>
                  <a:lnTo>
                    <a:pt x="691" y="504"/>
                  </a:lnTo>
                  <a:lnTo>
                    <a:pt x="706" y="474"/>
                  </a:lnTo>
                  <a:lnTo>
                    <a:pt x="718" y="443"/>
                  </a:lnTo>
                  <a:lnTo>
                    <a:pt x="728" y="409"/>
                  </a:lnTo>
                  <a:lnTo>
                    <a:pt x="732" y="376"/>
                  </a:lnTo>
                  <a:lnTo>
                    <a:pt x="735" y="341"/>
                  </a:lnTo>
                  <a:lnTo>
                    <a:pt x="732" y="307"/>
                  </a:lnTo>
                  <a:lnTo>
                    <a:pt x="728" y="272"/>
                  </a:lnTo>
                  <a:lnTo>
                    <a:pt x="718" y="240"/>
                  </a:lnTo>
                  <a:lnTo>
                    <a:pt x="706" y="209"/>
                  </a:lnTo>
                  <a:lnTo>
                    <a:pt x="691" y="179"/>
                  </a:lnTo>
                  <a:lnTo>
                    <a:pt x="672" y="150"/>
                  </a:lnTo>
                  <a:lnTo>
                    <a:pt x="650" y="124"/>
                  </a:lnTo>
                  <a:lnTo>
                    <a:pt x="627" y="99"/>
                  </a:lnTo>
                  <a:lnTo>
                    <a:pt x="601" y="78"/>
                  </a:lnTo>
                  <a:lnTo>
                    <a:pt x="573" y="58"/>
                  </a:lnTo>
                  <a:lnTo>
                    <a:pt x="542" y="42"/>
                  </a:lnTo>
                  <a:lnTo>
                    <a:pt x="511" y="27"/>
                  </a:lnTo>
                  <a:lnTo>
                    <a:pt x="477" y="15"/>
                  </a:lnTo>
                  <a:lnTo>
                    <a:pt x="442" y="7"/>
                  </a:lnTo>
                  <a:lnTo>
                    <a:pt x="405" y="3"/>
                  </a:lnTo>
                  <a:lnTo>
                    <a:pt x="367" y="0"/>
                  </a:lnTo>
                  <a:lnTo>
                    <a:pt x="329" y="3"/>
                  </a:lnTo>
                  <a:lnTo>
                    <a:pt x="293" y="7"/>
                  </a:lnTo>
                  <a:lnTo>
                    <a:pt x="258" y="15"/>
                  </a:lnTo>
                  <a:lnTo>
                    <a:pt x="224" y="27"/>
                  </a:lnTo>
                  <a:lnTo>
                    <a:pt x="192" y="42"/>
                  </a:lnTo>
                  <a:lnTo>
                    <a:pt x="162" y="58"/>
                  </a:lnTo>
                  <a:lnTo>
                    <a:pt x="133" y="78"/>
                  </a:lnTo>
                  <a:lnTo>
                    <a:pt x="108" y="99"/>
                  </a:lnTo>
                  <a:lnTo>
                    <a:pt x="84" y="124"/>
                  </a:lnTo>
                  <a:lnTo>
                    <a:pt x="63" y="150"/>
                  </a:lnTo>
                  <a:lnTo>
                    <a:pt x="45" y="179"/>
                  </a:lnTo>
                  <a:lnTo>
                    <a:pt x="29" y="209"/>
                  </a:lnTo>
                  <a:lnTo>
                    <a:pt x="16" y="240"/>
                  </a:lnTo>
                  <a:lnTo>
                    <a:pt x="7" y="272"/>
                  </a:lnTo>
                  <a:lnTo>
                    <a:pt x="2" y="307"/>
                  </a:lnTo>
                  <a:lnTo>
                    <a:pt x="0" y="341"/>
                  </a:lnTo>
                  <a:lnTo>
                    <a:pt x="2" y="376"/>
                  </a:lnTo>
                  <a:lnTo>
                    <a:pt x="7" y="409"/>
                  </a:lnTo>
                  <a:lnTo>
                    <a:pt x="16" y="443"/>
                  </a:lnTo>
                  <a:lnTo>
                    <a:pt x="29" y="474"/>
                  </a:lnTo>
                  <a:lnTo>
                    <a:pt x="45" y="504"/>
                  </a:lnTo>
                  <a:lnTo>
                    <a:pt x="63" y="532"/>
                  </a:lnTo>
                  <a:lnTo>
                    <a:pt x="84" y="558"/>
                  </a:lnTo>
                  <a:lnTo>
                    <a:pt x="108" y="582"/>
                  </a:lnTo>
                  <a:lnTo>
                    <a:pt x="133" y="604"/>
                  </a:lnTo>
                  <a:lnTo>
                    <a:pt x="162" y="624"/>
                  </a:lnTo>
                  <a:lnTo>
                    <a:pt x="192" y="640"/>
                  </a:lnTo>
                  <a:lnTo>
                    <a:pt x="224" y="655"/>
                  </a:lnTo>
                  <a:lnTo>
                    <a:pt x="258" y="666"/>
                  </a:lnTo>
                  <a:lnTo>
                    <a:pt x="293" y="675"/>
                  </a:lnTo>
                  <a:lnTo>
                    <a:pt x="329" y="679"/>
                  </a:lnTo>
                  <a:lnTo>
                    <a:pt x="367" y="681"/>
                  </a:lnTo>
                  <a:close/>
                </a:path>
              </a:pathLst>
            </a:custGeom>
            <a:solidFill>
              <a:srgbClr val="CEE0C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 flipH="1">
              <a:off x="2071" y="868"/>
              <a:ext cx="364" cy="336"/>
            </a:xfrm>
            <a:custGeom>
              <a:avLst/>
              <a:gdLst>
                <a:gd name="T0" fmla="*/ 100 w 727"/>
                <a:gd name="T1" fmla="*/ 168 h 672"/>
                <a:gd name="T2" fmla="*/ 118 w 727"/>
                <a:gd name="T3" fmla="*/ 165 h 672"/>
                <a:gd name="T4" fmla="*/ 134 w 727"/>
                <a:gd name="T5" fmla="*/ 158 h 672"/>
                <a:gd name="T6" fmla="*/ 149 w 727"/>
                <a:gd name="T7" fmla="*/ 149 h 672"/>
                <a:gd name="T8" fmla="*/ 161 w 727"/>
                <a:gd name="T9" fmla="*/ 138 h 672"/>
                <a:gd name="T10" fmla="*/ 171 w 727"/>
                <a:gd name="T11" fmla="*/ 124 h 672"/>
                <a:gd name="T12" fmla="*/ 178 w 727"/>
                <a:gd name="T13" fmla="*/ 109 h 672"/>
                <a:gd name="T14" fmla="*/ 182 w 727"/>
                <a:gd name="T15" fmla="*/ 92 h 672"/>
                <a:gd name="T16" fmla="*/ 182 w 727"/>
                <a:gd name="T17" fmla="*/ 76 h 672"/>
                <a:gd name="T18" fmla="*/ 178 w 727"/>
                <a:gd name="T19" fmla="*/ 59 h 672"/>
                <a:gd name="T20" fmla="*/ 171 w 727"/>
                <a:gd name="T21" fmla="*/ 43 h 672"/>
                <a:gd name="T22" fmla="*/ 161 w 727"/>
                <a:gd name="T23" fmla="*/ 30 h 672"/>
                <a:gd name="T24" fmla="*/ 149 w 727"/>
                <a:gd name="T25" fmla="*/ 19 h 672"/>
                <a:gd name="T26" fmla="*/ 134 w 727"/>
                <a:gd name="T27" fmla="*/ 10 h 672"/>
                <a:gd name="T28" fmla="*/ 118 w 727"/>
                <a:gd name="T29" fmla="*/ 3 h 672"/>
                <a:gd name="T30" fmla="*/ 100 w 727"/>
                <a:gd name="T31" fmla="*/ 1 h 672"/>
                <a:gd name="T32" fmla="*/ 82 w 727"/>
                <a:gd name="T33" fmla="*/ 1 h 672"/>
                <a:gd name="T34" fmla="*/ 64 w 727"/>
                <a:gd name="T35" fmla="*/ 3 h 672"/>
                <a:gd name="T36" fmla="*/ 48 w 727"/>
                <a:gd name="T37" fmla="*/ 10 h 672"/>
                <a:gd name="T38" fmla="*/ 34 w 727"/>
                <a:gd name="T39" fmla="*/ 19 h 672"/>
                <a:gd name="T40" fmla="*/ 21 w 727"/>
                <a:gd name="T41" fmla="*/ 30 h 672"/>
                <a:gd name="T42" fmla="*/ 11 w 727"/>
                <a:gd name="T43" fmla="*/ 43 h 672"/>
                <a:gd name="T44" fmla="*/ 4 w 727"/>
                <a:gd name="T45" fmla="*/ 59 h 672"/>
                <a:gd name="T46" fmla="*/ 1 w 727"/>
                <a:gd name="T47" fmla="*/ 76 h 672"/>
                <a:gd name="T48" fmla="*/ 1 w 727"/>
                <a:gd name="T49" fmla="*/ 92 h 672"/>
                <a:gd name="T50" fmla="*/ 4 w 727"/>
                <a:gd name="T51" fmla="*/ 109 h 672"/>
                <a:gd name="T52" fmla="*/ 11 w 727"/>
                <a:gd name="T53" fmla="*/ 124 h 672"/>
                <a:gd name="T54" fmla="*/ 21 w 727"/>
                <a:gd name="T55" fmla="*/ 138 h 672"/>
                <a:gd name="T56" fmla="*/ 34 w 727"/>
                <a:gd name="T57" fmla="*/ 149 h 672"/>
                <a:gd name="T58" fmla="*/ 48 w 727"/>
                <a:gd name="T59" fmla="*/ 158 h 672"/>
                <a:gd name="T60" fmla="*/ 64 w 727"/>
                <a:gd name="T61" fmla="*/ 165 h 672"/>
                <a:gd name="T62" fmla="*/ 82 w 727"/>
                <a:gd name="T63" fmla="*/ 168 h 67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27"/>
                <a:gd name="T97" fmla="*/ 0 h 672"/>
                <a:gd name="T98" fmla="*/ 727 w 727"/>
                <a:gd name="T99" fmla="*/ 672 h 672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27" h="672">
                  <a:moveTo>
                    <a:pt x="363" y="672"/>
                  </a:moveTo>
                  <a:lnTo>
                    <a:pt x="400" y="671"/>
                  </a:lnTo>
                  <a:lnTo>
                    <a:pt x="437" y="665"/>
                  </a:lnTo>
                  <a:lnTo>
                    <a:pt x="471" y="657"/>
                  </a:lnTo>
                  <a:lnTo>
                    <a:pt x="505" y="645"/>
                  </a:lnTo>
                  <a:lnTo>
                    <a:pt x="536" y="631"/>
                  </a:lnTo>
                  <a:lnTo>
                    <a:pt x="566" y="614"/>
                  </a:lnTo>
                  <a:lnTo>
                    <a:pt x="595" y="596"/>
                  </a:lnTo>
                  <a:lnTo>
                    <a:pt x="620" y="574"/>
                  </a:lnTo>
                  <a:lnTo>
                    <a:pt x="644" y="550"/>
                  </a:lnTo>
                  <a:lnTo>
                    <a:pt x="665" y="524"/>
                  </a:lnTo>
                  <a:lnTo>
                    <a:pt x="683" y="497"/>
                  </a:lnTo>
                  <a:lnTo>
                    <a:pt x="698" y="467"/>
                  </a:lnTo>
                  <a:lnTo>
                    <a:pt x="711" y="437"/>
                  </a:lnTo>
                  <a:lnTo>
                    <a:pt x="720" y="404"/>
                  </a:lnTo>
                  <a:lnTo>
                    <a:pt x="725" y="371"/>
                  </a:lnTo>
                  <a:lnTo>
                    <a:pt x="727" y="336"/>
                  </a:lnTo>
                  <a:lnTo>
                    <a:pt x="725" y="302"/>
                  </a:lnTo>
                  <a:lnTo>
                    <a:pt x="720" y="268"/>
                  </a:lnTo>
                  <a:lnTo>
                    <a:pt x="711" y="236"/>
                  </a:lnTo>
                  <a:lnTo>
                    <a:pt x="698" y="205"/>
                  </a:lnTo>
                  <a:lnTo>
                    <a:pt x="683" y="175"/>
                  </a:lnTo>
                  <a:lnTo>
                    <a:pt x="665" y="147"/>
                  </a:lnTo>
                  <a:lnTo>
                    <a:pt x="644" y="122"/>
                  </a:lnTo>
                  <a:lnTo>
                    <a:pt x="620" y="98"/>
                  </a:lnTo>
                  <a:lnTo>
                    <a:pt x="595" y="76"/>
                  </a:lnTo>
                  <a:lnTo>
                    <a:pt x="566" y="58"/>
                  </a:lnTo>
                  <a:lnTo>
                    <a:pt x="536" y="40"/>
                  </a:lnTo>
                  <a:lnTo>
                    <a:pt x="505" y="27"/>
                  </a:lnTo>
                  <a:lnTo>
                    <a:pt x="471" y="15"/>
                  </a:lnTo>
                  <a:lnTo>
                    <a:pt x="437" y="7"/>
                  </a:lnTo>
                  <a:lnTo>
                    <a:pt x="400" y="1"/>
                  </a:lnTo>
                  <a:lnTo>
                    <a:pt x="363" y="0"/>
                  </a:lnTo>
                  <a:lnTo>
                    <a:pt x="326" y="1"/>
                  </a:lnTo>
                  <a:lnTo>
                    <a:pt x="291" y="7"/>
                  </a:lnTo>
                  <a:lnTo>
                    <a:pt x="255" y="15"/>
                  </a:lnTo>
                  <a:lnTo>
                    <a:pt x="221" y="27"/>
                  </a:lnTo>
                  <a:lnTo>
                    <a:pt x="190" y="40"/>
                  </a:lnTo>
                  <a:lnTo>
                    <a:pt x="160" y="58"/>
                  </a:lnTo>
                  <a:lnTo>
                    <a:pt x="133" y="76"/>
                  </a:lnTo>
                  <a:lnTo>
                    <a:pt x="106" y="98"/>
                  </a:lnTo>
                  <a:lnTo>
                    <a:pt x="83" y="122"/>
                  </a:lnTo>
                  <a:lnTo>
                    <a:pt x="63" y="147"/>
                  </a:lnTo>
                  <a:lnTo>
                    <a:pt x="44" y="175"/>
                  </a:lnTo>
                  <a:lnTo>
                    <a:pt x="29" y="205"/>
                  </a:lnTo>
                  <a:lnTo>
                    <a:pt x="16" y="236"/>
                  </a:lnTo>
                  <a:lnTo>
                    <a:pt x="7" y="268"/>
                  </a:lnTo>
                  <a:lnTo>
                    <a:pt x="3" y="302"/>
                  </a:lnTo>
                  <a:lnTo>
                    <a:pt x="0" y="336"/>
                  </a:lnTo>
                  <a:lnTo>
                    <a:pt x="3" y="371"/>
                  </a:lnTo>
                  <a:lnTo>
                    <a:pt x="7" y="404"/>
                  </a:lnTo>
                  <a:lnTo>
                    <a:pt x="16" y="437"/>
                  </a:lnTo>
                  <a:lnTo>
                    <a:pt x="29" y="467"/>
                  </a:lnTo>
                  <a:lnTo>
                    <a:pt x="44" y="497"/>
                  </a:lnTo>
                  <a:lnTo>
                    <a:pt x="63" y="524"/>
                  </a:lnTo>
                  <a:lnTo>
                    <a:pt x="83" y="550"/>
                  </a:lnTo>
                  <a:lnTo>
                    <a:pt x="106" y="574"/>
                  </a:lnTo>
                  <a:lnTo>
                    <a:pt x="133" y="596"/>
                  </a:lnTo>
                  <a:lnTo>
                    <a:pt x="160" y="614"/>
                  </a:lnTo>
                  <a:lnTo>
                    <a:pt x="190" y="631"/>
                  </a:lnTo>
                  <a:lnTo>
                    <a:pt x="221" y="645"/>
                  </a:lnTo>
                  <a:lnTo>
                    <a:pt x="255" y="657"/>
                  </a:lnTo>
                  <a:lnTo>
                    <a:pt x="291" y="665"/>
                  </a:lnTo>
                  <a:lnTo>
                    <a:pt x="326" y="671"/>
                  </a:lnTo>
                  <a:lnTo>
                    <a:pt x="363" y="672"/>
                  </a:lnTo>
                  <a:close/>
                </a:path>
              </a:pathLst>
            </a:custGeom>
            <a:solidFill>
              <a:srgbClr val="D1E2D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 flipH="1">
              <a:off x="2074" y="870"/>
              <a:ext cx="359" cy="332"/>
            </a:xfrm>
            <a:custGeom>
              <a:avLst/>
              <a:gdLst>
                <a:gd name="T0" fmla="*/ 99 w 717"/>
                <a:gd name="T1" fmla="*/ 166 h 665"/>
                <a:gd name="T2" fmla="*/ 117 w 717"/>
                <a:gd name="T3" fmla="*/ 162 h 665"/>
                <a:gd name="T4" fmla="*/ 133 w 717"/>
                <a:gd name="T5" fmla="*/ 156 h 665"/>
                <a:gd name="T6" fmla="*/ 147 w 717"/>
                <a:gd name="T7" fmla="*/ 147 h 665"/>
                <a:gd name="T8" fmla="*/ 159 w 717"/>
                <a:gd name="T9" fmla="*/ 136 h 665"/>
                <a:gd name="T10" fmla="*/ 169 w 717"/>
                <a:gd name="T11" fmla="*/ 122 h 665"/>
                <a:gd name="T12" fmla="*/ 176 w 717"/>
                <a:gd name="T13" fmla="*/ 108 h 665"/>
                <a:gd name="T14" fmla="*/ 179 w 717"/>
                <a:gd name="T15" fmla="*/ 91 h 665"/>
                <a:gd name="T16" fmla="*/ 179 w 717"/>
                <a:gd name="T17" fmla="*/ 74 h 665"/>
                <a:gd name="T18" fmla="*/ 176 w 717"/>
                <a:gd name="T19" fmla="*/ 58 h 665"/>
                <a:gd name="T20" fmla="*/ 169 w 717"/>
                <a:gd name="T21" fmla="*/ 43 h 665"/>
                <a:gd name="T22" fmla="*/ 159 w 717"/>
                <a:gd name="T23" fmla="*/ 30 h 665"/>
                <a:gd name="T24" fmla="*/ 147 w 717"/>
                <a:gd name="T25" fmla="*/ 19 h 665"/>
                <a:gd name="T26" fmla="*/ 133 w 717"/>
                <a:gd name="T27" fmla="*/ 10 h 665"/>
                <a:gd name="T28" fmla="*/ 117 w 717"/>
                <a:gd name="T29" fmla="*/ 3 h 665"/>
                <a:gd name="T30" fmla="*/ 99 w 717"/>
                <a:gd name="T31" fmla="*/ 0 h 665"/>
                <a:gd name="T32" fmla="*/ 81 w 717"/>
                <a:gd name="T33" fmla="*/ 0 h 665"/>
                <a:gd name="T34" fmla="*/ 63 w 717"/>
                <a:gd name="T35" fmla="*/ 3 h 665"/>
                <a:gd name="T36" fmla="*/ 47 w 717"/>
                <a:gd name="T37" fmla="*/ 10 h 665"/>
                <a:gd name="T38" fmla="*/ 33 w 717"/>
                <a:gd name="T39" fmla="*/ 19 h 665"/>
                <a:gd name="T40" fmla="*/ 21 w 717"/>
                <a:gd name="T41" fmla="*/ 30 h 665"/>
                <a:gd name="T42" fmla="*/ 11 w 717"/>
                <a:gd name="T43" fmla="*/ 43 h 665"/>
                <a:gd name="T44" fmla="*/ 4 w 717"/>
                <a:gd name="T45" fmla="*/ 58 h 665"/>
                <a:gd name="T46" fmla="*/ 1 w 717"/>
                <a:gd name="T47" fmla="*/ 74 h 665"/>
                <a:gd name="T48" fmla="*/ 1 w 717"/>
                <a:gd name="T49" fmla="*/ 91 h 665"/>
                <a:gd name="T50" fmla="*/ 4 w 717"/>
                <a:gd name="T51" fmla="*/ 108 h 665"/>
                <a:gd name="T52" fmla="*/ 11 w 717"/>
                <a:gd name="T53" fmla="*/ 122 h 665"/>
                <a:gd name="T54" fmla="*/ 21 w 717"/>
                <a:gd name="T55" fmla="*/ 136 h 665"/>
                <a:gd name="T56" fmla="*/ 33 w 717"/>
                <a:gd name="T57" fmla="*/ 147 h 665"/>
                <a:gd name="T58" fmla="*/ 47 w 717"/>
                <a:gd name="T59" fmla="*/ 156 h 665"/>
                <a:gd name="T60" fmla="*/ 63 w 717"/>
                <a:gd name="T61" fmla="*/ 162 h 665"/>
                <a:gd name="T62" fmla="*/ 81 w 717"/>
                <a:gd name="T63" fmla="*/ 166 h 66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17"/>
                <a:gd name="T97" fmla="*/ 0 h 665"/>
                <a:gd name="T98" fmla="*/ 717 w 717"/>
                <a:gd name="T99" fmla="*/ 665 h 66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17" h="665">
                  <a:moveTo>
                    <a:pt x="358" y="665"/>
                  </a:moveTo>
                  <a:lnTo>
                    <a:pt x="395" y="664"/>
                  </a:lnTo>
                  <a:lnTo>
                    <a:pt x="431" y="658"/>
                  </a:lnTo>
                  <a:lnTo>
                    <a:pt x="465" y="650"/>
                  </a:lnTo>
                  <a:lnTo>
                    <a:pt x="498" y="639"/>
                  </a:lnTo>
                  <a:lnTo>
                    <a:pt x="530" y="625"/>
                  </a:lnTo>
                  <a:lnTo>
                    <a:pt x="559" y="609"/>
                  </a:lnTo>
                  <a:lnTo>
                    <a:pt x="586" y="589"/>
                  </a:lnTo>
                  <a:lnTo>
                    <a:pt x="613" y="569"/>
                  </a:lnTo>
                  <a:lnTo>
                    <a:pt x="636" y="544"/>
                  </a:lnTo>
                  <a:lnTo>
                    <a:pt x="656" y="519"/>
                  </a:lnTo>
                  <a:lnTo>
                    <a:pt x="674" y="491"/>
                  </a:lnTo>
                  <a:lnTo>
                    <a:pt x="689" y="463"/>
                  </a:lnTo>
                  <a:lnTo>
                    <a:pt x="701" y="433"/>
                  </a:lnTo>
                  <a:lnTo>
                    <a:pt x="711" y="400"/>
                  </a:lnTo>
                  <a:lnTo>
                    <a:pt x="715" y="367"/>
                  </a:lnTo>
                  <a:lnTo>
                    <a:pt x="717" y="333"/>
                  </a:lnTo>
                  <a:lnTo>
                    <a:pt x="715" y="299"/>
                  </a:lnTo>
                  <a:lnTo>
                    <a:pt x="711" y="267"/>
                  </a:lnTo>
                  <a:lnTo>
                    <a:pt x="701" y="234"/>
                  </a:lnTo>
                  <a:lnTo>
                    <a:pt x="689" y="203"/>
                  </a:lnTo>
                  <a:lnTo>
                    <a:pt x="674" y="174"/>
                  </a:lnTo>
                  <a:lnTo>
                    <a:pt x="656" y="147"/>
                  </a:lnTo>
                  <a:lnTo>
                    <a:pt x="636" y="121"/>
                  </a:lnTo>
                  <a:lnTo>
                    <a:pt x="613" y="97"/>
                  </a:lnTo>
                  <a:lnTo>
                    <a:pt x="586" y="77"/>
                  </a:lnTo>
                  <a:lnTo>
                    <a:pt x="559" y="57"/>
                  </a:lnTo>
                  <a:lnTo>
                    <a:pt x="530" y="41"/>
                  </a:lnTo>
                  <a:lnTo>
                    <a:pt x="498" y="27"/>
                  </a:lnTo>
                  <a:lnTo>
                    <a:pt x="465" y="15"/>
                  </a:lnTo>
                  <a:lnTo>
                    <a:pt x="431" y="7"/>
                  </a:lnTo>
                  <a:lnTo>
                    <a:pt x="395" y="2"/>
                  </a:lnTo>
                  <a:lnTo>
                    <a:pt x="358" y="0"/>
                  </a:lnTo>
                  <a:lnTo>
                    <a:pt x="321" y="2"/>
                  </a:lnTo>
                  <a:lnTo>
                    <a:pt x="287" y="7"/>
                  </a:lnTo>
                  <a:lnTo>
                    <a:pt x="252" y="15"/>
                  </a:lnTo>
                  <a:lnTo>
                    <a:pt x="219" y="27"/>
                  </a:lnTo>
                  <a:lnTo>
                    <a:pt x="188" y="41"/>
                  </a:lnTo>
                  <a:lnTo>
                    <a:pt x="158" y="57"/>
                  </a:lnTo>
                  <a:lnTo>
                    <a:pt x="130" y="77"/>
                  </a:lnTo>
                  <a:lnTo>
                    <a:pt x="105" y="97"/>
                  </a:lnTo>
                  <a:lnTo>
                    <a:pt x="82" y="121"/>
                  </a:lnTo>
                  <a:lnTo>
                    <a:pt x="61" y="147"/>
                  </a:lnTo>
                  <a:lnTo>
                    <a:pt x="44" y="174"/>
                  </a:lnTo>
                  <a:lnTo>
                    <a:pt x="29" y="203"/>
                  </a:lnTo>
                  <a:lnTo>
                    <a:pt x="16" y="234"/>
                  </a:lnTo>
                  <a:lnTo>
                    <a:pt x="7" y="267"/>
                  </a:lnTo>
                  <a:lnTo>
                    <a:pt x="2" y="299"/>
                  </a:lnTo>
                  <a:lnTo>
                    <a:pt x="0" y="333"/>
                  </a:lnTo>
                  <a:lnTo>
                    <a:pt x="2" y="367"/>
                  </a:lnTo>
                  <a:lnTo>
                    <a:pt x="7" y="400"/>
                  </a:lnTo>
                  <a:lnTo>
                    <a:pt x="16" y="433"/>
                  </a:lnTo>
                  <a:lnTo>
                    <a:pt x="29" y="463"/>
                  </a:lnTo>
                  <a:lnTo>
                    <a:pt x="44" y="491"/>
                  </a:lnTo>
                  <a:lnTo>
                    <a:pt x="61" y="519"/>
                  </a:lnTo>
                  <a:lnTo>
                    <a:pt x="82" y="544"/>
                  </a:lnTo>
                  <a:lnTo>
                    <a:pt x="105" y="569"/>
                  </a:lnTo>
                  <a:lnTo>
                    <a:pt x="130" y="589"/>
                  </a:lnTo>
                  <a:lnTo>
                    <a:pt x="158" y="609"/>
                  </a:lnTo>
                  <a:lnTo>
                    <a:pt x="188" y="625"/>
                  </a:lnTo>
                  <a:lnTo>
                    <a:pt x="219" y="639"/>
                  </a:lnTo>
                  <a:lnTo>
                    <a:pt x="252" y="650"/>
                  </a:lnTo>
                  <a:lnTo>
                    <a:pt x="287" y="658"/>
                  </a:lnTo>
                  <a:lnTo>
                    <a:pt x="321" y="664"/>
                  </a:lnTo>
                  <a:lnTo>
                    <a:pt x="358" y="665"/>
                  </a:lnTo>
                  <a:close/>
                </a:path>
              </a:pathLst>
            </a:custGeom>
            <a:solidFill>
              <a:srgbClr val="D3E5D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 flipH="1">
              <a:off x="2076" y="872"/>
              <a:ext cx="354" cy="328"/>
            </a:xfrm>
            <a:custGeom>
              <a:avLst/>
              <a:gdLst>
                <a:gd name="T0" fmla="*/ 97 w 708"/>
                <a:gd name="T1" fmla="*/ 164 h 656"/>
                <a:gd name="T2" fmla="*/ 114 w 708"/>
                <a:gd name="T3" fmla="*/ 161 h 656"/>
                <a:gd name="T4" fmla="*/ 131 w 708"/>
                <a:gd name="T5" fmla="*/ 155 h 656"/>
                <a:gd name="T6" fmla="*/ 145 w 708"/>
                <a:gd name="T7" fmla="*/ 146 h 656"/>
                <a:gd name="T8" fmla="*/ 157 w 708"/>
                <a:gd name="T9" fmla="*/ 135 h 656"/>
                <a:gd name="T10" fmla="*/ 167 w 708"/>
                <a:gd name="T11" fmla="*/ 121 h 656"/>
                <a:gd name="T12" fmla="*/ 173 w 708"/>
                <a:gd name="T13" fmla="*/ 106 h 656"/>
                <a:gd name="T14" fmla="*/ 177 w 708"/>
                <a:gd name="T15" fmla="*/ 90 h 656"/>
                <a:gd name="T16" fmla="*/ 177 w 708"/>
                <a:gd name="T17" fmla="*/ 74 h 656"/>
                <a:gd name="T18" fmla="*/ 173 w 708"/>
                <a:gd name="T19" fmla="*/ 57 h 656"/>
                <a:gd name="T20" fmla="*/ 167 w 708"/>
                <a:gd name="T21" fmla="*/ 43 h 656"/>
                <a:gd name="T22" fmla="*/ 157 w 708"/>
                <a:gd name="T23" fmla="*/ 29 h 656"/>
                <a:gd name="T24" fmla="*/ 145 w 708"/>
                <a:gd name="T25" fmla="*/ 19 h 656"/>
                <a:gd name="T26" fmla="*/ 131 w 708"/>
                <a:gd name="T27" fmla="*/ 10 h 656"/>
                <a:gd name="T28" fmla="*/ 114 w 708"/>
                <a:gd name="T29" fmla="*/ 3 h 656"/>
                <a:gd name="T30" fmla="*/ 97 w 708"/>
                <a:gd name="T31" fmla="*/ 1 h 656"/>
                <a:gd name="T32" fmla="*/ 80 w 708"/>
                <a:gd name="T33" fmla="*/ 1 h 656"/>
                <a:gd name="T34" fmla="*/ 62 w 708"/>
                <a:gd name="T35" fmla="*/ 3 h 656"/>
                <a:gd name="T36" fmla="*/ 46 w 708"/>
                <a:gd name="T37" fmla="*/ 10 h 656"/>
                <a:gd name="T38" fmla="*/ 33 w 708"/>
                <a:gd name="T39" fmla="*/ 19 h 656"/>
                <a:gd name="T40" fmla="*/ 20 w 708"/>
                <a:gd name="T41" fmla="*/ 29 h 656"/>
                <a:gd name="T42" fmla="*/ 11 w 708"/>
                <a:gd name="T43" fmla="*/ 43 h 656"/>
                <a:gd name="T44" fmla="*/ 4 w 708"/>
                <a:gd name="T45" fmla="*/ 57 h 656"/>
                <a:gd name="T46" fmla="*/ 1 w 708"/>
                <a:gd name="T47" fmla="*/ 74 h 656"/>
                <a:gd name="T48" fmla="*/ 1 w 708"/>
                <a:gd name="T49" fmla="*/ 90 h 656"/>
                <a:gd name="T50" fmla="*/ 4 w 708"/>
                <a:gd name="T51" fmla="*/ 106 h 656"/>
                <a:gd name="T52" fmla="*/ 11 w 708"/>
                <a:gd name="T53" fmla="*/ 121 h 656"/>
                <a:gd name="T54" fmla="*/ 20 w 708"/>
                <a:gd name="T55" fmla="*/ 135 h 656"/>
                <a:gd name="T56" fmla="*/ 33 w 708"/>
                <a:gd name="T57" fmla="*/ 146 h 656"/>
                <a:gd name="T58" fmla="*/ 46 w 708"/>
                <a:gd name="T59" fmla="*/ 155 h 656"/>
                <a:gd name="T60" fmla="*/ 62 w 708"/>
                <a:gd name="T61" fmla="*/ 161 h 656"/>
                <a:gd name="T62" fmla="*/ 80 w 708"/>
                <a:gd name="T63" fmla="*/ 164 h 6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708"/>
                <a:gd name="T97" fmla="*/ 0 h 656"/>
                <a:gd name="T98" fmla="*/ 708 w 708"/>
                <a:gd name="T99" fmla="*/ 656 h 6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708" h="656">
                  <a:moveTo>
                    <a:pt x="353" y="656"/>
                  </a:moveTo>
                  <a:lnTo>
                    <a:pt x="389" y="655"/>
                  </a:lnTo>
                  <a:lnTo>
                    <a:pt x="425" y="649"/>
                  </a:lnTo>
                  <a:lnTo>
                    <a:pt x="459" y="641"/>
                  </a:lnTo>
                  <a:lnTo>
                    <a:pt x="491" y="630"/>
                  </a:lnTo>
                  <a:lnTo>
                    <a:pt x="522" y="617"/>
                  </a:lnTo>
                  <a:lnTo>
                    <a:pt x="551" y="600"/>
                  </a:lnTo>
                  <a:lnTo>
                    <a:pt x="579" y="581"/>
                  </a:lnTo>
                  <a:lnTo>
                    <a:pt x="604" y="560"/>
                  </a:lnTo>
                  <a:lnTo>
                    <a:pt x="627" y="537"/>
                  </a:lnTo>
                  <a:lnTo>
                    <a:pt x="647" y="512"/>
                  </a:lnTo>
                  <a:lnTo>
                    <a:pt x="665" y="484"/>
                  </a:lnTo>
                  <a:lnTo>
                    <a:pt x="680" y="456"/>
                  </a:lnTo>
                  <a:lnTo>
                    <a:pt x="692" y="426"/>
                  </a:lnTo>
                  <a:lnTo>
                    <a:pt x="701" y="394"/>
                  </a:lnTo>
                  <a:lnTo>
                    <a:pt x="706" y="362"/>
                  </a:lnTo>
                  <a:lnTo>
                    <a:pt x="708" y="328"/>
                  </a:lnTo>
                  <a:lnTo>
                    <a:pt x="706" y="295"/>
                  </a:lnTo>
                  <a:lnTo>
                    <a:pt x="701" y="262"/>
                  </a:lnTo>
                  <a:lnTo>
                    <a:pt x="692" y="231"/>
                  </a:lnTo>
                  <a:lnTo>
                    <a:pt x="680" y="201"/>
                  </a:lnTo>
                  <a:lnTo>
                    <a:pt x="665" y="172"/>
                  </a:lnTo>
                  <a:lnTo>
                    <a:pt x="647" y="144"/>
                  </a:lnTo>
                  <a:lnTo>
                    <a:pt x="627" y="119"/>
                  </a:lnTo>
                  <a:lnTo>
                    <a:pt x="604" y="96"/>
                  </a:lnTo>
                  <a:lnTo>
                    <a:pt x="579" y="75"/>
                  </a:lnTo>
                  <a:lnTo>
                    <a:pt x="551" y="57"/>
                  </a:lnTo>
                  <a:lnTo>
                    <a:pt x="522" y="39"/>
                  </a:lnTo>
                  <a:lnTo>
                    <a:pt x="491" y="25"/>
                  </a:lnTo>
                  <a:lnTo>
                    <a:pt x="459" y="15"/>
                  </a:lnTo>
                  <a:lnTo>
                    <a:pt x="425" y="7"/>
                  </a:lnTo>
                  <a:lnTo>
                    <a:pt x="389" y="1"/>
                  </a:lnTo>
                  <a:lnTo>
                    <a:pt x="353" y="0"/>
                  </a:lnTo>
                  <a:lnTo>
                    <a:pt x="317" y="1"/>
                  </a:lnTo>
                  <a:lnTo>
                    <a:pt x="282" y="7"/>
                  </a:lnTo>
                  <a:lnTo>
                    <a:pt x="248" y="15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56" y="57"/>
                  </a:lnTo>
                  <a:lnTo>
                    <a:pt x="129" y="75"/>
                  </a:lnTo>
                  <a:lnTo>
                    <a:pt x="103" y="96"/>
                  </a:lnTo>
                  <a:lnTo>
                    <a:pt x="80" y="119"/>
                  </a:lnTo>
                  <a:lnTo>
                    <a:pt x="61" y="144"/>
                  </a:lnTo>
                  <a:lnTo>
                    <a:pt x="42" y="172"/>
                  </a:lnTo>
                  <a:lnTo>
                    <a:pt x="27" y="201"/>
                  </a:lnTo>
                  <a:lnTo>
                    <a:pt x="16" y="231"/>
                  </a:lnTo>
                  <a:lnTo>
                    <a:pt x="6" y="262"/>
                  </a:lnTo>
                  <a:lnTo>
                    <a:pt x="2" y="295"/>
                  </a:ln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6" y="426"/>
                  </a:lnTo>
                  <a:lnTo>
                    <a:pt x="27" y="456"/>
                  </a:lnTo>
                  <a:lnTo>
                    <a:pt x="42" y="484"/>
                  </a:lnTo>
                  <a:lnTo>
                    <a:pt x="61" y="512"/>
                  </a:lnTo>
                  <a:lnTo>
                    <a:pt x="80" y="537"/>
                  </a:lnTo>
                  <a:lnTo>
                    <a:pt x="103" y="560"/>
                  </a:lnTo>
                  <a:lnTo>
                    <a:pt x="129" y="581"/>
                  </a:lnTo>
                  <a:lnTo>
                    <a:pt x="156" y="600"/>
                  </a:lnTo>
                  <a:lnTo>
                    <a:pt x="185" y="617"/>
                  </a:lnTo>
                  <a:lnTo>
                    <a:pt x="216" y="630"/>
                  </a:lnTo>
                  <a:lnTo>
                    <a:pt x="248" y="641"/>
                  </a:lnTo>
                  <a:lnTo>
                    <a:pt x="282" y="649"/>
                  </a:lnTo>
                  <a:lnTo>
                    <a:pt x="317" y="655"/>
                  </a:lnTo>
                  <a:lnTo>
                    <a:pt x="353" y="656"/>
                  </a:lnTo>
                  <a:close/>
                </a:path>
              </a:pathLst>
            </a:custGeom>
            <a:solidFill>
              <a:srgbClr val="D6E5D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 flipH="1">
              <a:off x="2078" y="874"/>
              <a:ext cx="350" cy="324"/>
            </a:xfrm>
            <a:custGeom>
              <a:avLst/>
              <a:gdLst>
                <a:gd name="T0" fmla="*/ 97 w 699"/>
                <a:gd name="T1" fmla="*/ 162 h 646"/>
                <a:gd name="T2" fmla="*/ 114 w 699"/>
                <a:gd name="T3" fmla="*/ 158 h 646"/>
                <a:gd name="T4" fmla="*/ 129 w 699"/>
                <a:gd name="T5" fmla="*/ 152 h 646"/>
                <a:gd name="T6" fmla="*/ 143 w 699"/>
                <a:gd name="T7" fmla="*/ 144 h 646"/>
                <a:gd name="T8" fmla="*/ 155 w 699"/>
                <a:gd name="T9" fmla="*/ 133 h 646"/>
                <a:gd name="T10" fmla="*/ 165 w 699"/>
                <a:gd name="T11" fmla="*/ 120 h 646"/>
                <a:gd name="T12" fmla="*/ 171 w 699"/>
                <a:gd name="T13" fmla="*/ 105 h 646"/>
                <a:gd name="T14" fmla="*/ 175 w 699"/>
                <a:gd name="T15" fmla="*/ 90 h 646"/>
                <a:gd name="T16" fmla="*/ 175 w 699"/>
                <a:gd name="T17" fmla="*/ 73 h 646"/>
                <a:gd name="T18" fmla="*/ 171 w 699"/>
                <a:gd name="T19" fmla="*/ 57 h 646"/>
                <a:gd name="T20" fmla="*/ 165 w 699"/>
                <a:gd name="T21" fmla="*/ 43 h 646"/>
                <a:gd name="T22" fmla="*/ 155 w 699"/>
                <a:gd name="T23" fmla="*/ 30 h 646"/>
                <a:gd name="T24" fmla="*/ 143 w 699"/>
                <a:gd name="T25" fmla="*/ 19 h 646"/>
                <a:gd name="T26" fmla="*/ 129 w 699"/>
                <a:gd name="T27" fmla="*/ 10 h 646"/>
                <a:gd name="T28" fmla="*/ 114 w 699"/>
                <a:gd name="T29" fmla="*/ 4 h 646"/>
                <a:gd name="T30" fmla="*/ 97 w 699"/>
                <a:gd name="T31" fmla="*/ 1 h 646"/>
                <a:gd name="T32" fmla="*/ 79 w 699"/>
                <a:gd name="T33" fmla="*/ 1 h 646"/>
                <a:gd name="T34" fmla="*/ 62 w 699"/>
                <a:gd name="T35" fmla="*/ 4 h 646"/>
                <a:gd name="T36" fmla="*/ 46 w 699"/>
                <a:gd name="T37" fmla="*/ 10 h 646"/>
                <a:gd name="T38" fmla="*/ 32 w 699"/>
                <a:gd name="T39" fmla="*/ 19 h 646"/>
                <a:gd name="T40" fmla="*/ 20 w 699"/>
                <a:gd name="T41" fmla="*/ 30 h 646"/>
                <a:gd name="T42" fmla="*/ 11 w 699"/>
                <a:gd name="T43" fmla="*/ 43 h 646"/>
                <a:gd name="T44" fmla="*/ 4 w 699"/>
                <a:gd name="T45" fmla="*/ 57 h 646"/>
                <a:gd name="T46" fmla="*/ 1 w 699"/>
                <a:gd name="T47" fmla="*/ 73 h 646"/>
                <a:gd name="T48" fmla="*/ 1 w 699"/>
                <a:gd name="T49" fmla="*/ 90 h 646"/>
                <a:gd name="T50" fmla="*/ 4 w 699"/>
                <a:gd name="T51" fmla="*/ 105 h 646"/>
                <a:gd name="T52" fmla="*/ 11 w 699"/>
                <a:gd name="T53" fmla="*/ 120 h 646"/>
                <a:gd name="T54" fmla="*/ 20 w 699"/>
                <a:gd name="T55" fmla="*/ 133 h 646"/>
                <a:gd name="T56" fmla="*/ 32 w 699"/>
                <a:gd name="T57" fmla="*/ 144 h 646"/>
                <a:gd name="T58" fmla="*/ 46 w 699"/>
                <a:gd name="T59" fmla="*/ 152 h 646"/>
                <a:gd name="T60" fmla="*/ 62 w 699"/>
                <a:gd name="T61" fmla="*/ 158 h 646"/>
                <a:gd name="T62" fmla="*/ 79 w 699"/>
                <a:gd name="T63" fmla="*/ 162 h 64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99"/>
                <a:gd name="T97" fmla="*/ 0 h 646"/>
                <a:gd name="T98" fmla="*/ 699 w 699"/>
                <a:gd name="T99" fmla="*/ 646 h 64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99" h="646">
                  <a:moveTo>
                    <a:pt x="349" y="646"/>
                  </a:moveTo>
                  <a:lnTo>
                    <a:pt x="385" y="645"/>
                  </a:lnTo>
                  <a:lnTo>
                    <a:pt x="419" y="639"/>
                  </a:lnTo>
                  <a:lnTo>
                    <a:pt x="453" y="631"/>
                  </a:lnTo>
                  <a:lnTo>
                    <a:pt x="485" y="621"/>
                  </a:lnTo>
                  <a:lnTo>
                    <a:pt x="516" y="607"/>
                  </a:lnTo>
                  <a:lnTo>
                    <a:pt x="545" y="591"/>
                  </a:lnTo>
                  <a:lnTo>
                    <a:pt x="571" y="572"/>
                  </a:lnTo>
                  <a:lnTo>
                    <a:pt x="597" y="552"/>
                  </a:lnTo>
                  <a:lnTo>
                    <a:pt x="620" y="529"/>
                  </a:lnTo>
                  <a:lnTo>
                    <a:pt x="639" y="504"/>
                  </a:lnTo>
                  <a:lnTo>
                    <a:pt x="657" y="478"/>
                  </a:lnTo>
                  <a:lnTo>
                    <a:pt x="672" y="449"/>
                  </a:lnTo>
                  <a:lnTo>
                    <a:pt x="683" y="419"/>
                  </a:lnTo>
                  <a:lnTo>
                    <a:pt x="692" y="389"/>
                  </a:lnTo>
                  <a:lnTo>
                    <a:pt x="697" y="357"/>
                  </a:lnTo>
                  <a:lnTo>
                    <a:pt x="699" y="323"/>
                  </a:lnTo>
                  <a:lnTo>
                    <a:pt x="697" y="290"/>
                  </a:lnTo>
                  <a:lnTo>
                    <a:pt x="692" y="258"/>
                  </a:lnTo>
                  <a:lnTo>
                    <a:pt x="683" y="227"/>
                  </a:lnTo>
                  <a:lnTo>
                    <a:pt x="672" y="197"/>
                  </a:lnTo>
                  <a:lnTo>
                    <a:pt x="657" y="169"/>
                  </a:lnTo>
                  <a:lnTo>
                    <a:pt x="639" y="143"/>
                  </a:lnTo>
                  <a:lnTo>
                    <a:pt x="620" y="117"/>
                  </a:lnTo>
                  <a:lnTo>
                    <a:pt x="597" y="94"/>
                  </a:lnTo>
                  <a:lnTo>
                    <a:pt x="571" y="73"/>
                  </a:lnTo>
                  <a:lnTo>
                    <a:pt x="545" y="55"/>
                  </a:lnTo>
                  <a:lnTo>
                    <a:pt x="516" y="39"/>
                  </a:lnTo>
                  <a:lnTo>
                    <a:pt x="485" y="25"/>
                  </a:lnTo>
                  <a:lnTo>
                    <a:pt x="453" y="15"/>
                  </a:lnTo>
                  <a:lnTo>
                    <a:pt x="419" y="7"/>
                  </a:lnTo>
                  <a:lnTo>
                    <a:pt x="385" y="1"/>
                  </a:lnTo>
                  <a:lnTo>
                    <a:pt x="349" y="0"/>
                  </a:lnTo>
                  <a:lnTo>
                    <a:pt x="313" y="1"/>
                  </a:lnTo>
                  <a:lnTo>
                    <a:pt x="279" y="7"/>
                  </a:lnTo>
                  <a:lnTo>
                    <a:pt x="246" y="15"/>
                  </a:lnTo>
                  <a:lnTo>
                    <a:pt x="213" y="25"/>
                  </a:lnTo>
                  <a:lnTo>
                    <a:pt x="183" y="39"/>
                  </a:lnTo>
                  <a:lnTo>
                    <a:pt x="155" y="55"/>
                  </a:lnTo>
                  <a:lnTo>
                    <a:pt x="127" y="73"/>
                  </a:lnTo>
                  <a:lnTo>
                    <a:pt x="103" y="94"/>
                  </a:lnTo>
                  <a:lnTo>
                    <a:pt x="80" y="117"/>
                  </a:lnTo>
                  <a:lnTo>
                    <a:pt x="60" y="143"/>
                  </a:lnTo>
                  <a:lnTo>
                    <a:pt x="43" y="169"/>
                  </a:lnTo>
                  <a:lnTo>
                    <a:pt x="28" y="197"/>
                  </a:lnTo>
                  <a:lnTo>
                    <a:pt x="16" y="227"/>
                  </a:lnTo>
                  <a:lnTo>
                    <a:pt x="7" y="258"/>
                  </a:lnTo>
                  <a:lnTo>
                    <a:pt x="2" y="290"/>
                  </a:lnTo>
                  <a:lnTo>
                    <a:pt x="0" y="323"/>
                  </a:lnTo>
                  <a:lnTo>
                    <a:pt x="2" y="357"/>
                  </a:lnTo>
                  <a:lnTo>
                    <a:pt x="7" y="389"/>
                  </a:lnTo>
                  <a:lnTo>
                    <a:pt x="16" y="419"/>
                  </a:lnTo>
                  <a:lnTo>
                    <a:pt x="28" y="449"/>
                  </a:lnTo>
                  <a:lnTo>
                    <a:pt x="43" y="478"/>
                  </a:lnTo>
                  <a:lnTo>
                    <a:pt x="60" y="504"/>
                  </a:lnTo>
                  <a:lnTo>
                    <a:pt x="80" y="529"/>
                  </a:lnTo>
                  <a:lnTo>
                    <a:pt x="103" y="552"/>
                  </a:lnTo>
                  <a:lnTo>
                    <a:pt x="127" y="572"/>
                  </a:lnTo>
                  <a:lnTo>
                    <a:pt x="155" y="591"/>
                  </a:lnTo>
                  <a:lnTo>
                    <a:pt x="183" y="607"/>
                  </a:lnTo>
                  <a:lnTo>
                    <a:pt x="213" y="621"/>
                  </a:lnTo>
                  <a:lnTo>
                    <a:pt x="246" y="631"/>
                  </a:lnTo>
                  <a:lnTo>
                    <a:pt x="279" y="639"/>
                  </a:lnTo>
                  <a:lnTo>
                    <a:pt x="313" y="645"/>
                  </a:lnTo>
                  <a:lnTo>
                    <a:pt x="349" y="646"/>
                  </a:lnTo>
                  <a:close/>
                </a:path>
              </a:pathLst>
            </a:custGeom>
            <a:solidFill>
              <a:srgbClr val="DBEA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 flipH="1">
              <a:off x="2081" y="876"/>
              <a:ext cx="345" cy="320"/>
            </a:xfrm>
            <a:custGeom>
              <a:avLst/>
              <a:gdLst>
                <a:gd name="T0" fmla="*/ 95 w 690"/>
                <a:gd name="T1" fmla="*/ 160 h 640"/>
                <a:gd name="T2" fmla="*/ 111 w 690"/>
                <a:gd name="T3" fmla="*/ 157 h 640"/>
                <a:gd name="T4" fmla="*/ 127 w 690"/>
                <a:gd name="T5" fmla="*/ 151 h 640"/>
                <a:gd name="T6" fmla="*/ 141 w 690"/>
                <a:gd name="T7" fmla="*/ 142 h 640"/>
                <a:gd name="T8" fmla="*/ 153 w 690"/>
                <a:gd name="T9" fmla="*/ 131 h 640"/>
                <a:gd name="T10" fmla="*/ 162 w 690"/>
                <a:gd name="T11" fmla="*/ 118 h 640"/>
                <a:gd name="T12" fmla="*/ 169 w 690"/>
                <a:gd name="T13" fmla="*/ 103 h 640"/>
                <a:gd name="T14" fmla="*/ 172 w 690"/>
                <a:gd name="T15" fmla="*/ 88 h 640"/>
                <a:gd name="T16" fmla="*/ 172 w 690"/>
                <a:gd name="T17" fmla="*/ 72 h 640"/>
                <a:gd name="T18" fmla="*/ 169 w 690"/>
                <a:gd name="T19" fmla="*/ 56 h 640"/>
                <a:gd name="T20" fmla="*/ 162 w 690"/>
                <a:gd name="T21" fmla="*/ 41 h 640"/>
                <a:gd name="T22" fmla="*/ 153 w 690"/>
                <a:gd name="T23" fmla="*/ 29 h 640"/>
                <a:gd name="T24" fmla="*/ 141 w 690"/>
                <a:gd name="T25" fmla="*/ 19 h 640"/>
                <a:gd name="T26" fmla="*/ 127 w 690"/>
                <a:gd name="T27" fmla="*/ 10 h 640"/>
                <a:gd name="T28" fmla="*/ 111 w 690"/>
                <a:gd name="T29" fmla="*/ 3 h 640"/>
                <a:gd name="T30" fmla="*/ 95 w 690"/>
                <a:gd name="T31" fmla="*/ 1 h 640"/>
                <a:gd name="T32" fmla="*/ 77 w 690"/>
                <a:gd name="T33" fmla="*/ 1 h 640"/>
                <a:gd name="T34" fmla="*/ 60 w 690"/>
                <a:gd name="T35" fmla="*/ 3 h 640"/>
                <a:gd name="T36" fmla="*/ 45 w 690"/>
                <a:gd name="T37" fmla="*/ 10 h 640"/>
                <a:gd name="T38" fmla="*/ 31 w 690"/>
                <a:gd name="T39" fmla="*/ 19 h 640"/>
                <a:gd name="T40" fmla="*/ 20 w 690"/>
                <a:gd name="T41" fmla="*/ 29 h 640"/>
                <a:gd name="T42" fmla="*/ 11 w 690"/>
                <a:gd name="T43" fmla="*/ 41 h 640"/>
                <a:gd name="T44" fmla="*/ 3 w 690"/>
                <a:gd name="T45" fmla="*/ 56 h 640"/>
                <a:gd name="T46" fmla="*/ 1 w 690"/>
                <a:gd name="T47" fmla="*/ 72 h 640"/>
                <a:gd name="T48" fmla="*/ 1 w 690"/>
                <a:gd name="T49" fmla="*/ 88 h 640"/>
                <a:gd name="T50" fmla="*/ 3 w 690"/>
                <a:gd name="T51" fmla="*/ 103 h 640"/>
                <a:gd name="T52" fmla="*/ 11 w 690"/>
                <a:gd name="T53" fmla="*/ 118 h 640"/>
                <a:gd name="T54" fmla="*/ 20 w 690"/>
                <a:gd name="T55" fmla="*/ 131 h 640"/>
                <a:gd name="T56" fmla="*/ 31 w 690"/>
                <a:gd name="T57" fmla="*/ 142 h 640"/>
                <a:gd name="T58" fmla="*/ 45 w 690"/>
                <a:gd name="T59" fmla="*/ 151 h 640"/>
                <a:gd name="T60" fmla="*/ 60 w 690"/>
                <a:gd name="T61" fmla="*/ 157 h 640"/>
                <a:gd name="T62" fmla="*/ 77 w 690"/>
                <a:gd name="T63" fmla="*/ 160 h 6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90"/>
                <a:gd name="T97" fmla="*/ 0 h 640"/>
                <a:gd name="T98" fmla="*/ 690 w 690"/>
                <a:gd name="T99" fmla="*/ 640 h 64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90" h="640">
                  <a:moveTo>
                    <a:pt x="344" y="640"/>
                  </a:moveTo>
                  <a:lnTo>
                    <a:pt x="380" y="639"/>
                  </a:lnTo>
                  <a:lnTo>
                    <a:pt x="414" y="633"/>
                  </a:lnTo>
                  <a:lnTo>
                    <a:pt x="447" y="626"/>
                  </a:lnTo>
                  <a:lnTo>
                    <a:pt x="479" y="614"/>
                  </a:lnTo>
                  <a:lnTo>
                    <a:pt x="509" y="602"/>
                  </a:lnTo>
                  <a:lnTo>
                    <a:pt x="538" y="586"/>
                  </a:lnTo>
                  <a:lnTo>
                    <a:pt x="564" y="567"/>
                  </a:lnTo>
                  <a:lnTo>
                    <a:pt x="588" y="546"/>
                  </a:lnTo>
                  <a:lnTo>
                    <a:pt x="611" y="523"/>
                  </a:lnTo>
                  <a:lnTo>
                    <a:pt x="631" y="499"/>
                  </a:lnTo>
                  <a:lnTo>
                    <a:pt x="648" y="473"/>
                  </a:lnTo>
                  <a:lnTo>
                    <a:pt x="662" y="445"/>
                  </a:lnTo>
                  <a:lnTo>
                    <a:pt x="675" y="415"/>
                  </a:lnTo>
                  <a:lnTo>
                    <a:pt x="683" y="385"/>
                  </a:lnTo>
                  <a:lnTo>
                    <a:pt x="687" y="353"/>
                  </a:lnTo>
                  <a:lnTo>
                    <a:pt x="690" y="320"/>
                  </a:lnTo>
                  <a:lnTo>
                    <a:pt x="687" y="287"/>
                  </a:lnTo>
                  <a:lnTo>
                    <a:pt x="683" y="256"/>
                  </a:lnTo>
                  <a:lnTo>
                    <a:pt x="675" y="225"/>
                  </a:lnTo>
                  <a:lnTo>
                    <a:pt x="662" y="196"/>
                  </a:lnTo>
                  <a:lnTo>
                    <a:pt x="648" y="167"/>
                  </a:lnTo>
                  <a:lnTo>
                    <a:pt x="631" y="141"/>
                  </a:lnTo>
                  <a:lnTo>
                    <a:pt x="611" y="117"/>
                  </a:lnTo>
                  <a:lnTo>
                    <a:pt x="588" y="93"/>
                  </a:lnTo>
                  <a:lnTo>
                    <a:pt x="564" y="73"/>
                  </a:lnTo>
                  <a:lnTo>
                    <a:pt x="538" y="54"/>
                  </a:lnTo>
                  <a:lnTo>
                    <a:pt x="509" y="38"/>
                  </a:lnTo>
                  <a:lnTo>
                    <a:pt x="479" y="25"/>
                  </a:lnTo>
                  <a:lnTo>
                    <a:pt x="447" y="14"/>
                  </a:lnTo>
                  <a:lnTo>
                    <a:pt x="414" y="7"/>
                  </a:lnTo>
                  <a:lnTo>
                    <a:pt x="380" y="1"/>
                  </a:lnTo>
                  <a:lnTo>
                    <a:pt x="344" y="0"/>
                  </a:lnTo>
                  <a:lnTo>
                    <a:pt x="308" y="1"/>
                  </a:lnTo>
                  <a:lnTo>
                    <a:pt x="275" y="7"/>
                  </a:lnTo>
                  <a:lnTo>
                    <a:pt x="242" y="14"/>
                  </a:lnTo>
                  <a:lnTo>
                    <a:pt x="211" y="25"/>
                  </a:lnTo>
                  <a:lnTo>
                    <a:pt x="181" y="38"/>
                  </a:lnTo>
                  <a:lnTo>
                    <a:pt x="152" y="54"/>
                  </a:lnTo>
                  <a:lnTo>
                    <a:pt x="125" y="73"/>
                  </a:lnTo>
                  <a:lnTo>
                    <a:pt x="101" y="93"/>
                  </a:lnTo>
                  <a:lnTo>
                    <a:pt x="78" y="117"/>
                  </a:lnTo>
                  <a:lnTo>
                    <a:pt x="59" y="141"/>
                  </a:lnTo>
                  <a:lnTo>
                    <a:pt x="41" y="167"/>
                  </a:lnTo>
                  <a:lnTo>
                    <a:pt x="27" y="196"/>
                  </a:lnTo>
                  <a:lnTo>
                    <a:pt x="15" y="225"/>
                  </a:lnTo>
                  <a:lnTo>
                    <a:pt x="7" y="256"/>
                  </a:lnTo>
                  <a:lnTo>
                    <a:pt x="2" y="287"/>
                  </a:lnTo>
                  <a:lnTo>
                    <a:pt x="0" y="320"/>
                  </a:lnTo>
                  <a:lnTo>
                    <a:pt x="2" y="353"/>
                  </a:lnTo>
                  <a:lnTo>
                    <a:pt x="7" y="385"/>
                  </a:lnTo>
                  <a:lnTo>
                    <a:pt x="15" y="415"/>
                  </a:lnTo>
                  <a:lnTo>
                    <a:pt x="27" y="445"/>
                  </a:lnTo>
                  <a:lnTo>
                    <a:pt x="41" y="473"/>
                  </a:lnTo>
                  <a:lnTo>
                    <a:pt x="59" y="499"/>
                  </a:lnTo>
                  <a:lnTo>
                    <a:pt x="78" y="523"/>
                  </a:lnTo>
                  <a:lnTo>
                    <a:pt x="101" y="546"/>
                  </a:lnTo>
                  <a:lnTo>
                    <a:pt x="125" y="567"/>
                  </a:lnTo>
                  <a:lnTo>
                    <a:pt x="152" y="586"/>
                  </a:lnTo>
                  <a:lnTo>
                    <a:pt x="181" y="602"/>
                  </a:lnTo>
                  <a:lnTo>
                    <a:pt x="211" y="614"/>
                  </a:lnTo>
                  <a:lnTo>
                    <a:pt x="242" y="626"/>
                  </a:lnTo>
                  <a:lnTo>
                    <a:pt x="275" y="633"/>
                  </a:lnTo>
                  <a:lnTo>
                    <a:pt x="308" y="639"/>
                  </a:lnTo>
                  <a:lnTo>
                    <a:pt x="344" y="640"/>
                  </a:lnTo>
                  <a:close/>
                </a:path>
              </a:pathLst>
            </a:custGeom>
            <a:solidFill>
              <a:srgbClr val="DDEDD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 flipH="1">
              <a:off x="2083" y="878"/>
              <a:ext cx="340" cy="316"/>
            </a:xfrm>
            <a:custGeom>
              <a:avLst/>
              <a:gdLst>
                <a:gd name="T0" fmla="*/ 93 w 681"/>
                <a:gd name="T1" fmla="*/ 158 h 630"/>
                <a:gd name="T2" fmla="*/ 110 w 681"/>
                <a:gd name="T3" fmla="*/ 155 h 630"/>
                <a:gd name="T4" fmla="*/ 125 w 681"/>
                <a:gd name="T5" fmla="*/ 149 h 630"/>
                <a:gd name="T6" fmla="*/ 139 w 681"/>
                <a:gd name="T7" fmla="*/ 140 h 630"/>
                <a:gd name="T8" fmla="*/ 151 w 681"/>
                <a:gd name="T9" fmla="*/ 130 h 630"/>
                <a:gd name="T10" fmla="*/ 160 w 681"/>
                <a:gd name="T11" fmla="*/ 117 h 630"/>
                <a:gd name="T12" fmla="*/ 166 w 681"/>
                <a:gd name="T13" fmla="*/ 103 h 630"/>
                <a:gd name="T14" fmla="*/ 169 w 681"/>
                <a:gd name="T15" fmla="*/ 88 h 630"/>
                <a:gd name="T16" fmla="*/ 169 w 681"/>
                <a:gd name="T17" fmla="*/ 71 h 630"/>
                <a:gd name="T18" fmla="*/ 166 w 681"/>
                <a:gd name="T19" fmla="*/ 56 h 630"/>
                <a:gd name="T20" fmla="*/ 160 w 681"/>
                <a:gd name="T21" fmla="*/ 42 h 630"/>
                <a:gd name="T22" fmla="*/ 151 w 681"/>
                <a:gd name="T23" fmla="*/ 29 h 630"/>
                <a:gd name="T24" fmla="*/ 139 w 681"/>
                <a:gd name="T25" fmla="*/ 18 h 630"/>
                <a:gd name="T26" fmla="*/ 125 w 681"/>
                <a:gd name="T27" fmla="*/ 10 h 630"/>
                <a:gd name="T28" fmla="*/ 110 w 681"/>
                <a:gd name="T29" fmla="*/ 4 h 630"/>
                <a:gd name="T30" fmla="*/ 93 w 681"/>
                <a:gd name="T31" fmla="*/ 1 h 630"/>
                <a:gd name="T32" fmla="*/ 76 w 681"/>
                <a:gd name="T33" fmla="*/ 1 h 630"/>
                <a:gd name="T34" fmla="*/ 59 w 681"/>
                <a:gd name="T35" fmla="*/ 4 h 630"/>
                <a:gd name="T36" fmla="*/ 44 w 681"/>
                <a:gd name="T37" fmla="*/ 10 h 630"/>
                <a:gd name="T38" fmla="*/ 31 w 681"/>
                <a:gd name="T39" fmla="*/ 18 h 630"/>
                <a:gd name="T40" fmla="*/ 19 w 681"/>
                <a:gd name="T41" fmla="*/ 29 h 630"/>
                <a:gd name="T42" fmla="*/ 10 w 681"/>
                <a:gd name="T43" fmla="*/ 42 h 630"/>
                <a:gd name="T44" fmla="*/ 3 w 681"/>
                <a:gd name="T45" fmla="*/ 56 h 630"/>
                <a:gd name="T46" fmla="*/ 0 w 681"/>
                <a:gd name="T47" fmla="*/ 71 h 630"/>
                <a:gd name="T48" fmla="*/ 0 w 681"/>
                <a:gd name="T49" fmla="*/ 88 h 630"/>
                <a:gd name="T50" fmla="*/ 3 w 681"/>
                <a:gd name="T51" fmla="*/ 103 h 630"/>
                <a:gd name="T52" fmla="*/ 10 w 681"/>
                <a:gd name="T53" fmla="*/ 117 h 630"/>
                <a:gd name="T54" fmla="*/ 19 w 681"/>
                <a:gd name="T55" fmla="*/ 130 h 630"/>
                <a:gd name="T56" fmla="*/ 31 w 681"/>
                <a:gd name="T57" fmla="*/ 140 h 630"/>
                <a:gd name="T58" fmla="*/ 44 w 681"/>
                <a:gd name="T59" fmla="*/ 149 h 630"/>
                <a:gd name="T60" fmla="*/ 59 w 681"/>
                <a:gd name="T61" fmla="*/ 155 h 630"/>
                <a:gd name="T62" fmla="*/ 76 w 681"/>
                <a:gd name="T63" fmla="*/ 158 h 63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81"/>
                <a:gd name="T97" fmla="*/ 0 h 630"/>
                <a:gd name="T98" fmla="*/ 681 w 681"/>
                <a:gd name="T99" fmla="*/ 630 h 63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81" h="630">
                  <a:moveTo>
                    <a:pt x="340" y="630"/>
                  </a:moveTo>
                  <a:lnTo>
                    <a:pt x="375" y="629"/>
                  </a:lnTo>
                  <a:lnTo>
                    <a:pt x="409" y="623"/>
                  </a:lnTo>
                  <a:lnTo>
                    <a:pt x="442" y="616"/>
                  </a:lnTo>
                  <a:lnTo>
                    <a:pt x="473" y="606"/>
                  </a:lnTo>
                  <a:lnTo>
                    <a:pt x="503" y="592"/>
                  </a:lnTo>
                  <a:lnTo>
                    <a:pt x="531" y="576"/>
                  </a:lnTo>
                  <a:lnTo>
                    <a:pt x="558" y="559"/>
                  </a:lnTo>
                  <a:lnTo>
                    <a:pt x="582" y="538"/>
                  </a:lnTo>
                  <a:lnTo>
                    <a:pt x="604" y="516"/>
                  </a:lnTo>
                  <a:lnTo>
                    <a:pt x="623" y="492"/>
                  </a:lnTo>
                  <a:lnTo>
                    <a:pt x="640" y="465"/>
                  </a:lnTo>
                  <a:lnTo>
                    <a:pt x="655" y="438"/>
                  </a:lnTo>
                  <a:lnTo>
                    <a:pt x="666" y="409"/>
                  </a:lnTo>
                  <a:lnTo>
                    <a:pt x="674" y="379"/>
                  </a:lnTo>
                  <a:lnTo>
                    <a:pt x="679" y="348"/>
                  </a:lnTo>
                  <a:lnTo>
                    <a:pt x="681" y="315"/>
                  </a:lnTo>
                  <a:lnTo>
                    <a:pt x="679" y="283"/>
                  </a:lnTo>
                  <a:lnTo>
                    <a:pt x="674" y="252"/>
                  </a:lnTo>
                  <a:lnTo>
                    <a:pt x="666" y="221"/>
                  </a:lnTo>
                  <a:lnTo>
                    <a:pt x="655" y="192"/>
                  </a:lnTo>
                  <a:lnTo>
                    <a:pt x="640" y="165"/>
                  </a:lnTo>
                  <a:lnTo>
                    <a:pt x="623" y="139"/>
                  </a:lnTo>
                  <a:lnTo>
                    <a:pt x="604" y="114"/>
                  </a:lnTo>
                  <a:lnTo>
                    <a:pt x="582" y="92"/>
                  </a:lnTo>
                  <a:lnTo>
                    <a:pt x="558" y="71"/>
                  </a:lnTo>
                  <a:lnTo>
                    <a:pt x="531" y="54"/>
                  </a:lnTo>
                  <a:lnTo>
                    <a:pt x="503" y="38"/>
                  </a:lnTo>
                  <a:lnTo>
                    <a:pt x="473" y="24"/>
                  </a:lnTo>
                  <a:lnTo>
                    <a:pt x="442" y="14"/>
                  </a:lnTo>
                  <a:lnTo>
                    <a:pt x="409" y="7"/>
                  </a:lnTo>
                  <a:lnTo>
                    <a:pt x="375" y="1"/>
                  </a:lnTo>
                  <a:lnTo>
                    <a:pt x="340" y="0"/>
                  </a:lnTo>
                  <a:lnTo>
                    <a:pt x="306" y="1"/>
                  </a:lnTo>
                  <a:lnTo>
                    <a:pt x="272" y="7"/>
                  </a:lnTo>
                  <a:lnTo>
                    <a:pt x="239" y="14"/>
                  </a:lnTo>
                  <a:lnTo>
                    <a:pt x="208" y="24"/>
                  </a:lnTo>
                  <a:lnTo>
                    <a:pt x="178" y="38"/>
                  </a:lnTo>
                  <a:lnTo>
                    <a:pt x="150" y="54"/>
                  </a:lnTo>
                  <a:lnTo>
                    <a:pt x="124" y="71"/>
                  </a:lnTo>
                  <a:lnTo>
                    <a:pt x="99" y="92"/>
                  </a:lnTo>
                  <a:lnTo>
                    <a:pt x="78" y="114"/>
                  </a:lnTo>
                  <a:lnTo>
                    <a:pt x="58" y="139"/>
                  </a:lnTo>
                  <a:lnTo>
                    <a:pt x="42" y="165"/>
                  </a:lnTo>
                  <a:lnTo>
                    <a:pt x="27" y="192"/>
                  </a:lnTo>
                  <a:lnTo>
                    <a:pt x="15" y="221"/>
                  </a:lnTo>
                  <a:lnTo>
                    <a:pt x="7" y="252"/>
                  </a:lnTo>
                  <a:lnTo>
                    <a:pt x="3" y="283"/>
                  </a:lnTo>
                  <a:lnTo>
                    <a:pt x="0" y="315"/>
                  </a:lnTo>
                  <a:lnTo>
                    <a:pt x="3" y="348"/>
                  </a:lnTo>
                  <a:lnTo>
                    <a:pt x="7" y="379"/>
                  </a:lnTo>
                  <a:lnTo>
                    <a:pt x="15" y="409"/>
                  </a:lnTo>
                  <a:lnTo>
                    <a:pt x="27" y="438"/>
                  </a:lnTo>
                  <a:lnTo>
                    <a:pt x="42" y="465"/>
                  </a:lnTo>
                  <a:lnTo>
                    <a:pt x="58" y="492"/>
                  </a:lnTo>
                  <a:lnTo>
                    <a:pt x="78" y="516"/>
                  </a:lnTo>
                  <a:lnTo>
                    <a:pt x="99" y="538"/>
                  </a:lnTo>
                  <a:lnTo>
                    <a:pt x="124" y="559"/>
                  </a:lnTo>
                  <a:lnTo>
                    <a:pt x="150" y="576"/>
                  </a:lnTo>
                  <a:lnTo>
                    <a:pt x="178" y="592"/>
                  </a:lnTo>
                  <a:lnTo>
                    <a:pt x="208" y="606"/>
                  </a:lnTo>
                  <a:lnTo>
                    <a:pt x="239" y="616"/>
                  </a:lnTo>
                  <a:lnTo>
                    <a:pt x="272" y="623"/>
                  </a:lnTo>
                  <a:lnTo>
                    <a:pt x="306" y="629"/>
                  </a:lnTo>
                  <a:lnTo>
                    <a:pt x="340" y="630"/>
                  </a:lnTo>
                  <a:close/>
                </a:path>
              </a:pathLst>
            </a:custGeom>
            <a:solidFill>
              <a:srgbClr val="E0EDE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 flipH="1">
              <a:off x="2085" y="881"/>
              <a:ext cx="336" cy="310"/>
            </a:xfrm>
            <a:custGeom>
              <a:avLst/>
              <a:gdLst>
                <a:gd name="T0" fmla="*/ 93 w 671"/>
                <a:gd name="T1" fmla="*/ 155 h 621"/>
                <a:gd name="T2" fmla="*/ 109 w 671"/>
                <a:gd name="T3" fmla="*/ 152 h 621"/>
                <a:gd name="T4" fmla="*/ 124 w 671"/>
                <a:gd name="T5" fmla="*/ 146 h 621"/>
                <a:gd name="T6" fmla="*/ 138 w 671"/>
                <a:gd name="T7" fmla="*/ 137 h 621"/>
                <a:gd name="T8" fmla="*/ 149 w 671"/>
                <a:gd name="T9" fmla="*/ 127 h 621"/>
                <a:gd name="T10" fmla="*/ 158 w 671"/>
                <a:gd name="T11" fmla="*/ 114 h 621"/>
                <a:gd name="T12" fmla="*/ 164 w 671"/>
                <a:gd name="T13" fmla="*/ 101 h 621"/>
                <a:gd name="T14" fmla="*/ 168 w 671"/>
                <a:gd name="T15" fmla="*/ 86 h 621"/>
                <a:gd name="T16" fmla="*/ 168 w 671"/>
                <a:gd name="T17" fmla="*/ 69 h 621"/>
                <a:gd name="T18" fmla="*/ 164 w 671"/>
                <a:gd name="T19" fmla="*/ 54 h 621"/>
                <a:gd name="T20" fmla="*/ 158 w 671"/>
                <a:gd name="T21" fmla="*/ 40 h 621"/>
                <a:gd name="T22" fmla="*/ 149 w 671"/>
                <a:gd name="T23" fmla="*/ 28 h 621"/>
                <a:gd name="T24" fmla="*/ 138 w 671"/>
                <a:gd name="T25" fmla="*/ 18 h 621"/>
                <a:gd name="T26" fmla="*/ 124 w 671"/>
                <a:gd name="T27" fmla="*/ 9 h 621"/>
                <a:gd name="T28" fmla="*/ 109 w 671"/>
                <a:gd name="T29" fmla="*/ 3 h 621"/>
                <a:gd name="T30" fmla="*/ 93 w 671"/>
                <a:gd name="T31" fmla="*/ 0 h 621"/>
                <a:gd name="T32" fmla="*/ 76 w 671"/>
                <a:gd name="T33" fmla="*/ 0 h 621"/>
                <a:gd name="T34" fmla="*/ 59 w 671"/>
                <a:gd name="T35" fmla="*/ 3 h 621"/>
                <a:gd name="T36" fmla="*/ 44 w 671"/>
                <a:gd name="T37" fmla="*/ 9 h 621"/>
                <a:gd name="T38" fmla="*/ 31 w 671"/>
                <a:gd name="T39" fmla="*/ 18 h 621"/>
                <a:gd name="T40" fmla="*/ 20 w 671"/>
                <a:gd name="T41" fmla="*/ 28 h 621"/>
                <a:gd name="T42" fmla="*/ 10 w 671"/>
                <a:gd name="T43" fmla="*/ 40 h 621"/>
                <a:gd name="T44" fmla="*/ 4 w 671"/>
                <a:gd name="T45" fmla="*/ 54 h 621"/>
                <a:gd name="T46" fmla="*/ 1 w 671"/>
                <a:gd name="T47" fmla="*/ 69 h 621"/>
                <a:gd name="T48" fmla="*/ 1 w 671"/>
                <a:gd name="T49" fmla="*/ 86 h 621"/>
                <a:gd name="T50" fmla="*/ 4 w 671"/>
                <a:gd name="T51" fmla="*/ 101 h 621"/>
                <a:gd name="T52" fmla="*/ 10 w 671"/>
                <a:gd name="T53" fmla="*/ 114 h 621"/>
                <a:gd name="T54" fmla="*/ 20 w 671"/>
                <a:gd name="T55" fmla="*/ 127 h 621"/>
                <a:gd name="T56" fmla="*/ 31 w 671"/>
                <a:gd name="T57" fmla="*/ 137 h 621"/>
                <a:gd name="T58" fmla="*/ 44 w 671"/>
                <a:gd name="T59" fmla="*/ 146 h 621"/>
                <a:gd name="T60" fmla="*/ 59 w 671"/>
                <a:gd name="T61" fmla="*/ 152 h 621"/>
                <a:gd name="T62" fmla="*/ 76 w 671"/>
                <a:gd name="T63" fmla="*/ 155 h 6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71"/>
                <a:gd name="T97" fmla="*/ 0 h 621"/>
                <a:gd name="T98" fmla="*/ 671 w 671"/>
                <a:gd name="T99" fmla="*/ 621 h 62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71" h="621">
                  <a:moveTo>
                    <a:pt x="335" y="621"/>
                  </a:moveTo>
                  <a:lnTo>
                    <a:pt x="370" y="620"/>
                  </a:lnTo>
                  <a:lnTo>
                    <a:pt x="403" y="616"/>
                  </a:lnTo>
                  <a:lnTo>
                    <a:pt x="435" y="608"/>
                  </a:lnTo>
                  <a:lnTo>
                    <a:pt x="466" y="597"/>
                  </a:lnTo>
                  <a:lnTo>
                    <a:pt x="495" y="585"/>
                  </a:lnTo>
                  <a:lnTo>
                    <a:pt x="523" y="568"/>
                  </a:lnTo>
                  <a:lnTo>
                    <a:pt x="549" y="551"/>
                  </a:lnTo>
                  <a:lnTo>
                    <a:pt x="572" y="530"/>
                  </a:lnTo>
                  <a:lnTo>
                    <a:pt x="594" y="509"/>
                  </a:lnTo>
                  <a:lnTo>
                    <a:pt x="614" y="485"/>
                  </a:lnTo>
                  <a:lnTo>
                    <a:pt x="631" y="459"/>
                  </a:lnTo>
                  <a:lnTo>
                    <a:pt x="645" y="432"/>
                  </a:lnTo>
                  <a:lnTo>
                    <a:pt x="656" y="404"/>
                  </a:lnTo>
                  <a:lnTo>
                    <a:pt x="665" y="374"/>
                  </a:lnTo>
                  <a:lnTo>
                    <a:pt x="669" y="344"/>
                  </a:lnTo>
                  <a:lnTo>
                    <a:pt x="671" y="311"/>
                  </a:lnTo>
                  <a:lnTo>
                    <a:pt x="669" y="279"/>
                  </a:lnTo>
                  <a:lnTo>
                    <a:pt x="665" y="249"/>
                  </a:lnTo>
                  <a:lnTo>
                    <a:pt x="656" y="219"/>
                  </a:lnTo>
                  <a:lnTo>
                    <a:pt x="645" y="190"/>
                  </a:lnTo>
                  <a:lnTo>
                    <a:pt x="631" y="163"/>
                  </a:lnTo>
                  <a:lnTo>
                    <a:pt x="614" y="137"/>
                  </a:lnTo>
                  <a:lnTo>
                    <a:pt x="594" y="113"/>
                  </a:lnTo>
                  <a:lnTo>
                    <a:pt x="572" y="91"/>
                  </a:lnTo>
                  <a:lnTo>
                    <a:pt x="549" y="72"/>
                  </a:lnTo>
                  <a:lnTo>
                    <a:pt x="523" y="53"/>
                  </a:lnTo>
                  <a:lnTo>
                    <a:pt x="495" y="38"/>
                  </a:lnTo>
                  <a:lnTo>
                    <a:pt x="466" y="25"/>
                  </a:lnTo>
                  <a:lnTo>
                    <a:pt x="435" y="14"/>
                  </a:lnTo>
                  <a:lnTo>
                    <a:pt x="403" y="6"/>
                  </a:lnTo>
                  <a:lnTo>
                    <a:pt x="370" y="2"/>
                  </a:lnTo>
                  <a:lnTo>
                    <a:pt x="335" y="0"/>
                  </a:lnTo>
                  <a:lnTo>
                    <a:pt x="301" y="2"/>
                  </a:lnTo>
                  <a:lnTo>
                    <a:pt x="268" y="6"/>
                  </a:lnTo>
                  <a:lnTo>
                    <a:pt x="236" y="14"/>
                  </a:lnTo>
                  <a:lnTo>
                    <a:pt x="205" y="25"/>
                  </a:lnTo>
                  <a:lnTo>
                    <a:pt x="176" y="38"/>
                  </a:lnTo>
                  <a:lnTo>
                    <a:pt x="149" y="53"/>
                  </a:lnTo>
                  <a:lnTo>
                    <a:pt x="122" y="72"/>
                  </a:lnTo>
                  <a:lnTo>
                    <a:pt x="99" y="91"/>
                  </a:lnTo>
                  <a:lnTo>
                    <a:pt x="77" y="113"/>
                  </a:lnTo>
                  <a:lnTo>
                    <a:pt x="58" y="137"/>
                  </a:lnTo>
                  <a:lnTo>
                    <a:pt x="40" y="163"/>
                  </a:lnTo>
                  <a:lnTo>
                    <a:pt x="27" y="190"/>
                  </a:lnTo>
                  <a:lnTo>
                    <a:pt x="15" y="219"/>
                  </a:lnTo>
                  <a:lnTo>
                    <a:pt x="7" y="249"/>
                  </a:lnTo>
                  <a:lnTo>
                    <a:pt x="2" y="279"/>
                  </a:lnTo>
                  <a:lnTo>
                    <a:pt x="0" y="311"/>
                  </a:lnTo>
                  <a:lnTo>
                    <a:pt x="2" y="344"/>
                  </a:lnTo>
                  <a:lnTo>
                    <a:pt x="7" y="374"/>
                  </a:lnTo>
                  <a:lnTo>
                    <a:pt x="15" y="404"/>
                  </a:lnTo>
                  <a:lnTo>
                    <a:pt x="27" y="432"/>
                  </a:lnTo>
                  <a:lnTo>
                    <a:pt x="40" y="459"/>
                  </a:lnTo>
                  <a:lnTo>
                    <a:pt x="58" y="485"/>
                  </a:lnTo>
                  <a:lnTo>
                    <a:pt x="77" y="509"/>
                  </a:lnTo>
                  <a:lnTo>
                    <a:pt x="99" y="530"/>
                  </a:lnTo>
                  <a:lnTo>
                    <a:pt x="122" y="551"/>
                  </a:lnTo>
                  <a:lnTo>
                    <a:pt x="149" y="568"/>
                  </a:lnTo>
                  <a:lnTo>
                    <a:pt x="176" y="585"/>
                  </a:lnTo>
                  <a:lnTo>
                    <a:pt x="205" y="597"/>
                  </a:lnTo>
                  <a:lnTo>
                    <a:pt x="236" y="608"/>
                  </a:lnTo>
                  <a:lnTo>
                    <a:pt x="268" y="616"/>
                  </a:lnTo>
                  <a:lnTo>
                    <a:pt x="301" y="620"/>
                  </a:lnTo>
                  <a:lnTo>
                    <a:pt x="335" y="621"/>
                  </a:lnTo>
                  <a:close/>
                </a:path>
              </a:pathLst>
            </a:custGeom>
            <a:solidFill>
              <a:srgbClr val="E2ED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 flipH="1">
              <a:off x="2088" y="882"/>
              <a:ext cx="331" cy="308"/>
            </a:xfrm>
            <a:custGeom>
              <a:avLst/>
              <a:gdLst>
                <a:gd name="T0" fmla="*/ 91 w 662"/>
                <a:gd name="T1" fmla="*/ 154 h 614"/>
                <a:gd name="T2" fmla="*/ 107 w 662"/>
                <a:gd name="T3" fmla="*/ 151 h 614"/>
                <a:gd name="T4" fmla="*/ 122 w 662"/>
                <a:gd name="T5" fmla="*/ 145 h 614"/>
                <a:gd name="T6" fmla="*/ 136 w 662"/>
                <a:gd name="T7" fmla="*/ 137 h 614"/>
                <a:gd name="T8" fmla="*/ 147 w 662"/>
                <a:gd name="T9" fmla="*/ 126 h 614"/>
                <a:gd name="T10" fmla="*/ 156 w 662"/>
                <a:gd name="T11" fmla="*/ 114 h 614"/>
                <a:gd name="T12" fmla="*/ 162 w 662"/>
                <a:gd name="T13" fmla="*/ 100 h 614"/>
                <a:gd name="T14" fmla="*/ 166 w 662"/>
                <a:gd name="T15" fmla="*/ 85 h 614"/>
                <a:gd name="T16" fmla="*/ 166 w 662"/>
                <a:gd name="T17" fmla="*/ 69 h 614"/>
                <a:gd name="T18" fmla="*/ 162 w 662"/>
                <a:gd name="T19" fmla="*/ 54 h 614"/>
                <a:gd name="T20" fmla="*/ 156 w 662"/>
                <a:gd name="T21" fmla="*/ 41 h 614"/>
                <a:gd name="T22" fmla="*/ 147 w 662"/>
                <a:gd name="T23" fmla="*/ 28 h 614"/>
                <a:gd name="T24" fmla="*/ 136 w 662"/>
                <a:gd name="T25" fmla="*/ 18 h 614"/>
                <a:gd name="T26" fmla="*/ 122 w 662"/>
                <a:gd name="T27" fmla="*/ 10 h 614"/>
                <a:gd name="T28" fmla="*/ 107 w 662"/>
                <a:gd name="T29" fmla="*/ 4 h 614"/>
                <a:gd name="T30" fmla="*/ 91 w 662"/>
                <a:gd name="T31" fmla="*/ 1 h 614"/>
                <a:gd name="T32" fmla="*/ 75 w 662"/>
                <a:gd name="T33" fmla="*/ 1 h 614"/>
                <a:gd name="T34" fmla="*/ 58 w 662"/>
                <a:gd name="T35" fmla="*/ 4 h 614"/>
                <a:gd name="T36" fmla="*/ 43 w 662"/>
                <a:gd name="T37" fmla="*/ 10 h 614"/>
                <a:gd name="T38" fmla="*/ 30 w 662"/>
                <a:gd name="T39" fmla="*/ 18 h 614"/>
                <a:gd name="T40" fmla="*/ 19 w 662"/>
                <a:gd name="T41" fmla="*/ 28 h 614"/>
                <a:gd name="T42" fmla="*/ 10 w 662"/>
                <a:gd name="T43" fmla="*/ 41 h 614"/>
                <a:gd name="T44" fmla="*/ 3 w 662"/>
                <a:gd name="T45" fmla="*/ 54 h 614"/>
                <a:gd name="T46" fmla="*/ 1 w 662"/>
                <a:gd name="T47" fmla="*/ 69 h 614"/>
                <a:gd name="T48" fmla="*/ 1 w 662"/>
                <a:gd name="T49" fmla="*/ 85 h 614"/>
                <a:gd name="T50" fmla="*/ 3 w 662"/>
                <a:gd name="T51" fmla="*/ 100 h 614"/>
                <a:gd name="T52" fmla="*/ 10 w 662"/>
                <a:gd name="T53" fmla="*/ 114 h 614"/>
                <a:gd name="T54" fmla="*/ 19 w 662"/>
                <a:gd name="T55" fmla="*/ 126 h 614"/>
                <a:gd name="T56" fmla="*/ 30 w 662"/>
                <a:gd name="T57" fmla="*/ 137 h 614"/>
                <a:gd name="T58" fmla="*/ 43 w 662"/>
                <a:gd name="T59" fmla="*/ 145 h 614"/>
                <a:gd name="T60" fmla="*/ 58 w 662"/>
                <a:gd name="T61" fmla="*/ 151 h 614"/>
                <a:gd name="T62" fmla="*/ 75 w 662"/>
                <a:gd name="T63" fmla="*/ 154 h 61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62"/>
                <a:gd name="T97" fmla="*/ 0 h 614"/>
                <a:gd name="T98" fmla="*/ 662 w 662"/>
                <a:gd name="T99" fmla="*/ 614 h 61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62" h="614">
                  <a:moveTo>
                    <a:pt x="330" y="614"/>
                  </a:moveTo>
                  <a:lnTo>
                    <a:pt x="364" y="613"/>
                  </a:lnTo>
                  <a:lnTo>
                    <a:pt x="397" y="608"/>
                  </a:lnTo>
                  <a:lnTo>
                    <a:pt x="429" y="600"/>
                  </a:lnTo>
                  <a:lnTo>
                    <a:pt x="459" y="590"/>
                  </a:lnTo>
                  <a:lnTo>
                    <a:pt x="488" y="577"/>
                  </a:lnTo>
                  <a:lnTo>
                    <a:pt x="516" y="562"/>
                  </a:lnTo>
                  <a:lnTo>
                    <a:pt x="541" y="544"/>
                  </a:lnTo>
                  <a:lnTo>
                    <a:pt x="565" y="524"/>
                  </a:lnTo>
                  <a:lnTo>
                    <a:pt x="586" y="502"/>
                  </a:lnTo>
                  <a:lnTo>
                    <a:pt x="605" y="479"/>
                  </a:lnTo>
                  <a:lnTo>
                    <a:pt x="622" y="454"/>
                  </a:lnTo>
                  <a:lnTo>
                    <a:pt x="635" y="427"/>
                  </a:lnTo>
                  <a:lnTo>
                    <a:pt x="647" y="399"/>
                  </a:lnTo>
                  <a:lnTo>
                    <a:pt x="655" y="370"/>
                  </a:lnTo>
                  <a:lnTo>
                    <a:pt x="661" y="339"/>
                  </a:lnTo>
                  <a:lnTo>
                    <a:pt x="662" y="307"/>
                  </a:lnTo>
                  <a:lnTo>
                    <a:pt x="661" y="276"/>
                  </a:lnTo>
                  <a:lnTo>
                    <a:pt x="655" y="245"/>
                  </a:lnTo>
                  <a:lnTo>
                    <a:pt x="647" y="216"/>
                  </a:lnTo>
                  <a:lnTo>
                    <a:pt x="635" y="188"/>
                  </a:lnTo>
                  <a:lnTo>
                    <a:pt x="622" y="161"/>
                  </a:lnTo>
                  <a:lnTo>
                    <a:pt x="605" y="136"/>
                  </a:lnTo>
                  <a:lnTo>
                    <a:pt x="586" y="112"/>
                  </a:lnTo>
                  <a:lnTo>
                    <a:pt x="565" y="90"/>
                  </a:lnTo>
                  <a:lnTo>
                    <a:pt x="541" y="70"/>
                  </a:lnTo>
                  <a:lnTo>
                    <a:pt x="516" y="53"/>
                  </a:lnTo>
                  <a:lnTo>
                    <a:pt x="488" y="37"/>
                  </a:lnTo>
                  <a:lnTo>
                    <a:pt x="459" y="24"/>
                  </a:lnTo>
                  <a:lnTo>
                    <a:pt x="429" y="14"/>
                  </a:lnTo>
                  <a:lnTo>
                    <a:pt x="397" y="6"/>
                  </a:lnTo>
                  <a:lnTo>
                    <a:pt x="364" y="1"/>
                  </a:lnTo>
                  <a:lnTo>
                    <a:pt x="330" y="0"/>
                  </a:lnTo>
                  <a:lnTo>
                    <a:pt x="297" y="1"/>
                  </a:lnTo>
                  <a:lnTo>
                    <a:pt x="263" y="6"/>
                  </a:lnTo>
                  <a:lnTo>
                    <a:pt x="232" y="14"/>
                  </a:lnTo>
                  <a:lnTo>
                    <a:pt x="202" y="24"/>
                  </a:lnTo>
                  <a:lnTo>
                    <a:pt x="172" y="37"/>
                  </a:lnTo>
                  <a:lnTo>
                    <a:pt x="146" y="53"/>
                  </a:lnTo>
                  <a:lnTo>
                    <a:pt x="121" y="70"/>
                  </a:lnTo>
                  <a:lnTo>
                    <a:pt x="96" y="90"/>
                  </a:lnTo>
                  <a:lnTo>
                    <a:pt x="76" y="112"/>
                  </a:lnTo>
                  <a:lnTo>
                    <a:pt x="56" y="136"/>
                  </a:lnTo>
                  <a:lnTo>
                    <a:pt x="40" y="161"/>
                  </a:lnTo>
                  <a:lnTo>
                    <a:pt x="26" y="188"/>
                  </a:lnTo>
                  <a:lnTo>
                    <a:pt x="15" y="216"/>
                  </a:lnTo>
                  <a:lnTo>
                    <a:pt x="7" y="245"/>
                  </a:lnTo>
                  <a:lnTo>
                    <a:pt x="1" y="276"/>
                  </a:lnTo>
                  <a:lnTo>
                    <a:pt x="0" y="307"/>
                  </a:lnTo>
                  <a:lnTo>
                    <a:pt x="1" y="339"/>
                  </a:lnTo>
                  <a:lnTo>
                    <a:pt x="7" y="370"/>
                  </a:lnTo>
                  <a:lnTo>
                    <a:pt x="15" y="399"/>
                  </a:lnTo>
                  <a:lnTo>
                    <a:pt x="26" y="427"/>
                  </a:lnTo>
                  <a:lnTo>
                    <a:pt x="40" y="454"/>
                  </a:lnTo>
                  <a:lnTo>
                    <a:pt x="56" y="479"/>
                  </a:lnTo>
                  <a:lnTo>
                    <a:pt x="76" y="502"/>
                  </a:lnTo>
                  <a:lnTo>
                    <a:pt x="96" y="524"/>
                  </a:lnTo>
                  <a:lnTo>
                    <a:pt x="121" y="544"/>
                  </a:lnTo>
                  <a:lnTo>
                    <a:pt x="146" y="562"/>
                  </a:lnTo>
                  <a:lnTo>
                    <a:pt x="172" y="577"/>
                  </a:lnTo>
                  <a:lnTo>
                    <a:pt x="202" y="590"/>
                  </a:lnTo>
                  <a:lnTo>
                    <a:pt x="232" y="600"/>
                  </a:lnTo>
                  <a:lnTo>
                    <a:pt x="263" y="608"/>
                  </a:lnTo>
                  <a:lnTo>
                    <a:pt x="297" y="613"/>
                  </a:lnTo>
                  <a:lnTo>
                    <a:pt x="330" y="614"/>
                  </a:lnTo>
                  <a:close/>
                </a:path>
              </a:pathLst>
            </a:custGeom>
            <a:solidFill>
              <a:srgbClr val="E8EFE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 flipH="1">
              <a:off x="2090" y="885"/>
              <a:ext cx="326" cy="302"/>
            </a:xfrm>
            <a:custGeom>
              <a:avLst/>
              <a:gdLst>
                <a:gd name="T0" fmla="*/ 90 w 653"/>
                <a:gd name="T1" fmla="*/ 151 h 605"/>
                <a:gd name="T2" fmla="*/ 106 w 653"/>
                <a:gd name="T3" fmla="*/ 148 h 605"/>
                <a:gd name="T4" fmla="*/ 120 w 653"/>
                <a:gd name="T5" fmla="*/ 142 h 605"/>
                <a:gd name="T6" fmla="*/ 133 w 653"/>
                <a:gd name="T7" fmla="*/ 134 h 605"/>
                <a:gd name="T8" fmla="*/ 144 w 653"/>
                <a:gd name="T9" fmla="*/ 124 h 605"/>
                <a:gd name="T10" fmla="*/ 153 w 653"/>
                <a:gd name="T11" fmla="*/ 112 h 605"/>
                <a:gd name="T12" fmla="*/ 159 w 653"/>
                <a:gd name="T13" fmla="*/ 98 h 605"/>
                <a:gd name="T14" fmla="*/ 163 w 653"/>
                <a:gd name="T15" fmla="*/ 83 h 605"/>
                <a:gd name="T16" fmla="*/ 163 w 653"/>
                <a:gd name="T17" fmla="*/ 68 h 605"/>
                <a:gd name="T18" fmla="*/ 159 w 653"/>
                <a:gd name="T19" fmla="*/ 53 h 605"/>
                <a:gd name="T20" fmla="*/ 153 w 653"/>
                <a:gd name="T21" fmla="*/ 39 h 605"/>
                <a:gd name="T22" fmla="*/ 144 w 653"/>
                <a:gd name="T23" fmla="*/ 27 h 605"/>
                <a:gd name="T24" fmla="*/ 133 w 653"/>
                <a:gd name="T25" fmla="*/ 17 h 605"/>
                <a:gd name="T26" fmla="*/ 120 w 653"/>
                <a:gd name="T27" fmla="*/ 9 h 605"/>
                <a:gd name="T28" fmla="*/ 106 w 653"/>
                <a:gd name="T29" fmla="*/ 3 h 605"/>
                <a:gd name="T30" fmla="*/ 90 w 653"/>
                <a:gd name="T31" fmla="*/ 0 h 605"/>
                <a:gd name="T32" fmla="*/ 73 w 653"/>
                <a:gd name="T33" fmla="*/ 0 h 605"/>
                <a:gd name="T34" fmla="*/ 57 w 653"/>
                <a:gd name="T35" fmla="*/ 3 h 605"/>
                <a:gd name="T36" fmla="*/ 42 w 653"/>
                <a:gd name="T37" fmla="*/ 9 h 605"/>
                <a:gd name="T38" fmla="*/ 29 w 653"/>
                <a:gd name="T39" fmla="*/ 17 h 605"/>
                <a:gd name="T40" fmla="*/ 18 w 653"/>
                <a:gd name="T41" fmla="*/ 27 h 605"/>
                <a:gd name="T42" fmla="*/ 9 w 653"/>
                <a:gd name="T43" fmla="*/ 39 h 605"/>
                <a:gd name="T44" fmla="*/ 3 w 653"/>
                <a:gd name="T45" fmla="*/ 53 h 605"/>
                <a:gd name="T46" fmla="*/ 0 w 653"/>
                <a:gd name="T47" fmla="*/ 68 h 605"/>
                <a:gd name="T48" fmla="*/ 0 w 653"/>
                <a:gd name="T49" fmla="*/ 83 h 605"/>
                <a:gd name="T50" fmla="*/ 3 w 653"/>
                <a:gd name="T51" fmla="*/ 98 h 605"/>
                <a:gd name="T52" fmla="*/ 9 w 653"/>
                <a:gd name="T53" fmla="*/ 112 h 605"/>
                <a:gd name="T54" fmla="*/ 18 w 653"/>
                <a:gd name="T55" fmla="*/ 124 h 605"/>
                <a:gd name="T56" fmla="*/ 29 w 653"/>
                <a:gd name="T57" fmla="*/ 134 h 605"/>
                <a:gd name="T58" fmla="*/ 42 w 653"/>
                <a:gd name="T59" fmla="*/ 142 h 605"/>
                <a:gd name="T60" fmla="*/ 57 w 653"/>
                <a:gd name="T61" fmla="*/ 148 h 605"/>
                <a:gd name="T62" fmla="*/ 73 w 653"/>
                <a:gd name="T63" fmla="*/ 151 h 60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53"/>
                <a:gd name="T97" fmla="*/ 0 h 605"/>
                <a:gd name="T98" fmla="*/ 653 w 653"/>
                <a:gd name="T99" fmla="*/ 605 h 60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53" h="605">
                  <a:moveTo>
                    <a:pt x="326" y="605"/>
                  </a:moveTo>
                  <a:lnTo>
                    <a:pt x="360" y="604"/>
                  </a:lnTo>
                  <a:lnTo>
                    <a:pt x="392" y="600"/>
                  </a:lnTo>
                  <a:lnTo>
                    <a:pt x="424" y="592"/>
                  </a:lnTo>
                  <a:lnTo>
                    <a:pt x="454" y="581"/>
                  </a:lnTo>
                  <a:lnTo>
                    <a:pt x="482" y="569"/>
                  </a:lnTo>
                  <a:lnTo>
                    <a:pt x="509" y="554"/>
                  </a:lnTo>
                  <a:lnTo>
                    <a:pt x="535" y="536"/>
                  </a:lnTo>
                  <a:lnTo>
                    <a:pt x="558" y="517"/>
                  </a:lnTo>
                  <a:lnTo>
                    <a:pt x="578" y="496"/>
                  </a:lnTo>
                  <a:lnTo>
                    <a:pt x="598" y="473"/>
                  </a:lnTo>
                  <a:lnTo>
                    <a:pt x="614" y="448"/>
                  </a:lnTo>
                  <a:lnTo>
                    <a:pt x="628" y="421"/>
                  </a:lnTo>
                  <a:lnTo>
                    <a:pt x="638" y="393"/>
                  </a:lnTo>
                  <a:lnTo>
                    <a:pt x="646" y="365"/>
                  </a:lnTo>
                  <a:lnTo>
                    <a:pt x="652" y="335"/>
                  </a:lnTo>
                  <a:lnTo>
                    <a:pt x="653" y="303"/>
                  </a:lnTo>
                  <a:lnTo>
                    <a:pt x="652" y="272"/>
                  </a:lnTo>
                  <a:lnTo>
                    <a:pt x="646" y="242"/>
                  </a:lnTo>
                  <a:lnTo>
                    <a:pt x="638" y="214"/>
                  </a:lnTo>
                  <a:lnTo>
                    <a:pt x="628" y="186"/>
                  </a:lnTo>
                  <a:lnTo>
                    <a:pt x="614" y="159"/>
                  </a:lnTo>
                  <a:lnTo>
                    <a:pt x="598" y="134"/>
                  </a:lnTo>
                  <a:lnTo>
                    <a:pt x="578" y="111"/>
                  </a:lnTo>
                  <a:lnTo>
                    <a:pt x="558" y="89"/>
                  </a:lnTo>
                  <a:lnTo>
                    <a:pt x="535" y="70"/>
                  </a:lnTo>
                  <a:lnTo>
                    <a:pt x="509" y="52"/>
                  </a:lnTo>
                  <a:lnTo>
                    <a:pt x="482" y="37"/>
                  </a:lnTo>
                  <a:lnTo>
                    <a:pt x="454" y="25"/>
                  </a:lnTo>
                  <a:lnTo>
                    <a:pt x="424" y="14"/>
                  </a:lnTo>
                  <a:lnTo>
                    <a:pt x="392" y="6"/>
                  </a:lnTo>
                  <a:lnTo>
                    <a:pt x="360" y="2"/>
                  </a:lnTo>
                  <a:lnTo>
                    <a:pt x="326" y="0"/>
                  </a:lnTo>
                  <a:lnTo>
                    <a:pt x="293" y="2"/>
                  </a:lnTo>
                  <a:lnTo>
                    <a:pt x="261" y="6"/>
                  </a:lnTo>
                  <a:lnTo>
                    <a:pt x="229" y="14"/>
                  </a:lnTo>
                  <a:lnTo>
                    <a:pt x="199" y="25"/>
                  </a:lnTo>
                  <a:lnTo>
                    <a:pt x="171" y="37"/>
                  </a:lnTo>
                  <a:lnTo>
                    <a:pt x="144" y="52"/>
                  </a:lnTo>
                  <a:lnTo>
                    <a:pt x="119" y="70"/>
                  </a:lnTo>
                  <a:lnTo>
                    <a:pt x="96" y="89"/>
                  </a:lnTo>
                  <a:lnTo>
                    <a:pt x="75" y="111"/>
                  </a:lnTo>
                  <a:lnTo>
                    <a:pt x="56" y="134"/>
                  </a:lnTo>
                  <a:lnTo>
                    <a:pt x="39" y="159"/>
                  </a:lnTo>
                  <a:lnTo>
                    <a:pt x="26" y="186"/>
                  </a:lnTo>
                  <a:lnTo>
                    <a:pt x="15" y="214"/>
                  </a:lnTo>
                  <a:lnTo>
                    <a:pt x="7" y="242"/>
                  </a:lnTo>
                  <a:lnTo>
                    <a:pt x="1" y="272"/>
                  </a:lnTo>
                  <a:lnTo>
                    <a:pt x="0" y="303"/>
                  </a:lnTo>
                  <a:lnTo>
                    <a:pt x="1" y="335"/>
                  </a:lnTo>
                  <a:lnTo>
                    <a:pt x="7" y="365"/>
                  </a:lnTo>
                  <a:lnTo>
                    <a:pt x="15" y="393"/>
                  </a:lnTo>
                  <a:lnTo>
                    <a:pt x="26" y="421"/>
                  </a:lnTo>
                  <a:lnTo>
                    <a:pt x="39" y="448"/>
                  </a:lnTo>
                  <a:lnTo>
                    <a:pt x="56" y="473"/>
                  </a:lnTo>
                  <a:lnTo>
                    <a:pt x="75" y="496"/>
                  </a:lnTo>
                  <a:lnTo>
                    <a:pt x="96" y="517"/>
                  </a:lnTo>
                  <a:lnTo>
                    <a:pt x="119" y="536"/>
                  </a:lnTo>
                  <a:lnTo>
                    <a:pt x="144" y="554"/>
                  </a:lnTo>
                  <a:lnTo>
                    <a:pt x="171" y="569"/>
                  </a:lnTo>
                  <a:lnTo>
                    <a:pt x="199" y="581"/>
                  </a:lnTo>
                  <a:lnTo>
                    <a:pt x="229" y="592"/>
                  </a:lnTo>
                  <a:lnTo>
                    <a:pt x="261" y="600"/>
                  </a:lnTo>
                  <a:lnTo>
                    <a:pt x="293" y="604"/>
                  </a:lnTo>
                  <a:lnTo>
                    <a:pt x="326" y="605"/>
                  </a:lnTo>
                  <a:close/>
                </a:path>
              </a:pathLst>
            </a:custGeom>
            <a:solidFill>
              <a:srgbClr val="EAF2E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 flipH="1">
              <a:off x="2092" y="887"/>
              <a:ext cx="322" cy="298"/>
            </a:xfrm>
            <a:custGeom>
              <a:avLst/>
              <a:gdLst>
                <a:gd name="T0" fmla="*/ 88 w 644"/>
                <a:gd name="T1" fmla="*/ 149 h 596"/>
                <a:gd name="T2" fmla="*/ 104 w 644"/>
                <a:gd name="T3" fmla="*/ 146 h 596"/>
                <a:gd name="T4" fmla="*/ 118 w 644"/>
                <a:gd name="T5" fmla="*/ 140 h 596"/>
                <a:gd name="T6" fmla="*/ 132 w 644"/>
                <a:gd name="T7" fmla="*/ 132 h 596"/>
                <a:gd name="T8" fmla="*/ 143 w 644"/>
                <a:gd name="T9" fmla="*/ 121 h 596"/>
                <a:gd name="T10" fmla="*/ 151 w 644"/>
                <a:gd name="T11" fmla="*/ 110 h 596"/>
                <a:gd name="T12" fmla="*/ 158 w 644"/>
                <a:gd name="T13" fmla="*/ 96 h 596"/>
                <a:gd name="T14" fmla="*/ 161 w 644"/>
                <a:gd name="T15" fmla="*/ 82 h 596"/>
                <a:gd name="T16" fmla="*/ 161 w 644"/>
                <a:gd name="T17" fmla="*/ 68 h 596"/>
                <a:gd name="T18" fmla="*/ 158 w 644"/>
                <a:gd name="T19" fmla="*/ 52 h 596"/>
                <a:gd name="T20" fmla="*/ 151 w 644"/>
                <a:gd name="T21" fmla="*/ 39 h 596"/>
                <a:gd name="T22" fmla="*/ 143 w 644"/>
                <a:gd name="T23" fmla="*/ 27 h 596"/>
                <a:gd name="T24" fmla="*/ 132 w 644"/>
                <a:gd name="T25" fmla="*/ 17 h 596"/>
                <a:gd name="T26" fmla="*/ 118 w 644"/>
                <a:gd name="T27" fmla="*/ 9 h 596"/>
                <a:gd name="T28" fmla="*/ 104 w 644"/>
                <a:gd name="T29" fmla="*/ 3 h 596"/>
                <a:gd name="T30" fmla="*/ 88 w 644"/>
                <a:gd name="T31" fmla="*/ 1 h 596"/>
                <a:gd name="T32" fmla="*/ 72 w 644"/>
                <a:gd name="T33" fmla="*/ 1 h 596"/>
                <a:gd name="T34" fmla="*/ 56 w 644"/>
                <a:gd name="T35" fmla="*/ 3 h 596"/>
                <a:gd name="T36" fmla="*/ 42 w 644"/>
                <a:gd name="T37" fmla="*/ 9 h 596"/>
                <a:gd name="T38" fmla="*/ 29 w 644"/>
                <a:gd name="T39" fmla="*/ 17 h 596"/>
                <a:gd name="T40" fmla="*/ 19 w 644"/>
                <a:gd name="T41" fmla="*/ 27 h 596"/>
                <a:gd name="T42" fmla="*/ 10 w 644"/>
                <a:gd name="T43" fmla="*/ 39 h 596"/>
                <a:gd name="T44" fmla="*/ 3 w 644"/>
                <a:gd name="T45" fmla="*/ 52 h 596"/>
                <a:gd name="T46" fmla="*/ 1 w 644"/>
                <a:gd name="T47" fmla="*/ 68 h 596"/>
                <a:gd name="T48" fmla="*/ 1 w 644"/>
                <a:gd name="T49" fmla="*/ 82 h 596"/>
                <a:gd name="T50" fmla="*/ 3 w 644"/>
                <a:gd name="T51" fmla="*/ 96 h 596"/>
                <a:gd name="T52" fmla="*/ 10 w 644"/>
                <a:gd name="T53" fmla="*/ 110 h 596"/>
                <a:gd name="T54" fmla="*/ 19 w 644"/>
                <a:gd name="T55" fmla="*/ 121 h 596"/>
                <a:gd name="T56" fmla="*/ 29 w 644"/>
                <a:gd name="T57" fmla="*/ 132 h 596"/>
                <a:gd name="T58" fmla="*/ 42 w 644"/>
                <a:gd name="T59" fmla="*/ 140 h 596"/>
                <a:gd name="T60" fmla="*/ 56 w 644"/>
                <a:gd name="T61" fmla="*/ 146 h 596"/>
                <a:gd name="T62" fmla="*/ 72 w 644"/>
                <a:gd name="T63" fmla="*/ 149 h 59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44"/>
                <a:gd name="T97" fmla="*/ 0 h 596"/>
                <a:gd name="T98" fmla="*/ 644 w 644"/>
                <a:gd name="T99" fmla="*/ 596 h 59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44" h="596">
                  <a:moveTo>
                    <a:pt x="321" y="596"/>
                  </a:moveTo>
                  <a:lnTo>
                    <a:pt x="355" y="595"/>
                  </a:lnTo>
                  <a:lnTo>
                    <a:pt x="387" y="590"/>
                  </a:lnTo>
                  <a:lnTo>
                    <a:pt x="417" y="582"/>
                  </a:lnTo>
                  <a:lnTo>
                    <a:pt x="447" y="573"/>
                  </a:lnTo>
                  <a:lnTo>
                    <a:pt x="475" y="560"/>
                  </a:lnTo>
                  <a:lnTo>
                    <a:pt x="502" y="545"/>
                  </a:lnTo>
                  <a:lnTo>
                    <a:pt x="526" y="528"/>
                  </a:lnTo>
                  <a:lnTo>
                    <a:pt x="549" y="508"/>
                  </a:lnTo>
                  <a:lnTo>
                    <a:pt x="570" y="487"/>
                  </a:lnTo>
                  <a:lnTo>
                    <a:pt x="588" y="464"/>
                  </a:lnTo>
                  <a:lnTo>
                    <a:pt x="604" y="440"/>
                  </a:lnTo>
                  <a:lnTo>
                    <a:pt x="618" y="414"/>
                  </a:lnTo>
                  <a:lnTo>
                    <a:pt x="629" y="387"/>
                  </a:lnTo>
                  <a:lnTo>
                    <a:pt x="637" y="358"/>
                  </a:lnTo>
                  <a:lnTo>
                    <a:pt x="642" y="328"/>
                  </a:lnTo>
                  <a:lnTo>
                    <a:pt x="644" y="298"/>
                  </a:lnTo>
                  <a:lnTo>
                    <a:pt x="642" y="269"/>
                  </a:lnTo>
                  <a:lnTo>
                    <a:pt x="637" y="239"/>
                  </a:lnTo>
                  <a:lnTo>
                    <a:pt x="629" y="210"/>
                  </a:lnTo>
                  <a:lnTo>
                    <a:pt x="618" y="182"/>
                  </a:lnTo>
                  <a:lnTo>
                    <a:pt x="604" y="157"/>
                  </a:lnTo>
                  <a:lnTo>
                    <a:pt x="588" y="131"/>
                  </a:lnTo>
                  <a:lnTo>
                    <a:pt x="570" y="108"/>
                  </a:lnTo>
                  <a:lnTo>
                    <a:pt x="549" y="88"/>
                  </a:lnTo>
                  <a:lnTo>
                    <a:pt x="526" y="68"/>
                  </a:lnTo>
                  <a:lnTo>
                    <a:pt x="502" y="51"/>
                  </a:lnTo>
                  <a:lnTo>
                    <a:pt x="475" y="36"/>
                  </a:lnTo>
                  <a:lnTo>
                    <a:pt x="447" y="23"/>
                  </a:lnTo>
                  <a:lnTo>
                    <a:pt x="417" y="14"/>
                  </a:lnTo>
                  <a:lnTo>
                    <a:pt x="387" y="6"/>
                  </a:lnTo>
                  <a:lnTo>
                    <a:pt x="355" y="1"/>
                  </a:lnTo>
                  <a:lnTo>
                    <a:pt x="321" y="0"/>
                  </a:lnTo>
                  <a:lnTo>
                    <a:pt x="288" y="1"/>
                  </a:lnTo>
                  <a:lnTo>
                    <a:pt x="257" y="6"/>
                  </a:lnTo>
                  <a:lnTo>
                    <a:pt x="226" y="14"/>
                  </a:lnTo>
                  <a:lnTo>
                    <a:pt x="196" y="23"/>
                  </a:lnTo>
                  <a:lnTo>
                    <a:pt x="168" y="36"/>
                  </a:lnTo>
                  <a:lnTo>
                    <a:pt x="141" y="51"/>
                  </a:lnTo>
                  <a:lnTo>
                    <a:pt x="117" y="68"/>
                  </a:lnTo>
                  <a:lnTo>
                    <a:pt x="94" y="88"/>
                  </a:lnTo>
                  <a:lnTo>
                    <a:pt x="74" y="108"/>
                  </a:lnTo>
                  <a:lnTo>
                    <a:pt x="55" y="131"/>
                  </a:lnTo>
                  <a:lnTo>
                    <a:pt x="39" y="157"/>
                  </a:lnTo>
                  <a:lnTo>
                    <a:pt x="25" y="182"/>
                  </a:lnTo>
                  <a:lnTo>
                    <a:pt x="15" y="210"/>
                  </a:lnTo>
                  <a:lnTo>
                    <a:pt x="7" y="239"/>
                  </a:lnTo>
                  <a:lnTo>
                    <a:pt x="1" y="269"/>
                  </a:lnTo>
                  <a:lnTo>
                    <a:pt x="0" y="298"/>
                  </a:lnTo>
                  <a:lnTo>
                    <a:pt x="1" y="328"/>
                  </a:lnTo>
                  <a:lnTo>
                    <a:pt x="7" y="358"/>
                  </a:lnTo>
                  <a:lnTo>
                    <a:pt x="15" y="387"/>
                  </a:lnTo>
                  <a:lnTo>
                    <a:pt x="25" y="414"/>
                  </a:lnTo>
                  <a:lnTo>
                    <a:pt x="39" y="440"/>
                  </a:lnTo>
                  <a:lnTo>
                    <a:pt x="55" y="464"/>
                  </a:lnTo>
                  <a:lnTo>
                    <a:pt x="74" y="487"/>
                  </a:lnTo>
                  <a:lnTo>
                    <a:pt x="94" y="508"/>
                  </a:lnTo>
                  <a:lnTo>
                    <a:pt x="117" y="528"/>
                  </a:lnTo>
                  <a:lnTo>
                    <a:pt x="141" y="545"/>
                  </a:lnTo>
                  <a:lnTo>
                    <a:pt x="168" y="560"/>
                  </a:lnTo>
                  <a:lnTo>
                    <a:pt x="196" y="573"/>
                  </a:lnTo>
                  <a:lnTo>
                    <a:pt x="226" y="582"/>
                  </a:lnTo>
                  <a:lnTo>
                    <a:pt x="257" y="590"/>
                  </a:lnTo>
                  <a:lnTo>
                    <a:pt x="288" y="595"/>
                  </a:lnTo>
                  <a:lnTo>
                    <a:pt x="321" y="596"/>
                  </a:lnTo>
                  <a:close/>
                </a:path>
              </a:pathLst>
            </a:custGeom>
            <a:solidFill>
              <a:srgbClr val="EFF4E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 flipH="1">
              <a:off x="2094" y="889"/>
              <a:ext cx="318" cy="294"/>
            </a:xfrm>
            <a:custGeom>
              <a:avLst/>
              <a:gdLst>
                <a:gd name="T0" fmla="*/ 88 w 635"/>
                <a:gd name="T1" fmla="*/ 147 h 589"/>
                <a:gd name="T2" fmla="*/ 103 w 635"/>
                <a:gd name="T3" fmla="*/ 143 h 589"/>
                <a:gd name="T4" fmla="*/ 118 w 635"/>
                <a:gd name="T5" fmla="*/ 138 h 589"/>
                <a:gd name="T6" fmla="*/ 130 w 635"/>
                <a:gd name="T7" fmla="*/ 130 h 589"/>
                <a:gd name="T8" fmla="*/ 141 w 635"/>
                <a:gd name="T9" fmla="*/ 120 h 589"/>
                <a:gd name="T10" fmla="*/ 150 w 635"/>
                <a:gd name="T11" fmla="*/ 108 h 589"/>
                <a:gd name="T12" fmla="*/ 156 w 635"/>
                <a:gd name="T13" fmla="*/ 95 h 589"/>
                <a:gd name="T14" fmla="*/ 159 w 635"/>
                <a:gd name="T15" fmla="*/ 81 h 589"/>
                <a:gd name="T16" fmla="*/ 159 w 635"/>
                <a:gd name="T17" fmla="*/ 66 h 589"/>
                <a:gd name="T18" fmla="*/ 156 w 635"/>
                <a:gd name="T19" fmla="*/ 52 h 589"/>
                <a:gd name="T20" fmla="*/ 150 w 635"/>
                <a:gd name="T21" fmla="*/ 38 h 589"/>
                <a:gd name="T22" fmla="*/ 141 w 635"/>
                <a:gd name="T23" fmla="*/ 27 h 589"/>
                <a:gd name="T24" fmla="*/ 130 w 635"/>
                <a:gd name="T25" fmla="*/ 17 h 589"/>
                <a:gd name="T26" fmla="*/ 118 w 635"/>
                <a:gd name="T27" fmla="*/ 9 h 589"/>
                <a:gd name="T28" fmla="*/ 103 w 635"/>
                <a:gd name="T29" fmla="*/ 3 h 589"/>
                <a:gd name="T30" fmla="*/ 88 w 635"/>
                <a:gd name="T31" fmla="*/ 0 h 589"/>
                <a:gd name="T32" fmla="*/ 72 w 635"/>
                <a:gd name="T33" fmla="*/ 0 h 589"/>
                <a:gd name="T34" fmla="*/ 56 w 635"/>
                <a:gd name="T35" fmla="*/ 3 h 589"/>
                <a:gd name="T36" fmla="*/ 42 w 635"/>
                <a:gd name="T37" fmla="*/ 9 h 589"/>
                <a:gd name="T38" fmla="*/ 29 w 635"/>
                <a:gd name="T39" fmla="*/ 17 h 589"/>
                <a:gd name="T40" fmla="*/ 19 w 635"/>
                <a:gd name="T41" fmla="*/ 27 h 589"/>
                <a:gd name="T42" fmla="*/ 10 w 635"/>
                <a:gd name="T43" fmla="*/ 38 h 589"/>
                <a:gd name="T44" fmla="*/ 4 w 635"/>
                <a:gd name="T45" fmla="*/ 52 h 589"/>
                <a:gd name="T46" fmla="*/ 1 w 635"/>
                <a:gd name="T47" fmla="*/ 66 h 589"/>
                <a:gd name="T48" fmla="*/ 1 w 635"/>
                <a:gd name="T49" fmla="*/ 81 h 589"/>
                <a:gd name="T50" fmla="*/ 4 w 635"/>
                <a:gd name="T51" fmla="*/ 95 h 589"/>
                <a:gd name="T52" fmla="*/ 10 w 635"/>
                <a:gd name="T53" fmla="*/ 108 h 589"/>
                <a:gd name="T54" fmla="*/ 19 w 635"/>
                <a:gd name="T55" fmla="*/ 120 h 589"/>
                <a:gd name="T56" fmla="*/ 29 w 635"/>
                <a:gd name="T57" fmla="*/ 130 h 589"/>
                <a:gd name="T58" fmla="*/ 42 w 635"/>
                <a:gd name="T59" fmla="*/ 138 h 589"/>
                <a:gd name="T60" fmla="*/ 56 w 635"/>
                <a:gd name="T61" fmla="*/ 143 h 589"/>
                <a:gd name="T62" fmla="*/ 72 w 635"/>
                <a:gd name="T63" fmla="*/ 147 h 5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35"/>
                <a:gd name="T97" fmla="*/ 0 h 589"/>
                <a:gd name="T98" fmla="*/ 635 w 635"/>
                <a:gd name="T99" fmla="*/ 589 h 58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35" h="589">
                  <a:moveTo>
                    <a:pt x="317" y="589"/>
                  </a:moveTo>
                  <a:lnTo>
                    <a:pt x="349" y="588"/>
                  </a:lnTo>
                  <a:lnTo>
                    <a:pt x="382" y="584"/>
                  </a:lnTo>
                  <a:lnTo>
                    <a:pt x="412" y="575"/>
                  </a:lnTo>
                  <a:lnTo>
                    <a:pt x="442" y="566"/>
                  </a:lnTo>
                  <a:lnTo>
                    <a:pt x="469" y="554"/>
                  </a:lnTo>
                  <a:lnTo>
                    <a:pt x="496" y="539"/>
                  </a:lnTo>
                  <a:lnTo>
                    <a:pt x="520" y="522"/>
                  </a:lnTo>
                  <a:lnTo>
                    <a:pt x="542" y="503"/>
                  </a:lnTo>
                  <a:lnTo>
                    <a:pt x="562" y="482"/>
                  </a:lnTo>
                  <a:lnTo>
                    <a:pt x="581" y="459"/>
                  </a:lnTo>
                  <a:lnTo>
                    <a:pt x="597" y="435"/>
                  </a:lnTo>
                  <a:lnTo>
                    <a:pt x="610" y="410"/>
                  </a:lnTo>
                  <a:lnTo>
                    <a:pt x="621" y="383"/>
                  </a:lnTo>
                  <a:lnTo>
                    <a:pt x="628" y="354"/>
                  </a:lnTo>
                  <a:lnTo>
                    <a:pt x="634" y="325"/>
                  </a:lnTo>
                  <a:lnTo>
                    <a:pt x="635" y="295"/>
                  </a:lnTo>
                  <a:lnTo>
                    <a:pt x="634" y="266"/>
                  </a:lnTo>
                  <a:lnTo>
                    <a:pt x="628" y="237"/>
                  </a:lnTo>
                  <a:lnTo>
                    <a:pt x="621" y="208"/>
                  </a:lnTo>
                  <a:lnTo>
                    <a:pt x="610" y="181"/>
                  </a:lnTo>
                  <a:lnTo>
                    <a:pt x="597" y="155"/>
                  </a:lnTo>
                  <a:lnTo>
                    <a:pt x="581" y="131"/>
                  </a:lnTo>
                  <a:lnTo>
                    <a:pt x="562" y="108"/>
                  </a:lnTo>
                  <a:lnTo>
                    <a:pt x="542" y="87"/>
                  </a:lnTo>
                  <a:lnTo>
                    <a:pt x="520" y="68"/>
                  </a:lnTo>
                  <a:lnTo>
                    <a:pt x="496" y="51"/>
                  </a:lnTo>
                  <a:lnTo>
                    <a:pt x="469" y="36"/>
                  </a:lnTo>
                  <a:lnTo>
                    <a:pt x="442" y="24"/>
                  </a:lnTo>
                  <a:lnTo>
                    <a:pt x="412" y="14"/>
                  </a:lnTo>
                  <a:lnTo>
                    <a:pt x="382" y="6"/>
                  </a:lnTo>
                  <a:lnTo>
                    <a:pt x="349" y="2"/>
                  </a:lnTo>
                  <a:lnTo>
                    <a:pt x="317" y="0"/>
                  </a:lnTo>
                  <a:lnTo>
                    <a:pt x="285" y="2"/>
                  </a:lnTo>
                  <a:lnTo>
                    <a:pt x="254" y="6"/>
                  </a:lnTo>
                  <a:lnTo>
                    <a:pt x="223" y="14"/>
                  </a:lnTo>
                  <a:lnTo>
                    <a:pt x="194" y="24"/>
                  </a:lnTo>
                  <a:lnTo>
                    <a:pt x="166" y="36"/>
                  </a:lnTo>
                  <a:lnTo>
                    <a:pt x="140" y="51"/>
                  </a:lnTo>
                  <a:lnTo>
                    <a:pt x="116" y="68"/>
                  </a:lnTo>
                  <a:lnTo>
                    <a:pt x="94" y="87"/>
                  </a:lnTo>
                  <a:lnTo>
                    <a:pt x="73" y="108"/>
                  </a:lnTo>
                  <a:lnTo>
                    <a:pt x="55" y="131"/>
                  </a:lnTo>
                  <a:lnTo>
                    <a:pt x="38" y="155"/>
                  </a:lnTo>
                  <a:lnTo>
                    <a:pt x="26" y="181"/>
                  </a:lnTo>
                  <a:lnTo>
                    <a:pt x="14" y="208"/>
                  </a:lnTo>
                  <a:lnTo>
                    <a:pt x="7" y="237"/>
                  </a:lnTo>
                  <a:lnTo>
                    <a:pt x="2" y="266"/>
                  </a:lnTo>
                  <a:lnTo>
                    <a:pt x="0" y="295"/>
                  </a:lnTo>
                  <a:lnTo>
                    <a:pt x="2" y="325"/>
                  </a:lnTo>
                  <a:lnTo>
                    <a:pt x="7" y="354"/>
                  </a:lnTo>
                  <a:lnTo>
                    <a:pt x="14" y="383"/>
                  </a:lnTo>
                  <a:lnTo>
                    <a:pt x="26" y="410"/>
                  </a:lnTo>
                  <a:lnTo>
                    <a:pt x="38" y="435"/>
                  </a:lnTo>
                  <a:lnTo>
                    <a:pt x="55" y="459"/>
                  </a:lnTo>
                  <a:lnTo>
                    <a:pt x="73" y="482"/>
                  </a:lnTo>
                  <a:lnTo>
                    <a:pt x="94" y="503"/>
                  </a:lnTo>
                  <a:lnTo>
                    <a:pt x="116" y="522"/>
                  </a:lnTo>
                  <a:lnTo>
                    <a:pt x="140" y="539"/>
                  </a:lnTo>
                  <a:lnTo>
                    <a:pt x="166" y="554"/>
                  </a:lnTo>
                  <a:lnTo>
                    <a:pt x="194" y="566"/>
                  </a:lnTo>
                  <a:lnTo>
                    <a:pt x="223" y="575"/>
                  </a:lnTo>
                  <a:lnTo>
                    <a:pt x="254" y="584"/>
                  </a:lnTo>
                  <a:lnTo>
                    <a:pt x="285" y="588"/>
                  </a:lnTo>
                  <a:lnTo>
                    <a:pt x="317" y="589"/>
                  </a:lnTo>
                  <a:close/>
                </a:path>
              </a:pathLst>
            </a:custGeom>
            <a:solidFill>
              <a:srgbClr val="F2F7F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 flipH="1">
              <a:off x="2097" y="891"/>
              <a:ext cx="312" cy="290"/>
            </a:xfrm>
            <a:custGeom>
              <a:avLst/>
              <a:gdLst>
                <a:gd name="T0" fmla="*/ 86 w 625"/>
                <a:gd name="T1" fmla="*/ 145 h 580"/>
                <a:gd name="T2" fmla="*/ 101 w 625"/>
                <a:gd name="T3" fmla="*/ 142 h 580"/>
                <a:gd name="T4" fmla="*/ 115 w 625"/>
                <a:gd name="T5" fmla="*/ 137 h 580"/>
                <a:gd name="T6" fmla="*/ 127 w 625"/>
                <a:gd name="T7" fmla="*/ 129 h 580"/>
                <a:gd name="T8" fmla="*/ 138 w 625"/>
                <a:gd name="T9" fmla="*/ 118 h 580"/>
                <a:gd name="T10" fmla="*/ 146 w 625"/>
                <a:gd name="T11" fmla="*/ 107 h 580"/>
                <a:gd name="T12" fmla="*/ 153 w 625"/>
                <a:gd name="T13" fmla="*/ 94 h 580"/>
                <a:gd name="T14" fmla="*/ 156 w 625"/>
                <a:gd name="T15" fmla="*/ 80 h 580"/>
                <a:gd name="T16" fmla="*/ 156 w 625"/>
                <a:gd name="T17" fmla="*/ 66 h 580"/>
                <a:gd name="T18" fmla="*/ 153 w 625"/>
                <a:gd name="T19" fmla="*/ 51 h 580"/>
                <a:gd name="T20" fmla="*/ 146 w 625"/>
                <a:gd name="T21" fmla="*/ 38 h 580"/>
                <a:gd name="T22" fmla="*/ 138 w 625"/>
                <a:gd name="T23" fmla="*/ 26 h 580"/>
                <a:gd name="T24" fmla="*/ 127 w 625"/>
                <a:gd name="T25" fmla="*/ 17 h 580"/>
                <a:gd name="T26" fmla="*/ 115 w 625"/>
                <a:gd name="T27" fmla="*/ 9 h 580"/>
                <a:gd name="T28" fmla="*/ 101 w 625"/>
                <a:gd name="T29" fmla="*/ 3 h 580"/>
                <a:gd name="T30" fmla="*/ 86 w 625"/>
                <a:gd name="T31" fmla="*/ 1 h 580"/>
                <a:gd name="T32" fmla="*/ 70 w 625"/>
                <a:gd name="T33" fmla="*/ 1 h 580"/>
                <a:gd name="T34" fmla="*/ 54 w 625"/>
                <a:gd name="T35" fmla="*/ 3 h 580"/>
                <a:gd name="T36" fmla="*/ 41 w 625"/>
                <a:gd name="T37" fmla="*/ 9 h 580"/>
                <a:gd name="T38" fmla="*/ 28 w 625"/>
                <a:gd name="T39" fmla="*/ 17 h 580"/>
                <a:gd name="T40" fmla="*/ 17 w 625"/>
                <a:gd name="T41" fmla="*/ 26 h 580"/>
                <a:gd name="T42" fmla="*/ 9 w 625"/>
                <a:gd name="T43" fmla="*/ 38 h 580"/>
                <a:gd name="T44" fmla="*/ 3 w 625"/>
                <a:gd name="T45" fmla="*/ 51 h 580"/>
                <a:gd name="T46" fmla="*/ 0 w 625"/>
                <a:gd name="T47" fmla="*/ 66 h 580"/>
                <a:gd name="T48" fmla="*/ 0 w 625"/>
                <a:gd name="T49" fmla="*/ 80 h 580"/>
                <a:gd name="T50" fmla="*/ 3 w 625"/>
                <a:gd name="T51" fmla="*/ 94 h 580"/>
                <a:gd name="T52" fmla="*/ 9 w 625"/>
                <a:gd name="T53" fmla="*/ 107 h 580"/>
                <a:gd name="T54" fmla="*/ 17 w 625"/>
                <a:gd name="T55" fmla="*/ 118 h 580"/>
                <a:gd name="T56" fmla="*/ 28 w 625"/>
                <a:gd name="T57" fmla="*/ 129 h 580"/>
                <a:gd name="T58" fmla="*/ 41 w 625"/>
                <a:gd name="T59" fmla="*/ 137 h 580"/>
                <a:gd name="T60" fmla="*/ 54 w 625"/>
                <a:gd name="T61" fmla="*/ 142 h 580"/>
                <a:gd name="T62" fmla="*/ 70 w 625"/>
                <a:gd name="T63" fmla="*/ 145 h 58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25"/>
                <a:gd name="T97" fmla="*/ 0 h 580"/>
                <a:gd name="T98" fmla="*/ 625 w 625"/>
                <a:gd name="T99" fmla="*/ 580 h 58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25" h="580">
                  <a:moveTo>
                    <a:pt x="312" y="580"/>
                  </a:moveTo>
                  <a:lnTo>
                    <a:pt x="344" y="579"/>
                  </a:lnTo>
                  <a:lnTo>
                    <a:pt x="376" y="574"/>
                  </a:lnTo>
                  <a:lnTo>
                    <a:pt x="405" y="567"/>
                  </a:lnTo>
                  <a:lnTo>
                    <a:pt x="434" y="557"/>
                  </a:lnTo>
                  <a:lnTo>
                    <a:pt x="462" y="545"/>
                  </a:lnTo>
                  <a:lnTo>
                    <a:pt x="487" y="530"/>
                  </a:lnTo>
                  <a:lnTo>
                    <a:pt x="511" y="513"/>
                  </a:lnTo>
                  <a:lnTo>
                    <a:pt x="533" y="494"/>
                  </a:lnTo>
                  <a:lnTo>
                    <a:pt x="554" y="474"/>
                  </a:lnTo>
                  <a:lnTo>
                    <a:pt x="571" y="452"/>
                  </a:lnTo>
                  <a:lnTo>
                    <a:pt x="587" y="428"/>
                  </a:lnTo>
                  <a:lnTo>
                    <a:pt x="601" y="402"/>
                  </a:lnTo>
                  <a:lnTo>
                    <a:pt x="612" y="376"/>
                  </a:lnTo>
                  <a:lnTo>
                    <a:pt x="619" y="348"/>
                  </a:lnTo>
                  <a:lnTo>
                    <a:pt x="624" y="320"/>
                  </a:lnTo>
                  <a:lnTo>
                    <a:pt x="625" y="290"/>
                  </a:lnTo>
                  <a:lnTo>
                    <a:pt x="624" y="261"/>
                  </a:lnTo>
                  <a:lnTo>
                    <a:pt x="619" y="232"/>
                  </a:lnTo>
                  <a:lnTo>
                    <a:pt x="612" y="204"/>
                  </a:lnTo>
                  <a:lnTo>
                    <a:pt x="601" y="178"/>
                  </a:lnTo>
                  <a:lnTo>
                    <a:pt x="587" y="152"/>
                  </a:lnTo>
                  <a:lnTo>
                    <a:pt x="571" y="128"/>
                  </a:lnTo>
                  <a:lnTo>
                    <a:pt x="554" y="106"/>
                  </a:lnTo>
                  <a:lnTo>
                    <a:pt x="533" y="85"/>
                  </a:lnTo>
                  <a:lnTo>
                    <a:pt x="511" y="67"/>
                  </a:lnTo>
                  <a:lnTo>
                    <a:pt x="487" y="50"/>
                  </a:lnTo>
                  <a:lnTo>
                    <a:pt x="462" y="35"/>
                  </a:lnTo>
                  <a:lnTo>
                    <a:pt x="434" y="23"/>
                  </a:lnTo>
                  <a:lnTo>
                    <a:pt x="405" y="13"/>
                  </a:lnTo>
                  <a:lnTo>
                    <a:pt x="376" y="6"/>
                  </a:lnTo>
                  <a:lnTo>
                    <a:pt x="344" y="1"/>
                  </a:lnTo>
                  <a:lnTo>
                    <a:pt x="312" y="0"/>
                  </a:lnTo>
                  <a:lnTo>
                    <a:pt x="280" y="1"/>
                  </a:lnTo>
                  <a:lnTo>
                    <a:pt x="249" y="6"/>
                  </a:lnTo>
                  <a:lnTo>
                    <a:pt x="219" y="13"/>
                  </a:lnTo>
                  <a:lnTo>
                    <a:pt x="190" y="23"/>
                  </a:lnTo>
                  <a:lnTo>
                    <a:pt x="164" y="35"/>
                  </a:lnTo>
                  <a:lnTo>
                    <a:pt x="137" y="50"/>
                  </a:lnTo>
                  <a:lnTo>
                    <a:pt x="113" y="67"/>
                  </a:lnTo>
                  <a:lnTo>
                    <a:pt x="91" y="85"/>
                  </a:lnTo>
                  <a:lnTo>
                    <a:pt x="71" y="106"/>
                  </a:lnTo>
                  <a:lnTo>
                    <a:pt x="53" y="128"/>
                  </a:lnTo>
                  <a:lnTo>
                    <a:pt x="38" y="152"/>
                  </a:lnTo>
                  <a:lnTo>
                    <a:pt x="24" y="178"/>
                  </a:lnTo>
                  <a:lnTo>
                    <a:pt x="14" y="204"/>
                  </a:lnTo>
                  <a:lnTo>
                    <a:pt x="6" y="232"/>
                  </a:lnTo>
                  <a:lnTo>
                    <a:pt x="1" y="261"/>
                  </a:lnTo>
                  <a:lnTo>
                    <a:pt x="0" y="290"/>
                  </a:lnTo>
                  <a:lnTo>
                    <a:pt x="1" y="320"/>
                  </a:lnTo>
                  <a:lnTo>
                    <a:pt x="6" y="348"/>
                  </a:lnTo>
                  <a:lnTo>
                    <a:pt x="14" y="376"/>
                  </a:lnTo>
                  <a:lnTo>
                    <a:pt x="24" y="402"/>
                  </a:lnTo>
                  <a:lnTo>
                    <a:pt x="38" y="428"/>
                  </a:lnTo>
                  <a:lnTo>
                    <a:pt x="53" y="452"/>
                  </a:lnTo>
                  <a:lnTo>
                    <a:pt x="71" y="474"/>
                  </a:lnTo>
                  <a:lnTo>
                    <a:pt x="91" y="494"/>
                  </a:lnTo>
                  <a:lnTo>
                    <a:pt x="113" y="513"/>
                  </a:lnTo>
                  <a:lnTo>
                    <a:pt x="137" y="530"/>
                  </a:lnTo>
                  <a:lnTo>
                    <a:pt x="164" y="545"/>
                  </a:lnTo>
                  <a:lnTo>
                    <a:pt x="190" y="557"/>
                  </a:lnTo>
                  <a:lnTo>
                    <a:pt x="219" y="567"/>
                  </a:lnTo>
                  <a:lnTo>
                    <a:pt x="249" y="574"/>
                  </a:lnTo>
                  <a:lnTo>
                    <a:pt x="280" y="579"/>
                  </a:lnTo>
                  <a:lnTo>
                    <a:pt x="312" y="580"/>
                  </a:lnTo>
                  <a:close/>
                </a:path>
              </a:pathLst>
            </a:custGeom>
            <a:solidFill>
              <a:srgbClr val="F4F7F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 flipH="1">
              <a:off x="2099" y="893"/>
              <a:ext cx="308" cy="286"/>
            </a:xfrm>
            <a:custGeom>
              <a:avLst/>
              <a:gdLst>
                <a:gd name="T0" fmla="*/ 84 w 616"/>
                <a:gd name="T1" fmla="*/ 143 h 570"/>
                <a:gd name="T2" fmla="*/ 99 w 616"/>
                <a:gd name="T3" fmla="*/ 140 h 570"/>
                <a:gd name="T4" fmla="*/ 113 w 616"/>
                <a:gd name="T5" fmla="*/ 135 h 570"/>
                <a:gd name="T6" fmla="*/ 125 w 616"/>
                <a:gd name="T7" fmla="*/ 127 h 570"/>
                <a:gd name="T8" fmla="*/ 137 w 616"/>
                <a:gd name="T9" fmla="*/ 117 h 570"/>
                <a:gd name="T10" fmla="*/ 145 w 616"/>
                <a:gd name="T11" fmla="*/ 106 h 570"/>
                <a:gd name="T12" fmla="*/ 151 w 616"/>
                <a:gd name="T13" fmla="*/ 93 h 570"/>
                <a:gd name="T14" fmla="*/ 154 w 616"/>
                <a:gd name="T15" fmla="*/ 79 h 570"/>
                <a:gd name="T16" fmla="*/ 154 w 616"/>
                <a:gd name="T17" fmla="*/ 65 h 570"/>
                <a:gd name="T18" fmla="*/ 151 w 616"/>
                <a:gd name="T19" fmla="*/ 50 h 570"/>
                <a:gd name="T20" fmla="*/ 145 w 616"/>
                <a:gd name="T21" fmla="*/ 38 h 570"/>
                <a:gd name="T22" fmla="*/ 137 w 616"/>
                <a:gd name="T23" fmla="*/ 26 h 570"/>
                <a:gd name="T24" fmla="*/ 125 w 616"/>
                <a:gd name="T25" fmla="*/ 17 h 570"/>
                <a:gd name="T26" fmla="*/ 113 w 616"/>
                <a:gd name="T27" fmla="*/ 9 h 570"/>
                <a:gd name="T28" fmla="*/ 99 w 616"/>
                <a:gd name="T29" fmla="*/ 3 h 570"/>
                <a:gd name="T30" fmla="*/ 84 w 616"/>
                <a:gd name="T31" fmla="*/ 1 h 570"/>
                <a:gd name="T32" fmla="*/ 69 w 616"/>
                <a:gd name="T33" fmla="*/ 1 h 570"/>
                <a:gd name="T34" fmla="*/ 54 w 616"/>
                <a:gd name="T35" fmla="*/ 3 h 570"/>
                <a:gd name="T36" fmla="*/ 40 w 616"/>
                <a:gd name="T37" fmla="*/ 9 h 570"/>
                <a:gd name="T38" fmla="*/ 27 w 616"/>
                <a:gd name="T39" fmla="*/ 17 h 570"/>
                <a:gd name="T40" fmla="*/ 18 w 616"/>
                <a:gd name="T41" fmla="*/ 26 h 570"/>
                <a:gd name="T42" fmla="*/ 10 w 616"/>
                <a:gd name="T43" fmla="*/ 38 h 570"/>
                <a:gd name="T44" fmla="*/ 3 w 616"/>
                <a:gd name="T45" fmla="*/ 50 h 570"/>
                <a:gd name="T46" fmla="*/ 1 w 616"/>
                <a:gd name="T47" fmla="*/ 65 h 570"/>
                <a:gd name="T48" fmla="*/ 1 w 616"/>
                <a:gd name="T49" fmla="*/ 79 h 570"/>
                <a:gd name="T50" fmla="*/ 3 w 616"/>
                <a:gd name="T51" fmla="*/ 93 h 570"/>
                <a:gd name="T52" fmla="*/ 10 w 616"/>
                <a:gd name="T53" fmla="*/ 106 h 570"/>
                <a:gd name="T54" fmla="*/ 18 w 616"/>
                <a:gd name="T55" fmla="*/ 117 h 570"/>
                <a:gd name="T56" fmla="*/ 27 w 616"/>
                <a:gd name="T57" fmla="*/ 127 h 570"/>
                <a:gd name="T58" fmla="*/ 40 w 616"/>
                <a:gd name="T59" fmla="*/ 135 h 570"/>
                <a:gd name="T60" fmla="*/ 54 w 616"/>
                <a:gd name="T61" fmla="*/ 140 h 570"/>
                <a:gd name="T62" fmla="*/ 69 w 616"/>
                <a:gd name="T63" fmla="*/ 143 h 57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16"/>
                <a:gd name="T97" fmla="*/ 0 h 570"/>
                <a:gd name="T98" fmla="*/ 616 w 616"/>
                <a:gd name="T99" fmla="*/ 570 h 57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16" h="570">
                  <a:moveTo>
                    <a:pt x="307" y="570"/>
                  </a:moveTo>
                  <a:lnTo>
                    <a:pt x="338" y="569"/>
                  </a:lnTo>
                  <a:lnTo>
                    <a:pt x="369" y="564"/>
                  </a:lnTo>
                  <a:lnTo>
                    <a:pt x="399" y="557"/>
                  </a:lnTo>
                  <a:lnTo>
                    <a:pt x="427" y="548"/>
                  </a:lnTo>
                  <a:lnTo>
                    <a:pt x="455" y="536"/>
                  </a:lnTo>
                  <a:lnTo>
                    <a:pt x="480" y="522"/>
                  </a:lnTo>
                  <a:lnTo>
                    <a:pt x="503" y="504"/>
                  </a:lnTo>
                  <a:lnTo>
                    <a:pt x="526" y="486"/>
                  </a:lnTo>
                  <a:lnTo>
                    <a:pt x="546" y="466"/>
                  </a:lnTo>
                  <a:lnTo>
                    <a:pt x="563" y="445"/>
                  </a:lnTo>
                  <a:lnTo>
                    <a:pt x="579" y="421"/>
                  </a:lnTo>
                  <a:lnTo>
                    <a:pt x="592" y="396"/>
                  </a:lnTo>
                  <a:lnTo>
                    <a:pt x="602" y="370"/>
                  </a:lnTo>
                  <a:lnTo>
                    <a:pt x="610" y="343"/>
                  </a:lnTo>
                  <a:lnTo>
                    <a:pt x="615" y="314"/>
                  </a:lnTo>
                  <a:lnTo>
                    <a:pt x="616" y="285"/>
                  </a:lnTo>
                  <a:lnTo>
                    <a:pt x="615" y="257"/>
                  </a:lnTo>
                  <a:lnTo>
                    <a:pt x="610" y="228"/>
                  </a:lnTo>
                  <a:lnTo>
                    <a:pt x="602" y="200"/>
                  </a:lnTo>
                  <a:lnTo>
                    <a:pt x="592" y="174"/>
                  </a:lnTo>
                  <a:lnTo>
                    <a:pt x="579" y="150"/>
                  </a:lnTo>
                  <a:lnTo>
                    <a:pt x="563" y="125"/>
                  </a:lnTo>
                  <a:lnTo>
                    <a:pt x="546" y="103"/>
                  </a:lnTo>
                  <a:lnTo>
                    <a:pt x="526" y="84"/>
                  </a:lnTo>
                  <a:lnTo>
                    <a:pt x="503" y="65"/>
                  </a:lnTo>
                  <a:lnTo>
                    <a:pt x="480" y="48"/>
                  </a:lnTo>
                  <a:lnTo>
                    <a:pt x="455" y="34"/>
                  </a:lnTo>
                  <a:lnTo>
                    <a:pt x="427" y="22"/>
                  </a:lnTo>
                  <a:lnTo>
                    <a:pt x="399" y="12"/>
                  </a:lnTo>
                  <a:lnTo>
                    <a:pt x="369" y="5"/>
                  </a:lnTo>
                  <a:lnTo>
                    <a:pt x="338" y="1"/>
                  </a:lnTo>
                  <a:lnTo>
                    <a:pt x="307" y="0"/>
                  </a:lnTo>
                  <a:lnTo>
                    <a:pt x="276" y="1"/>
                  </a:lnTo>
                  <a:lnTo>
                    <a:pt x="245" y="5"/>
                  </a:lnTo>
                  <a:lnTo>
                    <a:pt x="216" y="12"/>
                  </a:lnTo>
                  <a:lnTo>
                    <a:pt x="187" y="22"/>
                  </a:lnTo>
                  <a:lnTo>
                    <a:pt x="161" y="34"/>
                  </a:lnTo>
                  <a:lnTo>
                    <a:pt x="136" y="48"/>
                  </a:lnTo>
                  <a:lnTo>
                    <a:pt x="111" y="65"/>
                  </a:lnTo>
                  <a:lnTo>
                    <a:pt x="89" y="84"/>
                  </a:lnTo>
                  <a:lnTo>
                    <a:pt x="70" y="103"/>
                  </a:lnTo>
                  <a:lnTo>
                    <a:pt x="53" y="125"/>
                  </a:lnTo>
                  <a:lnTo>
                    <a:pt x="37" y="150"/>
                  </a:lnTo>
                  <a:lnTo>
                    <a:pt x="24" y="174"/>
                  </a:lnTo>
                  <a:lnTo>
                    <a:pt x="13" y="200"/>
                  </a:lnTo>
                  <a:lnTo>
                    <a:pt x="5" y="228"/>
                  </a:lnTo>
                  <a:lnTo>
                    <a:pt x="1" y="257"/>
                  </a:lnTo>
                  <a:lnTo>
                    <a:pt x="0" y="285"/>
                  </a:lnTo>
                  <a:lnTo>
                    <a:pt x="1" y="314"/>
                  </a:lnTo>
                  <a:lnTo>
                    <a:pt x="5" y="343"/>
                  </a:lnTo>
                  <a:lnTo>
                    <a:pt x="13" y="370"/>
                  </a:lnTo>
                  <a:lnTo>
                    <a:pt x="24" y="396"/>
                  </a:lnTo>
                  <a:lnTo>
                    <a:pt x="37" y="421"/>
                  </a:lnTo>
                  <a:lnTo>
                    <a:pt x="53" y="445"/>
                  </a:lnTo>
                  <a:lnTo>
                    <a:pt x="70" y="466"/>
                  </a:lnTo>
                  <a:lnTo>
                    <a:pt x="89" y="486"/>
                  </a:lnTo>
                  <a:lnTo>
                    <a:pt x="111" y="504"/>
                  </a:lnTo>
                  <a:lnTo>
                    <a:pt x="136" y="522"/>
                  </a:lnTo>
                  <a:lnTo>
                    <a:pt x="161" y="536"/>
                  </a:lnTo>
                  <a:lnTo>
                    <a:pt x="187" y="548"/>
                  </a:lnTo>
                  <a:lnTo>
                    <a:pt x="216" y="557"/>
                  </a:lnTo>
                  <a:lnTo>
                    <a:pt x="245" y="564"/>
                  </a:lnTo>
                  <a:lnTo>
                    <a:pt x="276" y="569"/>
                  </a:lnTo>
                  <a:lnTo>
                    <a:pt x="307" y="570"/>
                  </a:lnTo>
                  <a:close/>
                </a:path>
              </a:pathLst>
            </a:custGeom>
            <a:solidFill>
              <a:srgbClr val="F9FCF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 flipH="1">
              <a:off x="2101" y="895"/>
              <a:ext cx="304" cy="282"/>
            </a:xfrm>
            <a:custGeom>
              <a:avLst/>
              <a:gdLst>
                <a:gd name="T0" fmla="*/ 84 w 607"/>
                <a:gd name="T1" fmla="*/ 141 h 564"/>
                <a:gd name="T2" fmla="*/ 99 w 607"/>
                <a:gd name="T3" fmla="*/ 138 h 564"/>
                <a:gd name="T4" fmla="*/ 112 w 607"/>
                <a:gd name="T5" fmla="*/ 133 h 564"/>
                <a:gd name="T6" fmla="*/ 125 w 607"/>
                <a:gd name="T7" fmla="*/ 124 h 564"/>
                <a:gd name="T8" fmla="*/ 135 w 607"/>
                <a:gd name="T9" fmla="*/ 115 h 564"/>
                <a:gd name="T10" fmla="*/ 143 w 607"/>
                <a:gd name="T11" fmla="*/ 104 h 564"/>
                <a:gd name="T12" fmla="*/ 149 w 607"/>
                <a:gd name="T13" fmla="*/ 91 h 564"/>
                <a:gd name="T14" fmla="*/ 152 w 607"/>
                <a:gd name="T15" fmla="*/ 77 h 564"/>
                <a:gd name="T16" fmla="*/ 152 w 607"/>
                <a:gd name="T17" fmla="*/ 63 h 564"/>
                <a:gd name="T18" fmla="*/ 149 w 607"/>
                <a:gd name="T19" fmla="*/ 49 h 564"/>
                <a:gd name="T20" fmla="*/ 143 w 607"/>
                <a:gd name="T21" fmla="*/ 37 h 564"/>
                <a:gd name="T22" fmla="*/ 135 w 607"/>
                <a:gd name="T23" fmla="*/ 25 h 564"/>
                <a:gd name="T24" fmla="*/ 125 w 607"/>
                <a:gd name="T25" fmla="*/ 17 h 564"/>
                <a:gd name="T26" fmla="*/ 112 w 607"/>
                <a:gd name="T27" fmla="*/ 9 h 564"/>
                <a:gd name="T28" fmla="*/ 99 w 607"/>
                <a:gd name="T29" fmla="*/ 3 h 564"/>
                <a:gd name="T30" fmla="*/ 84 w 607"/>
                <a:gd name="T31" fmla="*/ 1 h 564"/>
                <a:gd name="T32" fmla="*/ 68 w 607"/>
                <a:gd name="T33" fmla="*/ 1 h 564"/>
                <a:gd name="T34" fmla="*/ 54 w 607"/>
                <a:gd name="T35" fmla="*/ 3 h 564"/>
                <a:gd name="T36" fmla="*/ 40 w 607"/>
                <a:gd name="T37" fmla="*/ 9 h 564"/>
                <a:gd name="T38" fmla="*/ 28 w 607"/>
                <a:gd name="T39" fmla="*/ 17 h 564"/>
                <a:gd name="T40" fmla="*/ 18 w 607"/>
                <a:gd name="T41" fmla="*/ 25 h 564"/>
                <a:gd name="T42" fmla="*/ 10 w 607"/>
                <a:gd name="T43" fmla="*/ 37 h 564"/>
                <a:gd name="T44" fmla="*/ 4 w 607"/>
                <a:gd name="T45" fmla="*/ 49 h 564"/>
                <a:gd name="T46" fmla="*/ 1 w 607"/>
                <a:gd name="T47" fmla="*/ 63 h 564"/>
                <a:gd name="T48" fmla="*/ 1 w 607"/>
                <a:gd name="T49" fmla="*/ 77 h 564"/>
                <a:gd name="T50" fmla="*/ 4 w 607"/>
                <a:gd name="T51" fmla="*/ 91 h 564"/>
                <a:gd name="T52" fmla="*/ 10 w 607"/>
                <a:gd name="T53" fmla="*/ 104 h 564"/>
                <a:gd name="T54" fmla="*/ 18 w 607"/>
                <a:gd name="T55" fmla="*/ 115 h 564"/>
                <a:gd name="T56" fmla="*/ 28 w 607"/>
                <a:gd name="T57" fmla="*/ 124 h 564"/>
                <a:gd name="T58" fmla="*/ 40 w 607"/>
                <a:gd name="T59" fmla="*/ 133 h 564"/>
                <a:gd name="T60" fmla="*/ 54 w 607"/>
                <a:gd name="T61" fmla="*/ 138 h 564"/>
                <a:gd name="T62" fmla="*/ 68 w 607"/>
                <a:gd name="T63" fmla="*/ 141 h 5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607"/>
                <a:gd name="T97" fmla="*/ 0 h 564"/>
                <a:gd name="T98" fmla="*/ 607 w 607"/>
                <a:gd name="T99" fmla="*/ 564 h 56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607" h="564">
                  <a:moveTo>
                    <a:pt x="303" y="564"/>
                  </a:moveTo>
                  <a:lnTo>
                    <a:pt x="334" y="562"/>
                  </a:lnTo>
                  <a:lnTo>
                    <a:pt x="364" y="558"/>
                  </a:lnTo>
                  <a:lnTo>
                    <a:pt x="394" y="551"/>
                  </a:lnTo>
                  <a:lnTo>
                    <a:pt x="422" y="542"/>
                  </a:lnTo>
                  <a:lnTo>
                    <a:pt x="448" y="529"/>
                  </a:lnTo>
                  <a:lnTo>
                    <a:pt x="474" y="515"/>
                  </a:lnTo>
                  <a:lnTo>
                    <a:pt x="497" y="499"/>
                  </a:lnTo>
                  <a:lnTo>
                    <a:pt x="519" y="481"/>
                  </a:lnTo>
                  <a:lnTo>
                    <a:pt x="538" y="461"/>
                  </a:lnTo>
                  <a:lnTo>
                    <a:pt x="555" y="439"/>
                  </a:lnTo>
                  <a:lnTo>
                    <a:pt x="570" y="416"/>
                  </a:lnTo>
                  <a:lnTo>
                    <a:pt x="583" y="392"/>
                  </a:lnTo>
                  <a:lnTo>
                    <a:pt x="593" y="365"/>
                  </a:lnTo>
                  <a:lnTo>
                    <a:pt x="601" y="339"/>
                  </a:lnTo>
                  <a:lnTo>
                    <a:pt x="606" y="311"/>
                  </a:lnTo>
                  <a:lnTo>
                    <a:pt x="607" y="282"/>
                  </a:lnTo>
                  <a:lnTo>
                    <a:pt x="606" y="254"/>
                  </a:lnTo>
                  <a:lnTo>
                    <a:pt x="601" y="226"/>
                  </a:lnTo>
                  <a:lnTo>
                    <a:pt x="593" y="198"/>
                  </a:lnTo>
                  <a:lnTo>
                    <a:pt x="583" y="173"/>
                  </a:lnTo>
                  <a:lnTo>
                    <a:pt x="570" y="148"/>
                  </a:lnTo>
                  <a:lnTo>
                    <a:pt x="555" y="125"/>
                  </a:lnTo>
                  <a:lnTo>
                    <a:pt x="538" y="103"/>
                  </a:lnTo>
                  <a:lnTo>
                    <a:pt x="519" y="83"/>
                  </a:lnTo>
                  <a:lnTo>
                    <a:pt x="497" y="65"/>
                  </a:lnTo>
                  <a:lnTo>
                    <a:pt x="474" y="49"/>
                  </a:lnTo>
                  <a:lnTo>
                    <a:pt x="448" y="35"/>
                  </a:lnTo>
                  <a:lnTo>
                    <a:pt x="422" y="22"/>
                  </a:lnTo>
                  <a:lnTo>
                    <a:pt x="394" y="13"/>
                  </a:lnTo>
                  <a:lnTo>
                    <a:pt x="364" y="6"/>
                  </a:lnTo>
                  <a:lnTo>
                    <a:pt x="334" y="1"/>
                  </a:lnTo>
                  <a:lnTo>
                    <a:pt x="303" y="0"/>
                  </a:lnTo>
                  <a:lnTo>
                    <a:pt x="272" y="1"/>
                  </a:lnTo>
                  <a:lnTo>
                    <a:pt x="242" y="6"/>
                  </a:lnTo>
                  <a:lnTo>
                    <a:pt x="213" y="13"/>
                  </a:lnTo>
                  <a:lnTo>
                    <a:pt x="186" y="22"/>
                  </a:lnTo>
                  <a:lnTo>
                    <a:pt x="159" y="35"/>
                  </a:lnTo>
                  <a:lnTo>
                    <a:pt x="134" y="49"/>
                  </a:lnTo>
                  <a:lnTo>
                    <a:pt x="111" y="65"/>
                  </a:lnTo>
                  <a:lnTo>
                    <a:pt x="89" y="83"/>
                  </a:lnTo>
                  <a:lnTo>
                    <a:pt x="69" y="103"/>
                  </a:lnTo>
                  <a:lnTo>
                    <a:pt x="52" y="125"/>
                  </a:lnTo>
                  <a:lnTo>
                    <a:pt x="37" y="148"/>
                  </a:lnTo>
                  <a:lnTo>
                    <a:pt x="24" y="173"/>
                  </a:lnTo>
                  <a:lnTo>
                    <a:pt x="14" y="198"/>
                  </a:lnTo>
                  <a:lnTo>
                    <a:pt x="6" y="226"/>
                  </a:lnTo>
                  <a:lnTo>
                    <a:pt x="1" y="254"/>
                  </a:lnTo>
                  <a:lnTo>
                    <a:pt x="0" y="282"/>
                  </a:lnTo>
                  <a:lnTo>
                    <a:pt x="1" y="311"/>
                  </a:lnTo>
                  <a:lnTo>
                    <a:pt x="6" y="339"/>
                  </a:lnTo>
                  <a:lnTo>
                    <a:pt x="14" y="365"/>
                  </a:lnTo>
                  <a:lnTo>
                    <a:pt x="24" y="392"/>
                  </a:lnTo>
                  <a:lnTo>
                    <a:pt x="37" y="416"/>
                  </a:lnTo>
                  <a:lnTo>
                    <a:pt x="52" y="439"/>
                  </a:lnTo>
                  <a:lnTo>
                    <a:pt x="69" y="461"/>
                  </a:lnTo>
                  <a:lnTo>
                    <a:pt x="89" y="481"/>
                  </a:lnTo>
                  <a:lnTo>
                    <a:pt x="111" y="499"/>
                  </a:lnTo>
                  <a:lnTo>
                    <a:pt x="134" y="515"/>
                  </a:lnTo>
                  <a:lnTo>
                    <a:pt x="159" y="529"/>
                  </a:lnTo>
                  <a:lnTo>
                    <a:pt x="186" y="542"/>
                  </a:lnTo>
                  <a:lnTo>
                    <a:pt x="213" y="551"/>
                  </a:lnTo>
                  <a:lnTo>
                    <a:pt x="242" y="558"/>
                  </a:lnTo>
                  <a:lnTo>
                    <a:pt x="272" y="562"/>
                  </a:lnTo>
                  <a:lnTo>
                    <a:pt x="303" y="564"/>
                  </a:lnTo>
                  <a:close/>
                </a:path>
              </a:pathLst>
            </a:custGeom>
            <a:solidFill>
              <a:srgbClr val="FCFFF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auto">
            <a:xfrm flipH="1">
              <a:off x="2104" y="897"/>
              <a:ext cx="299" cy="278"/>
            </a:xfrm>
            <a:custGeom>
              <a:avLst/>
              <a:gdLst>
                <a:gd name="T0" fmla="*/ 82 w 598"/>
                <a:gd name="T1" fmla="*/ 139 h 554"/>
                <a:gd name="T2" fmla="*/ 96 w 598"/>
                <a:gd name="T3" fmla="*/ 136 h 554"/>
                <a:gd name="T4" fmla="*/ 110 w 598"/>
                <a:gd name="T5" fmla="*/ 131 h 554"/>
                <a:gd name="T6" fmla="*/ 122 w 598"/>
                <a:gd name="T7" fmla="*/ 123 h 554"/>
                <a:gd name="T8" fmla="*/ 133 w 598"/>
                <a:gd name="T9" fmla="*/ 114 h 554"/>
                <a:gd name="T10" fmla="*/ 141 w 598"/>
                <a:gd name="T11" fmla="*/ 103 h 554"/>
                <a:gd name="T12" fmla="*/ 146 w 598"/>
                <a:gd name="T13" fmla="*/ 90 h 554"/>
                <a:gd name="T14" fmla="*/ 149 w 598"/>
                <a:gd name="T15" fmla="*/ 77 h 554"/>
                <a:gd name="T16" fmla="*/ 149 w 598"/>
                <a:gd name="T17" fmla="*/ 63 h 554"/>
                <a:gd name="T18" fmla="*/ 146 w 598"/>
                <a:gd name="T19" fmla="*/ 49 h 554"/>
                <a:gd name="T20" fmla="*/ 141 w 598"/>
                <a:gd name="T21" fmla="*/ 37 h 554"/>
                <a:gd name="T22" fmla="*/ 133 w 598"/>
                <a:gd name="T23" fmla="*/ 26 h 554"/>
                <a:gd name="T24" fmla="*/ 122 w 598"/>
                <a:gd name="T25" fmla="*/ 16 h 554"/>
                <a:gd name="T26" fmla="*/ 110 w 598"/>
                <a:gd name="T27" fmla="*/ 9 h 554"/>
                <a:gd name="T28" fmla="*/ 96 w 598"/>
                <a:gd name="T29" fmla="*/ 3 h 554"/>
                <a:gd name="T30" fmla="*/ 82 w 598"/>
                <a:gd name="T31" fmla="*/ 1 h 554"/>
                <a:gd name="T32" fmla="*/ 67 w 598"/>
                <a:gd name="T33" fmla="*/ 1 h 554"/>
                <a:gd name="T34" fmla="*/ 52 w 598"/>
                <a:gd name="T35" fmla="*/ 3 h 554"/>
                <a:gd name="T36" fmla="*/ 39 w 598"/>
                <a:gd name="T37" fmla="*/ 9 h 554"/>
                <a:gd name="T38" fmla="*/ 27 w 598"/>
                <a:gd name="T39" fmla="*/ 16 h 554"/>
                <a:gd name="T40" fmla="*/ 17 w 598"/>
                <a:gd name="T41" fmla="*/ 26 h 554"/>
                <a:gd name="T42" fmla="*/ 9 w 598"/>
                <a:gd name="T43" fmla="*/ 37 h 554"/>
                <a:gd name="T44" fmla="*/ 3 w 598"/>
                <a:gd name="T45" fmla="*/ 49 h 554"/>
                <a:gd name="T46" fmla="*/ 1 w 598"/>
                <a:gd name="T47" fmla="*/ 63 h 554"/>
                <a:gd name="T48" fmla="*/ 1 w 598"/>
                <a:gd name="T49" fmla="*/ 77 h 554"/>
                <a:gd name="T50" fmla="*/ 3 w 598"/>
                <a:gd name="T51" fmla="*/ 90 h 554"/>
                <a:gd name="T52" fmla="*/ 9 w 598"/>
                <a:gd name="T53" fmla="*/ 103 h 554"/>
                <a:gd name="T54" fmla="*/ 17 w 598"/>
                <a:gd name="T55" fmla="*/ 114 h 554"/>
                <a:gd name="T56" fmla="*/ 27 w 598"/>
                <a:gd name="T57" fmla="*/ 123 h 554"/>
                <a:gd name="T58" fmla="*/ 39 w 598"/>
                <a:gd name="T59" fmla="*/ 131 h 554"/>
                <a:gd name="T60" fmla="*/ 52 w 598"/>
                <a:gd name="T61" fmla="*/ 136 h 554"/>
                <a:gd name="T62" fmla="*/ 67 w 598"/>
                <a:gd name="T63" fmla="*/ 139 h 5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598"/>
                <a:gd name="T97" fmla="*/ 0 h 554"/>
                <a:gd name="T98" fmla="*/ 598 w 598"/>
                <a:gd name="T99" fmla="*/ 554 h 55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598" h="554">
                  <a:moveTo>
                    <a:pt x="298" y="554"/>
                  </a:moveTo>
                  <a:lnTo>
                    <a:pt x="329" y="553"/>
                  </a:lnTo>
                  <a:lnTo>
                    <a:pt x="359" y="548"/>
                  </a:lnTo>
                  <a:lnTo>
                    <a:pt x="387" y="541"/>
                  </a:lnTo>
                  <a:lnTo>
                    <a:pt x="414" y="532"/>
                  </a:lnTo>
                  <a:lnTo>
                    <a:pt x="441" y="521"/>
                  </a:lnTo>
                  <a:lnTo>
                    <a:pt x="466" y="507"/>
                  </a:lnTo>
                  <a:lnTo>
                    <a:pt x="489" y="491"/>
                  </a:lnTo>
                  <a:lnTo>
                    <a:pt x="510" y="472"/>
                  </a:lnTo>
                  <a:lnTo>
                    <a:pt x="530" y="453"/>
                  </a:lnTo>
                  <a:lnTo>
                    <a:pt x="547" y="432"/>
                  </a:lnTo>
                  <a:lnTo>
                    <a:pt x="562" y="409"/>
                  </a:lnTo>
                  <a:lnTo>
                    <a:pt x="575" y="385"/>
                  </a:lnTo>
                  <a:lnTo>
                    <a:pt x="584" y="359"/>
                  </a:lnTo>
                  <a:lnTo>
                    <a:pt x="592" y="333"/>
                  </a:lnTo>
                  <a:lnTo>
                    <a:pt x="596" y="305"/>
                  </a:lnTo>
                  <a:lnTo>
                    <a:pt x="598" y="277"/>
                  </a:lnTo>
                  <a:lnTo>
                    <a:pt x="596" y="249"/>
                  </a:lnTo>
                  <a:lnTo>
                    <a:pt x="592" y="221"/>
                  </a:lnTo>
                  <a:lnTo>
                    <a:pt x="584" y="195"/>
                  </a:lnTo>
                  <a:lnTo>
                    <a:pt x="575" y="169"/>
                  </a:lnTo>
                  <a:lnTo>
                    <a:pt x="562" y="145"/>
                  </a:lnTo>
                  <a:lnTo>
                    <a:pt x="547" y="122"/>
                  </a:lnTo>
                  <a:lnTo>
                    <a:pt x="530" y="101"/>
                  </a:lnTo>
                  <a:lnTo>
                    <a:pt x="510" y="82"/>
                  </a:lnTo>
                  <a:lnTo>
                    <a:pt x="489" y="63"/>
                  </a:lnTo>
                  <a:lnTo>
                    <a:pt x="466" y="47"/>
                  </a:lnTo>
                  <a:lnTo>
                    <a:pt x="441" y="33"/>
                  </a:lnTo>
                  <a:lnTo>
                    <a:pt x="414" y="22"/>
                  </a:lnTo>
                  <a:lnTo>
                    <a:pt x="387" y="12"/>
                  </a:lnTo>
                  <a:lnTo>
                    <a:pt x="359" y="6"/>
                  </a:lnTo>
                  <a:lnTo>
                    <a:pt x="329" y="1"/>
                  </a:lnTo>
                  <a:lnTo>
                    <a:pt x="298" y="0"/>
                  </a:lnTo>
                  <a:lnTo>
                    <a:pt x="268" y="1"/>
                  </a:lnTo>
                  <a:lnTo>
                    <a:pt x="238" y="6"/>
                  </a:lnTo>
                  <a:lnTo>
                    <a:pt x="209" y="12"/>
                  </a:lnTo>
                  <a:lnTo>
                    <a:pt x="182" y="22"/>
                  </a:lnTo>
                  <a:lnTo>
                    <a:pt x="156" y="33"/>
                  </a:lnTo>
                  <a:lnTo>
                    <a:pt x="131" y="47"/>
                  </a:lnTo>
                  <a:lnTo>
                    <a:pt x="108" y="63"/>
                  </a:lnTo>
                  <a:lnTo>
                    <a:pt x="87" y="82"/>
                  </a:lnTo>
                  <a:lnTo>
                    <a:pt x="68" y="101"/>
                  </a:lnTo>
                  <a:lnTo>
                    <a:pt x="51" y="122"/>
                  </a:lnTo>
                  <a:lnTo>
                    <a:pt x="36" y="145"/>
                  </a:lnTo>
                  <a:lnTo>
                    <a:pt x="23" y="169"/>
                  </a:lnTo>
                  <a:lnTo>
                    <a:pt x="14" y="195"/>
                  </a:lnTo>
                  <a:lnTo>
                    <a:pt x="6" y="221"/>
                  </a:lnTo>
                  <a:lnTo>
                    <a:pt x="1" y="249"/>
                  </a:lnTo>
                  <a:lnTo>
                    <a:pt x="0" y="277"/>
                  </a:lnTo>
                  <a:lnTo>
                    <a:pt x="1" y="305"/>
                  </a:lnTo>
                  <a:lnTo>
                    <a:pt x="6" y="333"/>
                  </a:lnTo>
                  <a:lnTo>
                    <a:pt x="14" y="359"/>
                  </a:lnTo>
                  <a:lnTo>
                    <a:pt x="23" y="385"/>
                  </a:lnTo>
                  <a:lnTo>
                    <a:pt x="36" y="409"/>
                  </a:lnTo>
                  <a:lnTo>
                    <a:pt x="51" y="432"/>
                  </a:lnTo>
                  <a:lnTo>
                    <a:pt x="68" y="453"/>
                  </a:lnTo>
                  <a:lnTo>
                    <a:pt x="87" y="472"/>
                  </a:lnTo>
                  <a:lnTo>
                    <a:pt x="108" y="491"/>
                  </a:lnTo>
                  <a:lnTo>
                    <a:pt x="131" y="507"/>
                  </a:lnTo>
                  <a:lnTo>
                    <a:pt x="156" y="521"/>
                  </a:lnTo>
                  <a:lnTo>
                    <a:pt x="182" y="532"/>
                  </a:lnTo>
                  <a:lnTo>
                    <a:pt x="209" y="541"/>
                  </a:lnTo>
                  <a:lnTo>
                    <a:pt x="238" y="548"/>
                  </a:lnTo>
                  <a:lnTo>
                    <a:pt x="268" y="553"/>
                  </a:lnTo>
                  <a:lnTo>
                    <a:pt x="298" y="5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auto">
            <a:xfrm flipH="1">
              <a:off x="2181" y="730"/>
              <a:ext cx="114" cy="232"/>
            </a:xfrm>
            <a:custGeom>
              <a:avLst/>
              <a:gdLst>
                <a:gd name="T0" fmla="*/ 57 w 229"/>
                <a:gd name="T1" fmla="*/ 114 h 463"/>
                <a:gd name="T2" fmla="*/ 32 w 229"/>
                <a:gd name="T3" fmla="*/ 66 h 463"/>
                <a:gd name="T4" fmla="*/ 32 w 229"/>
                <a:gd name="T5" fmla="*/ 0 h 463"/>
                <a:gd name="T6" fmla="*/ 28 w 229"/>
                <a:gd name="T7" fmla="*/ 0 h 463"/>
                <a:gd name="T8" fmla="*/ 28 w 229"/>
                <a:gd name="T9" fmla="*/ 66 h 463"/>
                <a:gd name="T10" fmla="*/ 0 w 229"/>
                <a:gd name="T11" fmla="*/ 96 h 463"/>
                <a:gd name="T12" fmla="*/ 3 w 229"/>
                <a:gd name="T13" fmla="*/ 99 h 463"/>
                <a:gd name="T14" fmla="*/ 29 w 229"/>
                <a:gd name="T15" fmla="*/ 70 h 463"/>
                <a:gd name="T16" fmla="*/ 53 w 229"/>
                <a:gd name="T17" fmla="*/ 116 h 463"/>
                <a:gd name="T18" fmla="*/ 57 w 229"/>
                <a:gd name="T19" fmla="*/ 114 h 4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9"/>
                <a:gd name="T31" fmla="*/ 0 h 463"/>
                <a:gd name="T32" fmla="*/ 229 w 229"/>
                <a:gd name="T33" fmla="*/ 463 h 46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9" h="463">
                  <a:moveTo>
                    <a:pt x="229" y="455"/>
                  </a:moveTo>
                  <a:lnTo>
                    <a:pt x="129" y="263"/>
                  </a:lnTo>
                  <a:lnTo>
                    <a:pt x="129" y="0"/>
                  </a:lnTo>
                  <a:lnTo>
                    <a:pt x="113" y="0"/>
                  </a:lnTo>
                  <a:lnTo>
                    <a:pt x="113" y="262"/>
                  </a:lnTo>
                  <a:lnTo>
                    <a:pt x="0" y="381"/>
                  </a:lnTo>
                  <a:lnTo>
                    <a:pt x="12" y="393"/>
                  </a:lnTo>
                  <a:lnTo>
                    <a:pt x="119" y="280"/>
                  </a:lnTo>
                  <a:lnTo>
                    <a:pt x="214" y="463"/>
                  </a:lnTo>
                  <a:lnTo>
                    <a:pt x="229" y="455"/>
                  </a:lnTo>
                  <a:close/>
                </a:path>
              </a:pathLst>
            </a:custGeom>
            <a:solidFill>
              <a:srgbClr val="0000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auto">
            <a:xfrm flipH="1">
              <a:off x="1932" y="1451"/>
              <a:ext cx="685" cy="220"/>
            </a:xfrm>
            <a:custGeom>
              <a:avLst/>
              <a:gdLst>
                <a:gd name="T0" fmla="*/ 230 w 1371"/>
                <a:gd name="T1" fmla="*/ 0 h 441"/>
                <a:gd name="T2" fmla="*/ 181 w 1371"/>
                <a:gd name="T3" fmla="*/ 1 h 441"/>
                <a:gd name="T4" fmla="*/ 136 w 1371"/>
                <a:gd name="T5" fmla="*/ 0 h 441"/>
                <a:gd name="T6" fmla="*/ 136 w 1371"/>
                <a:gd name="T7" fmla="*/ 0 h 441"/>
                <a:gd name="T8" fmla="*/ 136 w 1371"/>
                <a:gd name="T9" fmla="*/ 1 h 441"/>
                <a:gd name="T10" fmla="*/ 135 w 1371"/>
                <a:gd name="T11" fmla="*/ 3 h 441"/>
                <a:gd name="T12" fmla="*/ 134 w 1371"/>
                <a:gd name="T13" fmla="*/ 6 h 441"/>
                <a:gd name="T14" fmla="*/ 132 w 1371"/>
                <a:gd name="T15" fmla="*/ 9 h 441"/>
                <a:gd name="T16" fmla="*/ 130 w 1371"/>
                <a:gd name="T17" fmla="*/ 12 h 441"/>
                <a:gd name="T18" fmla="*/ 126 w 1371"/>
                <a:gd name="T19" fmla="*/ 15 h 441"/>
                <a:gd name="T20" fmla="*/ 122 w 1371"/>
                <a:gd name="T21" fmla="*/ 18 h 441"/>
                <a:gd name="T22" fmla="*/ 116 w 1371"/>
                <a:gd name="T23" fmla="*/ 20 h 441"/>
                <a:gd name="T24" fmla="*/ 109 w 1371"/>
                <a:gd name="T25" fmla="*/ 23 h 441"/>
                <a:gd name="T26" fmla="*/ 101 w 1371"/>
                <a:gd name="T27" fmla="*/ 24 h 441"/>
                <a:gd name="T28" fmla="*/ 91 w 1371"/>
                <a:gd name="T29" fmla="*/ 26 h 441"/>
                <a:gd name="T30" fmla="*/ 79 w 1371"/>
                <a:gd name="T31" fmla="*/ 26 h 441"/>
                <a:gd name="T32" fmla="*/ 66 w 1371"/>
                <a:gd name="T33" fmla="*/ 25 h 441"/>
                <a:gd name="T34" fmla="*/ 51 w 1371"/>
                <a:gd name="T35" fmla="*/ 23 h 441"/>
                <a:gd name="T36" fmla="*/ 34 w 1371"/>
                <a:gd name="T37" fmla="*/ 20 h 441"/>
                <a:gd name="T38" fmla="*/ 33 w 1371"/>
                <a:gd name="T39" fmla="*/ 20 h 441"/>
                <a:gd name="T40" fmla="*/ 31 w 1371"/>
                <a:gd name="T41" fmla="*/ 19 h 441"/>
                <a:gd name="T42" fmla="*/ 28 w 1371"/>
                <a:gd name="T43" fmla="*/ 19 h 441"/>
                <a:gd name="T44" fmla="*/ 24 w 1371"/>
                <a:gd name="T45" fmla="*/ 19 h 441"/>
                <a:gd name="T46" fmla="*/ 19 w 1371"/>
                <a:gd name="T47" fmla="*/ 19 h 441"/>
                <a:gd name="T48" fmla="*/ 13 w 1371"/>
                <a:gd name="T49" fmla="*/ 19 h 441"/>
                <a:gd name="T50" fmla="*/ 7 w 1371"/>
                <a:gd name="T51" fmla="*/ 20 h 441"/>
                <a:gd name="T52" fmla="*/ 0 w 1371"/>
                <a:gd name="T53" fmla="*/ 22 h 441"/>
                <a:gd name="T54" fmla="*/ 0 w 1371"/>
                <a:gd name="T55" fmla="*/ 110 h 441"/>
                <a:gd name="T56" fmla="*/ 342 w 1371"/>
                <a:gd name="T57" fmla="*/ 79 h 441"/>
                <a:gd name="T58" fmla="*/ 342 w 1371"/>
                <a:gd name="T59" fmla="*/ 20 h 441"/>
                <a:gd name="T60" fmla="*/ 339 w 1371"/>
                <a:gd name="T61" fmla="*/ 20 h 441"/>
                <a:gd name="T62" fmla="*/ 337 w 1371"/>
                <a:gd name="T63" fmla="*/ 20 h 441"/>
                <a:gd name="T64" fmla="*/ 334 w 1371"/>
                <a:gd name="T65" fmla="*/ 20 h 441"/>
                <a:gd name="T66" fmla="*/ 332 w 1371"/>
                <a:gd name="T67" fmla="*/ 20 h 441"/>
                <a:gd name="T68" fmla="*/ 331 w 1371"/>
                <a:gd name="T69" fmla="*/ 20 h 441"/>
                <a:gd name="T70" fmla="*/ 329 w 1371"/>
                <a:gd name="T71" fmla="*/ 20 h 441"/>
                <a:gd name="T72" fmla="*/ 329 w 1371"/>
                <a:gd name="T73" fmla="*/ 20 h 441"/>
                <a:gd name="T74" fmla="*/ 329 w 1371"/>
                <a:gd name="T75" fmla="*/ 20 h 441"/>
                <a:gd name="T76" fmla="*/ 312 w 1371"/>
                <a:gd name="T77" fmla="*/ 22 h 441"/>
                <a:gd name="T78" fmla="*/ 297 w 1371"/>
                <a:gd name="T79" fmla="*/ 24 h 441"/>
                <a:gd name="T80" fmla="*/ 284 w 1371"/>
                <a:gd name="T81" fmla="*/ 24 h 441"/>
                <a:gd name="T82" fmla="*/ 273 w 1371"/>
                <a:gd name="T83" fmla="*/ 24 h 441"/>
                <a:gd name="T84" fmla="*/ 264 w 1371"/>
                <a:gd name="T85" fmla="*/ 23 h 441"/>
                <a:gd name="T86" fmla="*/ 256 w 1371"/>
                <a:gd name="T87" fmla="*/ 21 h 441"/>
                <a:gd name="T88" fmla="*/ 249 w 1371"/>
                <a:gd name="T89" fmla="*/ 19 h 441"/>
                <a:gd name="T90" fmla="*/ 244 w 1371"/>
                <a:gd name="T91" fmla="*/ 16 h 441"/>
                <a:gd name="T92" fmla="*/ 240 w 1371"/>
                <a:gd name="T93" fmla="*/ 13 h 441"/>
                <a:gd name="T94" fmla="*/ 236 w 1371"/>
                <a:gd name="T95" fmla="*/ 11 h 441"/>
                <a:gd name="T96" fmla="*/ 234 w 1371"/>
                <a:gd name="T97" fmla="*/ 8 h 441"/>
                <a:gd name="T98" fmla="*/ 232 w 1371"/>
                <a:gd name="T99" fmla="*/ 5 h 441"/>
                <a:gd name="T100" fmla="*/ 231 w 1371"/>
                <a:gd name="T101" fmla="*/ 3 h 441"/>
                <a:gd name="T102" fmla="*/ 231 w 1371"/>
                <a:gd name="T103" fmla="*/ 1 h 441"/>
                <a:gd name="T104" fmla="*/ 230 w 1371"/>
                <a:gd name="T105" fmla="*/ 0 h 441"/>
                <a:gd name="T106" fmla="*/ 230 w 1371"/>
                <a:gd name="T107" fmla="*/ 0 h 44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371"/>
                <a:gd name="T163" fmla="*/ 0 h 441"/>
                <a:gd name="T164" fmla="*/ 1371 w 1371"/>
                <a:gd name="T165" fmla="*/ 441 h 441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371" h="441">
                  <a:moveTo>
                    <a:pt x="923" y="1"/>
                  </a:moveTo>
                  <a:lnTo>
                    <a:pt x="726" y="7"/>
                  </a:lnTo>
                  <a:lnTo>
                    <a:pt x="547" y="0"/>
                  </a:lnTo>
                  <a:lnTo>
                    <a:pt x="547" y="2"/>
                  </a:lnTo>
                  <a:lnTo>
                    <a:pt x="546" y="7"/>
                  </a:lnTo>
                  <a:lnTo>
                    <a:pt x="543" y="15"/>
                  </a:lnTo>
                  <a:lnTo>
                    <a:pt x="538" y="24"/>
                  </a:lnTo>
                  <a:lnTo>
                    <a:pt x="530" y="36"/>
                  </a:lnTo>
                  <a:lnTo>
                    <a:pt x="520" y="48"/>
                  </a:lnTo>
                  <a:lnTo>
                    <a:pt x="506" y="60"/>
                  </a:lnTo>
                  <a:lnTo>
                    <a:pt x="489" y="73"/>
                  </a:lnTo>
                  <a:lnTo>
                    <a:pt x="466" y="83"/>
                  </a:lnTo>
                  <a:lnTo>
                    <a:pt x="438" y="92"/>
                  </a:lnTo>
                  <a:lnTo>
                    <a:pt x="405" y="99"/>
                  </a:lnTo>
                  <a:lnTo>
                    <a:pt x="365" y="104"/>
                  </a:lnTo>
                  <a:lnTo>
                    <a:pt x="319" y="104"/>
                  </a:lnTo>
                  <a:lnTo>
                    <a:pt x="266" y="101"/>
                  </a:lnTo>
                  <a:lnTo>
                    <a:pt x="205" y="93"/>
                  </a:lnTo>
                  <a:lnTo>
                    <a:pt x="136" y="80"/>
                  </a:lnTo>
                  <a:lnTo>
                    <a:pt x="134" y="80"/>
                  </a:lnTo>
                  <a:lnTo>
                    <a:pt x="126" y="78"/>
                  </a:lnTo>
                  <a:lnTo>
                    <a:pt x="113" y="77"/>
                  </a:lnTo>
                  <a:lnTo>
                    <a:pt x="97" y="76"/>
                  </a:lnTo>
                  <a:lnTo>
                    <a:pt x="77" y="77"/>
                  </a:lnTo>
                  <a:lnTo>
                    <a:pt x="54" y="78"/>
                  </a:lnTo>
                  <a:lnTo>
                    <a:pt x="28" y="82"/>
                  </a:lnTo>
                  <a:lnTo>
                    <a:pt x="0" y="88"/>
                  </a:lnTo>
                  <a:lnTo>
                    <a:pt x="0" y="441"/>
                  </a:lnTo>
                  <a:lnTo>
                    <a:pt x="1371" y="316"/>
                  </a:lnTo>
                  <a:lnTo>
                    <a:pt x="1371" y="82"/>
                  </a:lnTo>
                  <a:lnTo>
                    <a:pt x="1359" y="81"/>
                  </a:lnTo>
                  <a:lnTo>
                    <a:pt x="1348" y="81"/>
                  </a:lnTo>
                  <a:lnTo>
                    <a:pt x="1339" y="80"/>
                  </a:lnTo>
                  <a:lnTo>
                    <a:pt x="1330" y="80"/>
                  </a:lnTo>
                  <a:lnTo>
                    <a:pt x="1325" y="80"/>
                  </a:lnTo>
                  <a:lnTo>
                    <a:pt x="1319" y="80"/>
                  </a:lnTo>
                  <a:lnTo>
                    <a:pt x="1317" y="80"/>
                  </a:lnTo>
                  <a:lnTo>
                    <a:pt x="1316" y="80"/>
                  </a:lnTo>
                  <a:lnTo>
                    <a:pt x="1249" y="90"/>
                  </a:lnTo>
                  <a:lnTo>
                    <a:pt x="1190" y="97"/>
                  </a:lnTo>
                  <a:lnTo>
                    <a:pt x="1138" y="98"/>
                  </a:lnTo>
                  <a:lnTo>
                    <a:pt x="1094" y="97"/>
                  </a:lnTo>
                  <a:lnTo>
                    <a:pt x="1056" y="92"/>
                  </a:lnTo>
                  <a:lnTo>
                    <a:pt x="1024" y="85"/>
                  </a:lnTo>
                  <a:lnTo>
                    <a:pt x="998" y="77"/>
                  </a:lnTo>
                  <a:lnTo>
                    <a:pt x="977" y="67"/>
                  </a:lnTo>
                  <a:lnTo>
                    <a:pt x="960" y="55"/>
                  </a:lnTo>
                  <a:lnTo>
                    <a:pt x="947" y="45"/>
                  </a:lnTo>
                  <a:lnTo>
                    <a:pt x="938" y="33"/>
                  </a:lnTo>
                  <a:lnTo>
                    <a:pt x="931" y="23"/>
                  </a:lnTo>
                  <a:lnTo>
                    <a:pt x="926" y="15"/>
                  </a:lnTo>
                  <a:lnTo>
                    <a:pt x="924" y="7"/>
                  </a:lnTo>
                  <a:lnTo>
                    <a:pt x="923" y="2"/>
                  </a:lnTo>
                  <a:lnTo>
                    <a:pt x="923" y="1"/>
                  </a:lnTo>
                  <a:close/>
                </a:path>
              </a:pathLst>
            </a:custGeom>
            <a:solidFill>
              <a:srgbClr val="0000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 flipH="1">
              <a:off x="2132" y="1475"/>
              <a:ext cx="29" cy="154"/>
            </a:xfrm>
            <a:custGeom>
              <a:avLst/>
              <a:gdLst>
                <a:gd name="T0" fmla="*/ 0 w 56"/>
                <a:gd name="T1" fmla="*/ 66 h 309"/>
                <a:gd name="T2" fmla="*/ 0 w 56"/>
                <a:gd name="T3" fmla="*/ 69 h 309"/>
                <a:gd name="T4" fmla="*/ 1 w 56"/>
                <a:gd name="T5" fmla="*/ 71 h 309"/>
                <a:gd name="T6" fmla="*/ 1 w 56"/>
                <a:gd name="T7" fmla="*/ 74 h 309"/>
                <a:gd name="T8" fmla="*/ 2 w 56"/>
                <a:gd name="T9" fmla="*/ 77 h 309"/>
                <a:gd name="T10" fmla="*/ 6 w 56"/>
                <a:gd name="T11" fmla="*/ 76 h 309"/>
                <a:gd name="T12" fmla="*/ 6 w 56"/>
                <a:gd name="T13" fmla="*/ 76 h 309"/>
                <a:gd name="T14" fmla="*/ 6 w 56"/>
                <a:gd name="T15" fmla="*/ 75 h 309"/>
                <a:gd name="T16" fmla="*/ 5 w 56"/>
                <a:gd name="T17" fmla="*/ 75 h 309"/>
                <a:gd name="T18" fmla="*/ 5 w 56"/>
                <a:gd name="T19" fmla="*/ 74 h 309"/>
                <a:gd name="T20" fmla="*/ 5 w 56"/>
                <a:gd name="T21" fmla="*/ 72 h 309"/>
                <a:gd name="T22" fmla="*/ 4 w 56"/>
                <a:gd name="T23" fmla="*/ 70 h 309"/>
                <a:gd name="T24" fmla="*/ 4 w 56"/>
                <a:gd name="T25" fmla="*/ 68 h 309"/>
                <a:gd name="T26" fmla="*/ 4 w 56"/>
                <a:gd name="T27" fmla="*/ 65 h 309"/>
                <a:gd name="T28" fmla="*/ 5 w 56"/>
                <a:gd name="T29" fmla="*/ 58 h 309"/>
                <a:gd name="T30" fmla="*/ 7 w 56"/>
                <a:gd name="T31" fmla="*/ 50 h 309"/>
                <a:gd name="T32" fmla="*/ 9 w 56"/>
                <a:gd name="T33" fmla="*/ 43 h 309"/>
                <a:gd name="T34" fmla="*/ 11 w 56"/>
                <a:gd name="T35" fmla="*/ 36 h 309"/>
                <a:gd name="T36" fmla="*/ 12 w 56"/>
                <a:gd name="T37" fmla="*/ 29 h 309"/>
                <a:gd name="T38" fmla="*/ 14 w 56"/>
                <a:gd name="T39" fmla="*/ 21 h 309"/>
                <a:gd name="T40" fmla="*/ 15 w 56"/>
                <a:gd name="T41" fmla="*/ 14 h 309"/>
                <a:gd name="T42" fmla="*/ 15 w 56"/>
                <a:gd name="T43" fmla="*/ 6 h 309"/>
                <a:gd name="T44" fmla="*/ 15 w 56"/>
                <a:gd name="T45" fmla="*/ 5 h 309"/>
                <a:gd name="T46" fmla="*/ 15 w 56"/>
                <a:gd name="T47" fmla="*/ 5 h 309"/>
                <a:gd name="T48" fmla="*/ 15 w 56"/>
                <a:gd name="T49" fmla="*/ 4 h 309"/>
                <a:gd name="T50" fmla="*/ 14 w 56"/>
                <a:gd name="T51" fmla="*/ 3 h 309"/>
                <a:gd name="T52" fmla="*/ 13 w 56"/>
                <a:gd name="T53" fmla="*/ 2 h 309"/>
                <a:gd name="T54" fmla="*/ 12 w 56"/>
                <a:gd name="T55" fmla="*/ 1 h 309"/>
                <a:gd name="T56" fmla="*/ 11 w 56"/>
                <a:gd name="T57" fmla="*/ 1 h 309"/>
                <a:gd name="T58" fmla="*/ 10 w 56"/>
                <a:gd name="T59" fmla="*/ 0 h 309"/>
                <a:gd name="T60" fmla="*/ 10 w 56"/>
                <a:gd name="T61" fmla="*/ 1 h 309"/>
                <a:gd name="T62" fmla="*/ 10 w 56"/>
                <a:gd name="T63" fmla="*/ 3 h 309"/>
                <a:gd name="T64" fmla="*/ 11 w 56"/>
                <a:gd name="T65" fmla="*/ 5 h 309"/>
                <a:gd name="T66" fmla="*/ 11 w 56"/>
                <a:gd name="T67" fmla="*/ 6 h 309"/>
                <a:gd name="T68" fmla="*/ 11 w 56"/>
                <a:gd name="T69" fmla="*/ 14 h 309"/>
                <a:gd name="T70" fmla="*/ 10 w 56"/>
                <a:gd name="T71" fmla="*/ 21 h 309"/>
                <a:gd name="T72" fmla="*/ 8 w 56"/>
                <a:gd name="T73" fmla="*/ 29 h 309"/>
                <a:gd name="T74" fmla="*/ 6 w 56"/>
                <a:gd name="T75" fmla="*/ 36 h 309"/>
                <a:gd name="T76" fmla="*/ 4 w 56"/>
                <a:gd name="T77" fmla="*/ 43 h 309"/>
                <a:gd name="T78" fmla="*/ 2 w 56"/>
                <a:gd name="T79" fmla="*/ 50 h 309"/>
                <a:gd name="T80" fmla="*/ 1 w 56"/>
                <a:gd name="T81" fmla="*/ 58 h 309"/>
                <a:gd name="T82" fmla="*/ 0 w 56"/>
                <a:gd name="T83" fmla="*/ 66 h 30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6"/>
                <a:gd name="T127" fmla="*/ 0 h 309"/>
                <a:gd name="T128" fmla="*/ 56 w 56"/>
                <a:gd name="T129" fmla="*/ 309 h 30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6" h="309">
                  <a:moveTo>
                    <a:pt x="0" y="264"/>
                  </a:moveTo>
                  <a:lnTo>
                    <a:pt x="0" y="276"/>
                  </a:lnTo>
                  <a:lnTo>
                    <a:pt x="2" y="287"/>
                  </a:lnTo>
                  <a:lnTo>
                    <a:pt x="3" y="299"/>
                  </a:lnTo>
                  <a:lnTo>
                    <a:pt x="6" y="309"/>
                  </a:lnTo>
                  <a:lnTo>
                    <a:pt x="24" y="307"/>
                  </a:lnTo>
                  <a:lnTo>
                    <a:pt x="23" y="305"/>
                  </a:lnTo>
                  <a:lnTo>
                    <a:pt x="21" y="303"/>
                  </a:lnTo>
                  <a:lnTo>
                    <a:pt x="20" y="301"/>
                  </a:lnTo>
                  <a:lnTo>
                    <a:pt x="19" y="299"/>
                  </a:lnTo>
                  <a:lnTo>
                    <a:pt x="17" y="290"/>
                  </a:lnTo>
                  <a:lnTo>
                    <a:pt x="15" y="282"/>
                  </a:lnTo>
                  <a:lnTo>
                    <a:pt x="15" y="272"/>
                  </a:lnTo>
                  <a:lnTo>
                    <a:pt x="15" y="263"/>
                  </a:lnTo>
                  <a:lnTo>
                    <a:pt x="18" y="232"/>
                  </a:lnTo>
                  <a:lnTo>
                    <a:pt x="25" y="203"/>
                  </a:lnTo>
                  <a:lnTo>
                    <a:pt x="32" y="173"/>
                  </a:lnTo>
                  <a:lnTo>
                    <a:pt x="40" y="144"/>
                  </a:lnTo>
                  <a:lnTo>
                    <a:pt x="47" y="116"/>
                  </a:lnTo>
                  <a:lnTo>
                    <a:pt x="53" y="86"/>
                  </a:lnTo>
                  <a:lnTo>
                    <a:pt x="56" y="57"/>
                  </a:lnTo>
                  <a:lnTo>
                    <a:pt x="56" y="26"/>
                  </a:lnTo>
                  <a:lnTo>
                    <a:pt x="56" y="23"/>
                  </a:lnTo>
                  <a:lnTo>
                    <a:pt x="56" y="20"/>
                  </a:lnTo>
                  <a:lnTo>
                    <a:pt x="56" y="17"/>
                  </a:lnTo>
                  <a:lnTo>
                    <a:pt x="55" y="14"/>
                  </a:lnTo>
                  <a:lnTo>
                    <a:pt x="50" y="11"/>
                  </a:lnTo>
                  <a:lnTo>
                    <a:pt x="46" y="7"/>
                  </a:lnTo>
                  <a:lnTo>
                    <a:pt x="41" y="4"/>
                  </a:lnTo>
                  <a:lnTo>
                    <a:pt x="38" y="0"/>
                  </a:lnTo>
                  <a:lnTo>
                    <a:pt x="39" y="6"/>
                  </a:lnTo>
                  <a:lnTo>
                    <a:pt x="39" y="13"/>
                  </a:lnTo>
                  <a:lnTo>
                    <a:pt x="40" y="20"/>
                  </a:lnTo>
                  <a:lnTo>
                    <a:pt x="40" y="26"/>
                  </a:lnTo>
                  <a:lnTo>
                    <a:pt x="40" y="57"/>
                  </a:lnTo>
                  <a:lnTo>
                    <a:pt x="36" y="86"/>
                  </a:lnTo>
                  <a:lnTo>
                    <a:pt x="31" y="116"/>
                  </a:lnTo>
                  <a:lnTo>
                    <a:pt x="23" y="144"/>
                  </a:lnTo>
                  <a:lnTo>
                    <a:pt x="15" y="173"/>
                  </a:lnTo>
                  <a:lnTo>
                    <a:pt x="8" y="203"/>
                  </a:lnTo>
                  <a:lnTo>
                    <a:pt x="2" y="233"/>
                  </a:lnTo>
                  <a:lnTo>
                    <a:pt x="0" y="264"/>
                  </a:lnTo>
                  <a:close/>
                </a:path>
              </a:pathLst>
            </a:custGeom>
            <a:solidFill>
              <a:srgbClr val="1426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auto">
            <a:xfrm flipH="1">
              <a:off x="2083" y="1497"/>
              <a:ext cx="29" cy="128"/>
            </a:xfrm>
            <a:custGeom>
              <a:avLst/>
              <a:gdLst>
                <a:gd name="T0" fmla="*/ 2 w 58"/>
                <a:gd name="T1" fmla="*/ 64 h 256"/>
                <a:gd name="T2" fmla="*/ 5 w 58"/>
                <a:gd name="T3" fmla="*/ 63 h 256"/>
                <a:gd name="T4" fmla="*/ 5 w 58"/>
                <a:gd name="T5" fmla="*/ 61 h 256"/>
                <a:gd name="T6" fmla="*/ 4 w 58"/>
                <a:gd name="T7" fmla="*/ 59 h 256"/>
                <a:gd name="T8" fmla="*/ 4 w 58"/>
                <a:gd name="T9" fmla="*/ 57 h 256"/>
                <a:gd name="T10" fmla="*/ 4 w 58"/>
                <a:gd name="T11" fmla="*/ 54 h 256"/>
                <a:gd name="T12" fmla="*/ 5 w 58"/>
                <a:gd name="T13" fmla="*/ 47 h 256"/>
                <a:gd name="T14" fmla="*/ 7 w 58"/>
                <a:gd name="T15" fmla="*/ 41 h 256"/>
                <a:gd name="T16" fmla="*/ 8 w 58"/>
                <a:gd name="T17" fmla="*/ 34 h 256"/>
                <a:gd name="T18" fmla="*/ 10 w 58"/>
                <a:gd name="T19" fmla="*/ 27 h 256"/>
                <a:gd name="T20" fmla="*/ 12 w 58"/>
                <a:gd name="T21" fmla="*/ 20 h 256"/>
                <a:gd name="T22" fmla="*/ 13 w 58"/>
                <a:gd name="T23" fmla="*/ 14 h 256"/>
                <a:gd name="T24" fmla="*/ 14 w 58"/>
                <a:gd name="T25" fmla="*/ 7 h 256"/>
                <a:gd name="T26" fmla="*/ 15 w 58"/>
                <a:gd name="T27" fmla="*/ 1 h 256"/>
                <a:gd name="T28" fmla="*/ 14 w 58"/>
                <a:gd name="T29" fmla="*/ 1 h 256"/>
                <a:gd name="T30" fmla="*/ 13 w 58"/>
                <a:gd name="T31" fmla="*/ 1 h 256"/>
                <a:gd name="T32" fmla="*/ 12 w 58"/>
                <a:gd name="T33" fmla="*/ 0 h 256"/>
                <a:gd name="T34" fmla="*/ 11 w 58"/>
                <a:gd name="T35" fmla="*/ 0 h 256"/>
                <a:gd name="T36" fmla="*/ 10 w 58"/>
                <a:gd name="T37" fmla="*/ 7 h 256"/>
                <a:gd name="T38" fmla="*/ 9 w 58"/>
                <a:gd name="T39" fmla="*/ 14 h 256"/>
                <a:gd name="T40" fmla="*/ 7 w 58"/>
                <a:gd name="T41" fmla="*/ 20 h 256"/>
                <a:gd name="T42" fmla="*/ 6 w 58"/>
                <a:gd name="T43" fmla="*/ 27 h 256"/>
                <a:gd name="T44" fmla="*/ 4 w 58"/>
                <a:gd name="T45" fmla="*/ 34 h 256"/>
                <a:gd name="T46" fmla="*/ 2 w 58"/>
                <a:gd name="T47" fmla="*/ 41 h 256"/>
                <a:gd name="T48" fmla="*/ 1 w 58"/>
                <a:gd name="T49" fmla="*/ 47 h 256"/>
                <a:gd name="T50" fmla="*/ 0 w 58"/>
                <a:gd name="T51" fmla="*/ 55 h 256"/>
                <a:gd name="T52" fmla="*/ 0 w 58"/>
                <a:gd name="T53" fmla="*/ 57 h 256"/>
                <a:gd name="T54" fmla="*/ 1 w 58"/>
                <a:gd name="T55" fmla="*/ 59 h 256"/>
                <a:gd name="T56" fmla="*/ 1 w 58"/>
                <a:gd name="T57" fmla="*/ 61 h 256"/>
                <a:gd name="T58" fmla="*/ 2 w 58"/>
                <a:gd name="T59" fmla="*/ 64 h 25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8"/>
                <a:gd name="T91" fmla="*/ 0 h 256"/>
                <a:gd name="T92" fmla="*/ 58 w 58"/>
                <a:gd name="T93" fmla="*/ 256 h 25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8" h="256">
                  <a:moveTo>
                    <a:pt x="5" y="256"/>
                  </a:moveTo>
                  <a:lnTo>
                    <a:pt x="20" y="255"/>
                  </a:lnTo>
                  <a:lnTo>
                    <a:pt x="18" y="246"/>
                  </a:lnTo>
                  <a:lnTo>
                    <a:pt x="15" y="236"/>
                  </a:lnTo>
                  <a:lnTo>
                    <a:pt x="15" y="228"/>
                  </a:lnTo>
                  <a:lnTo>
                    <a:pt x="15" y="219"/>
                  </a:lnTo>
                  <a:lnTo>
                    <a:pt x="19" y="191"/>
                  </a:lnTo>
                  <a:lnTo>
                    <a:pt x="25" y="164"/>
                  </a:lnTo>
                  <a:lnTo>
                    <a:pt x="32" y="136"/>
                  </a:lnTo>
                  <a:lnTo>
                    <a:pt x="38" y="110"/>
                  </a:lnTo>
                  <a:lnTo>
                    <a:pt x="45" y="83"/>
                  </a:lnTo>
                  <a:lnTo>
                    <a:pt x="52" y="57"/>
                  </a:lnTo>
                  <a:lnTo>
                    <a:pt x="56" y="30"/>
                  </a:lnTo>
                  <a:lnTo>
                    <a:pt x="58" y="3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40" y="28"/>
                  </a:lnTo>
                  <a:lnTo>
                    <a:pt x="35" y="56"/>
                  </a:lnTo>
                  <a:lnTo>
                    <a:pt x="28" y="82"/>
                  </a:lnTo>
                  <a:lnTo>
                    <a:pt x="21" y="109"/>
                  </a:lnTo>
                  <a:lnTo>
                    <a:pt x="14" y="136"/>
                  </a:lnTo>
                  <a:lnTo>
                    <a:pt x="7" y="164"/>
                  </a:lnTo>
                  <a:lnTo>
                    <a:pt x="3" y="191"/>
                  </a:lnTo>
                  <a:lnTo>
                    <a:pt x="0" y="220"/>
                  </a:lnTo>
                  <a:lnTo>
                    <a:pt x="0" y="230"/>
                  </a:lnTo>
                  <a:lnTo>
                    <a:pt x="2" y="239"/>
                  </a:lnTo>
                  <a:lnTo>
                    <a:pt x="4" y="247"/>
                  </a:lnTo>
                  <a:lnTo>
                    <a:pt x="5" y="256"/>
                  </a:lnTo>
                  <a:close/>
                </a:path>
              </a:pathLst>
            </a:custGeom>
            <a:solidFill>
              <a:srgbClr val="1426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 flipH="1">
              <a:off x="2035" y="1499"/>
              <a:ext cx="28" cy="121"/>
            </a:xfrm>
            <a:custGeom>
              <a:avLst/>
              <a:gdLst>
                <a:gd name="T0" fmla="*/ 0 w 57"/>
                <a:gd name="T1" fmla="*/ 61 h 242"/>
                <a:gd name="T2" fmla="*/ 4 w 57"/>
                <a:gd name="T3" fmla="*/ 60 h 242"/>
                <a:gd name="T4" fmla="*/ 3 w 57"/>
                <a:gd name="T5" fmla="*/ 59 h 242"/>
                <a:gd name="T6" fmla="*/ 3 w 57"/>
                <a:gd name="T7" fmla="*/ 57 h 242"/>
                <a:gd name="T8" fmla="*/ 3 w 57"/>
                <a:gd name="T9" fmla="*/ 55 h 242"/>
                <a:gd name="T10" fmla="*/ 3 w 57"/>
                <a:gd name="T11" fmla="*/ 54 h 242"/>
                <a:gd name="T12" fmla="*/ 4 w 57"/>
                <a:gd name="T13" fmla="*/ 47 h 242"/>
                <a:gd name="T14" fmla="*/ 6 w 57"/>
                <a:gd name="T15" fmla="*/ 40 h 242"/>
                <a:gd name="T16" fmla="*/ 7 w 57"/>
                <a:gd name="T17" fmla="*/ 33 h 242"/>
                <a:gd name="T18" fmla="*/ 9 w 57"/>
                <a:gd name="T19" fmla="*/ 27 h 242"/>
                <a:gd name="T20" fmla="*/ 11 w 57"/>
                <a:gd name="T21" fmla="*/ 20 h 242"/>
                <a:gd name="T22" fmla="*/ 12 w 57"/>
                <a:gd name="T23" fmla="*/ 14 h 242"/>
                <a:gd name="T24" fmla="*/ 13 w 57"/>
                <a:gd name="T25" fmla="*/ 7 h 242"/>
                <a:gd name="T26" fmla="*/ 14 w 57"/>
                <a:gd name="T27" fmla="*/ 0 h 242"/>
                <a:gd name="T28" fmla="*/ 13 w 57"/>
                <a:gd name="T29" fmla="*/ 0 h 242"/>
                <a:gd name="T30" fmla="*/ 12 w 57"/>
                <a:gd name="T31" fmla="*/ 0 h 242"/>
                <a:gd name="T32" fmla="*/ 11 w 57"/>
                <a:gd name="T33" fmla="*/ 0 h 242"/>
                <a:gd name="T34" fmla="*/ 10 w 57"/>
                <a:gd name="T35" fmla="*/ 0 h 242"/>
                <a:gd name="T36" fmla="*/ 9 w 57"/>
                <a:gd name="T37" fmla="*/ 7 h 242"/>
                <a:gd name="T38" fmla="*/ 8 w 57"/>
                <a:gd name="T39" fmla="*/ 14 h 242"/>
                <a:gd name="T40" fmla="*/ 6 w 57"/>
                <a:gd name="T41" fmla="*/ 20 h 242"/>
                <a:gd name="T42" fmla="*/ 5 w 57"/>
                <a:gd name="T43" fmla="*/ 27 h 242"/>
                <a:gd name="T44" fmla="*/ 3 w 57"/>
                <a:gd name="T45" fmla="*/ 33 h 242"/>
                <a:gd name="T46" fmla="*/ 1 w 57"/>
                <a:gd name="T47" fmla="*/ 40 h 242"/>
                <a:gd name="T48" fmla="*/ 0 w 57"/>
                <a:gd name="T49" fmla="*/ 47 h 242"/>
                <a:gd name="T50" fmla="*/ 0 w 57"/>
                <a:gd name="T51" fmla="*/ 54 h 242"/>
                <a:gd name="T52" fmla="*/ 0 w 57"/>
                <a:gd name="T53" fmla="*/ 56 h 242"/>
                <a:gd name="T54" fmla="*/ 0 w 57"/>
                <a:gd name="T55" fmla="*/ 57 h 242"/>
                <a:gd name="T56" fmla="*/ 0 w 57"/>
                <a:gd name="T57" fmla="*/ 59 h 242"/>
                <a:gd name="T58" fmla="*/ 0 w 57"/>
                <a:gd name="T59" fmla="*/ 61 h 24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7"/>
                <a:gd name="T91" fmla="*/ 0 h 242"/>
                <a:gd name="T92" fmla="*/ 57 w 57"/>
                <a:gd name="T93" fmla="*/ 242 h 242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7" h="242">
                  <a:moveTo>
                    <a:pt x="3" y="242"/>
                  </a:moveTo>
                  <a:lnTo>
                    <a:pt x="16" y="240"/>
                  </a:lnTo>
                  <a:lnTo>
                    <a:pt x="15" y="234"/>
                  </a:lnTo>
                  <a:lnTo>
                    <a:pt x="15" y="227"/>
                  </a:lnTo>
                  <a:lnTo>
                    <a:pt x="15" y="220"/>
                  </a:lnTo>
                  <a:lnTo>
                    <a:pt x="15" y="213"/>
                  </a:lnTo>
                  <a:lnTo>
                    <a:pt x="19" y="185"/>
                  </a:lnTo>
                  <a:lnTo>
                    <a:pt x="25" y="159"/>
                  </a:lnTo>
                  <a:lnTo>
                    <a:pt x="30" y="132"/>
                  </a:lnTo>
                  <a:lnTo>
                    <a:pt x="38" y="106"/>
                  </a:lnTo>
                  <a:lnTo>
                    <a:pt x="44" y="79"/>
                  </a:lnTo>
                  <a:lnTo>
                    <a:pt x="51" y="53"/>
                  </a:lnTo>
                  <a:lnTo>
                    <a:pt x="54" y="26"/>
                  </a:lnTo>
                  <a:lnTo>
                    <a:pt x="57" y="0"/>
                  </a:lnTo>
                  <a:lnTo>
                    <a:pt x="53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8" y="26"/>
                  </a:lnTo>
                  <a:lnTo>
                    <a:pt x="34" y="53"/>
                  </a:lnTo>
                  <a:lnTo>
                    <a:pt x="27" y="79"/>
                  </a:lnTo>
                  <a:lnTo>
                    <a:pt x="20" y="106"/>
                  </a:lnTo>
                  <a:lnTo>
                    <a:pt x="13" y="132"/>
                  </a:lnTo>
                  <a:lnTo>
                    <a:pt x="7" y="159"/>
                  </a:lnTo>
                  <a:lnTo>
                    <a:pt x="3" y="187"/>
                  </a:lnTo>
                  <a:lnTo>
                    <a:pt x="0" y="214"/>
                  </a:lnTo>
                  <a:lnTo>
                    <a:pt x="0" y="221"/>
                  </a:lnTo>
                  <a:lnTo>
                    <a:pt x="2" y="228"/>
                  </a:lnTo>
                  <a:lnTo>
                    <a:pt x="2" y="235"/>
                  </a:lnTo>
                  <a:lnTo>
                    <a:pt x="3" y="242"/>
                  </a:lnTo>
                  <a:close/>
                </a:path>
              </a:pathLst>
            </a:custGeom>
            <a:solidFill>
              <a:srgbClr val="1426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 flipH="1">
              <a:off x="1986" y="1494"/>
              <a:ext cx="28" cy="122"/>
            </a:xfrm>
            <a:custGeom>
              <a:avLst/>
              <a:gdLst>
                <a:gd name="T0" fmla="*/ 0 w 57"/>
                <a:gd name="T1" fmla="*/ 61 h 243"/>
                <a:gd name="T2" fmla="*/ 3 w 57"/>
                <a:gd name="T3" fmla="*/ 61 h 243"/>
                <a:gd name="T4" fmla="*/ 3 w 57"/>
                <a:gd name="T5" fmla="*/ 60 h 243"/>
                <a:gd name="T6" fmla="*/ 3 w 57"/>
                <a:gd name="T7" fmla="*/ 58 h 243"/>
                <a:gd name="T8" fmla="*/ 3 w 57"/>
                <a:gd name="T9" fmla="*/ 57 h 243"/>
                <a:gd name="T10" fmla="*/ 3 w 57"/>
                <a:gd name="T11" fmla="*/ 56 h 243"/>
                <a:gd name="T12" fmla="*/ 4 w 57"/>
                <a:gd name="T13" fmla="*/ 49 h 243"/>
                <a:gd name="T14" fmla="*/ 6 w 57"/>
                <a:gd name="T15" fmla="*/ 42 h 243"/>
                <a:gd name="T16" fmla="*/ 7 w 57"/>
                <a:gd name="T17" fmla="*/ 35 h 243"/>
                <a:gd name="T18" fmla="*/ 9 w 57"/>
                <a:gd name="T19" fmla="*/ 28 h 243"/>
                <a:gd name="T20" fmla="*/ 11 w 57"/>
                <a:gd name="T21" fmla="*/ 21 h 243"/>
                <a:gd name="T22" fmla="*/ 13 w 57"/>
                <a:gd name="T23" fmla="*/ 14 h 243"/>
                <a:gd name="T24" fmla="*/ 14 w 57"/>
                <a:gd name="T25" fmla="*/ 7 h 243"/>
                <a:gd name="T26" fmla="*/ 14 w 57"/>
                <a:gd name="T27" fmla="*/ 0 h 243"/>
                <a:gd name="T28" fmla="*/ 13 w 57"/>
                <a:gd name="T29" fmla="*/ 1 h 243"/>
                <a:gd name="T30" fmla="*/ 12 w 57"/>
                <a:gd name="T31" fmla="*/ 1 h 243"/>
                <a:gd name="T32" fmla="*/ 11 w 57"/>
                <a:gd name="T33" fmla="*/ 1 h 243"/>
                <a:gd name="T34" fmla="*/ 10 w 57"/>
                <a:gd name="T35" fmla="*/ 1 h 243"/>
                <a:gd name="T36" fmla="*/ 9 w 57"/>
                <a:gd name="T37" fmla="*/ 8 h 243"/>
                <a:gd name="T38" fmla="*/ 8 w 57"/>
                <a:gd name="T39" fmla="*/ 15 h 243"/>
                <a:gd name="T40" fmla="*/ 7 w 57"/>
                <a:gd name="T41" fmla="*/ 22 h 243"/>
                <a:gd name="T42" fmla="*/ 5 w 57"/>
                <a:gd name="T43" fmla="*/ 29 h 243"/>
                <a:gd name="T44" fmla="*/ 3 w 57"/>
                <a:gd name="T45" fmla="*/ 35 h 243"/>
                <a:gd name="T46" fmla="*/ 1 w 57"/>
                <a:gd name="T47" fmla="*/ 42 h 243"/>
                <a:gd name="T48" fmla="*/ 0 w 57"/>
                <a:gd name="T49" fmla="*/ 49 h 243"/>
                <a:gd name="T50" fmla="*/ 0 w 57"/>
                <a:gd name="T51" fmla="*/ 56 h 243"/>
                <a:gd name="T52" fmla="*/ 0 w 57"/>
                <a:gd name="T53" fmla="*/ 58 h 243"/>
                <a:gd name="T54" fmla="*/ 0 w 57"/>
                <a:gd name="T55" fmla="*/ 59 h 243"/>
                <a:gd name="T56" fmla="*/ 0 w 57"/>
                <a:gd name="T57" fmla="*/ 60 h 243"/>
                <a:gd name="T58" fmla="*/ 0 w 57"/>
                <a:gd name="T59" fmla="*/ 61 h 24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57"/>
                <a:gd name="T91" fmla="*/ 0 h 243"/>
                <a:gd name="T92" fmla="*/ 57 w 57"/>
                <a:gd name="T93" fmla="*/ 243 h 243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57" h="243">
                  <a:moveTo>
                    <a:pt x="1" y="243"/>
                  </a:moveTo>
                  <a:lnTo>
                    <a:pt x="15" y="242"/>
                  </a:lnTo>
                  <a:lnTo>
                    <a:pt x="14" y="237"/>
                  </a:lnTo>
                  <a:lnTo>
                    <a:pt x="14" y="232"/>
                  </a:lnTo>
                  <a:lnTo>
                    <a:pt x="14" y="228"/>
                  </a:lnTo>
                  <a:lnTo>
                    <a:pt x="15" y="223"/>
                  </a:lnTo>
                  <a:lnTo>
                    <a:pt x="19" y="194"/>
                  </a:lnTo>
                  <a:lnTo>
                    <a:pt x="24" y="166"/>
                  </a:lnTo>
                  <a:lnTo>
                    <a:pt x="31" y="138"/>
                  </a:lnTo>
                  <a:lnTo>
                    <a:pt x="38" y="111"/>
                  </a:lnTo>
                  <a:lnTo>
                    <a:pt x="45" y="84"/>
                  </a:lnTo>
                  <a:lnTo>
                    <a:pt x="52" y="56"/>
                  </a:lnTo>
                  <a:lnTo>
                    <a:pt x="56" y="28"/>
                  </a:lnTo>
                  <a:lnTo>
                    <a:pt x="57" y="0"/>
                  </a:lnTo>
                  <a:lnTo>
                    <a:pt x="53" y="1"/>
                  </a:lnTo>
                  <a:lnTo>
                    <a:pt x="50" y="1"/>
                  </a:lnTo>
                  <a:lnTo>
                    <a:pt x="45" y="2"/>
                  </a:lnTo>
                  <a:lnTo>
                    <a:pt x="42" y="2"/>
                  </a:lnTo>
                  <a:lnTo>
                    <a:pt x="39" y="30"/>
                  </a:lnTo>
                  <a:lnTo>
                    <a:pt x="35" y="57"/>
                  </a:lnTo>
                  <a:lnTo>
                    <a:pt x="28" y="85"/>
                  </a:lnTo>
                  <a:lnTo>
                    <a:pt x="21" y="113"/>
                  </a:lnTo>
                  <a:lnTo>
                    <a:pt x="14" y="139"/>
                  </a:lnTo>
                  <a:lnTo>
                    <a:pt x="7" y="167"/>
                  </a:lnTo>
                  <a:lnTo>
                    <a:pt x="3" y="195"/>
                  </a:lnTo>
                  <a:lnTo>
                    <a:pt x="0" y="224"/>
                  </a:lnTo>
                  <a:lnTo>
                    <a:pt x="0" y="229"/>
                  </a:lnTo>
                  <a:lnTo>
                    <a:pt x="1" y="234"/>
                  </a:lnTo>
                  <a:lnTo>
                    <a:pt x="1" y="238"/>
                  </a:lnTo>
                  <a:lnTo>
                    <a:pt x="1" y="243"/>
                  </a:lnTo>
                  <a:close/>
                </a:path>
              </a:pathLst>
            </a:custGeom>
            <a:solidFill>
              <a:srgbClr val="1426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 flipH="1">
              <a:off x="1986" y="960"/>
              <a:ext cx="148" cy="301"/>
            </a:xfrm>
            <a:custGeom>
              <a:avLst/>
              <a:gdLst>
                <a:gd name="T0" fmla="*/ 28 w 296"/>
                <a:gd name="T1" fmla="*/ 151 h 602"/>
                <a:gd name="T2" fmla="*/ 29 w 296"/>
                <a:gd name="T3" fmla="*/ 151 h 602"/>
                <a:gd name="T4" fmla="*/ 31 w 296"/>
                <a:gd name="T5" fmla="*/ 150 h 602"/>
                <a:gd name="T6" fmla="*/ 35 w 296"/>
                <a:gd name="T7" fmla="*/ 148 h 602"/>
                <a:gd name="T8" fmla="*/ 38 w 296"/>
                <a:gd name="T9" fmla="*/ 146 h 602"/>
                <a:gd name="T10" fmla="*/ 42 w 296"/>
                <a:gd name="T11" fmla="*/ 142 h 602"/>
                <a:gd name="T12" fmla="*/ 47 w 296"/>
                <a:gd name="T13" fmla="*/ 138 h 602"/>
                <a:gd name="T14" fmla="*/ 52 w 296"/>
                <a:gd name="T15" fmla="*/ 132 h 602"/>
                <a:gd name="T16" fmla="*/ 58 w 296"/>
                <a:gd name="T17" fmla="*/ 124 h 602"/>
                <a:gd name="T18" fmla="*/ 62 w 296"/>
                <a:gd name="T19" fmla="*/ 115 h 602"/>
                <a:gd name="T20" fmla="*/ 67 w 296"/>
                <a:gd name="T21" fmla="*/ 105 h 602"/>
                <a:gd name="T22" fmla="*/ 71 w 296"/>
                <a:gd name="T23" fmla="*/ 92 h 602"/>
                <a:gd name="T24" fmla="*/ 73 w 296"/>
                <a:gd name="T25" fmla="*/ 78 h 602"/>
                <a:gd name="T26" fmla="*/ 74 w 296"/>
                <a:gd name="T27" fmla="*/ 62 h 602"/>
                <a:gd name="T28" fmla="*/ 74 w 296"/>
                <a:gd name="T29" fmla="*/ 44 h 602"/>
                <a:gd name="T30" fmla="*/ 72 w 296"/>
                <a:gd name="T31" fmla="*/ 23 h 602"/>
                <a:gd name="T32" fmla="*/ 68 w 296"/>
                <a:gd name="T33" fmla="*/ 0 h 602"/>
                <a:gd name="T34" fmla="*/ 54 w 296"/>
                <a:gd name="T35" fmla="*/ 12 h 602"/>
                <a:gd name="T36" fmla="*/ 0 w 296"/>
                <a:gd name="T37" fmla="*/ 143 h 602"/>
                <a:gd name="T38" fmla="*/ 28 w 296"/>
                <a:gd name="T39" fmla="*/ 151 h 60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96"/>
                <a:gd name="T61" fmla="*/ 0 h 602"/>
                <a:gd name="T62" fmla="*/ 296 w 296"/>
                <a:gd name="T63" fmla="*/ 602 h 602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96" h="602">
                  <a:moveTo>
                    <a:pt x="112" y="602"/>
                  </a:moveTo>
                  <a:lnTo>
                    <a:pt x="116" y="601"/>
                  </a:lnTo>
                  <a:lnTo>
                    <a:pt x="124" y="597"/>
                  </a:lnTo>
                  <a:lnTo>
                    <a:pt x="137" y="592"/>
                  </a:lnTo>
                  <a:lnTo>
                    <a:pt x="153" y="581"/>
                  </a:lnTo>
                  <a:lnTo>
                    <a:pt x="171" y="567"/>
                  </a:lnTo>
                  <a:lnTo>
                    <a:pt x="191" y="549"/>
                  </a:lnTo>
                  <a:lnTo>
                    <a:pt x="211" y="526"/>
                  </a:lnTo>
                  <a:lnTo>
                    <a:pt x="232" y="497"/>
                  </a:lnTo>
                  <a:lnTo>
                    <a:pt x="251" y="461"/>
                  </a:lnTo>
                  <a:lnTo>
                    <a:pt x="268" y="420"/>
                  </a:lnTo>
                  <a:lnTo>
                    <a:pt x="282" y="371"/>
                  </a:lnTo>
                  <a:lnTo>
                    <a:pt x="291" y="315"/>
                  </a:lnTo>
                  <a:lnTo>
                    <a:pt x="296" y="249"/>
                  </a:lnTo>
                  <a:lnTo>
                    <a:pt x="294" y="176"/>
                  </a:lnTo>
                  <a:lnTo>
                    <a:pt x="286" y="94"/>
                  </a:lnTo>
                  <a:lnTo>
                    <a:pt x="270" y="0"/>
                  </a:lnTo>
                  <a:lnTo>
                    <a:pt x="217" y="48"/>
                  </a:lnTo>
                  <a:lnTo>
                    <a:pt x="0" y="572"/>
                  </a:lnTo>
                  <a:lnTo>
                    <a:pt x="112" y="602"/>
                  </a:lnTo>
                  <a:close/>
                </a:path>
              </a:pathLst>
            </a:custGeom>
            <a:solidFill>
              <a:srgbClr val="0000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 flipH="1">
              <a:off x="2137" y="1145"/>
              <a:ext cx="285" cy="345"/>
            </a:xfrm>
            <a:custGeom>
              <a:avLst/>
              <a:gdLst>
                <a:gd name="T0" fmla="*/ 15 w 570"/>
                <a:gd name="T1" fmla="*/ 0 h 691"/>
                <a:gd name="T2" fmla="*/ 9 w 570"/>
                <a:gd name="T3" fmla="*/ 30 h 691"/>
                <a:gd name="T4" fmla="*/ 12 w 570"/>
                <a:gd name="T5" fmla="*/ 42 h 691"/>
                <a:gd name="T6" fmla="*/ 0 w 570"/>
                <a:gd name="T7" fmla="*/ 70 h 691"/>
                <a:gd name="T8" fmla="*/ 10 w 570"/>
                <a:gd name="T9" fmla="*/ 76 h 691"/>
                <a:gd name="T10" fmla="*/ 11 w 570"/>
                <a:gd name="T11" fmla="*/ 121 h 691"/>
                <a:gd name="T12" fmla="*/ 35 w 570"/>
                <a:gd name="T13" fmla="*/ 123 h 691"/>
                <a:gd name="T14" fmla="*/ 41 w 570"/>
                <a:gd name="T15" fmla="*/ 169 h 691"/>
                <a:gd name="T16" fmla="*/ 135 w 570"/>
                <a:gd name="T17" fmla="*/ 172 h 691"/>
                <a:gd name="T18" fmla="*/ 134 w 570"/>
                <a:gd name="T19" fmla="*/ 86 h 691"/>
                <a:gd name="T20" fmla="*/ 143 w 570"/>
                <a:gd name="T21" fmla="*/ 50 h 691"/>
                <a:gd name="T22" fmla="*/ 15 w 570"/>
                <a:gd name="T23" fmla="*/ 0 h 6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70"/>
                <a:gd name="T37" fmla="*/ 0 h 691"/>
                <a:gd name="T38" fmla="*/ 570 w 570"/>
                <a:gd name="T39" fmla="*/ 691 h 6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70" h="691">
                  <a:moveTo>
                    <a:pt x="61" y="0"/>
                  </a:moveTo>
                  <a:lnTo>
                    <a:pt x="33" y="122"/>
                  </a:lnTo>
                  <a:lnTo>
                    <a:pt x="48" y="170"/>
                  </a:lnTo>
                  <a:lnTo>
                    <a:pt x="0" y="280"/>
                  </a:lnTo>
                  <a:lnTo>
                    <a:pt x="42" y="304"/>
                  </a:lnTo>
                  <a:lnTo>
                    <a:pt x="46" y="487"/>
                  </a:lnTo>
                  <a:lnTo>
                    <a:pt x="139" y="492"/>
                  </a:lnTo>
                  <a:lnTo>
                    <a:pt x="166" y="678"/>
                  </a:lnTo>
                  <a:lnTo>
                    <a:pt x="538" y="691"/>
                  </a:lnTo>
                  <a:lnTo>
                    <a:pt x="535" y="344"/>
                  </a:lnTo>
                  <a:lnTo>
                    <a:pt x="570" y="202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 flipH="1">
              <a:off x="2207" y="1216"/>
              <a:ext cx="170" cy="57"/>
            </a:xfrm>
            <a:custGeom>
              <a:avLst/>
              <a:gdLst>
                <a:gd name="T0" fmla="*/ 86 w 338"/>
                <a:gd name="T1" fmla="*/ 11 h 114"/>
                <a:gd name="T2" fmla="*/ 26 w 338"/>
                <a:gd name="T3" fmla="*/ 11 h 114"/>
                <a:gd name="T4" fmla="*/ 26 w 338"/>
                <a:gd name="T5" fmla="*/ 9 h 114"/>
                <a:gd name="T6" fmla="*/ 24 w 338"/>
                <a:gd name="T7" fmla="*/ 7 h 114"/>
                <a:gd name="T8" fmla="*/ 23 w 338"/>
                <a:gd name="T9" fmla="*/ 5 h 114"/>
                <a:gd name="T10" fmla="*/ 22 w 338"/>
                <a:gd name="T11" fmla="*/ 4 h 114"/>
                <a:gd name="T12" fmla="*/ 20 w 338"/>
                <a:gd name="T13" fmla="*/ 2 h 114"/>
                <a:gd name="T14" fmla="*/ 18 w 338"/>
                <a:gd name="T15" fmla="*/ 1 h 114"/>
                <a:gd name="T16" fmla="*/ 16 w 338"/>
                <a:gd name="T17" fmla="*/ 1 h 114"/>
                <a:gd name="T18" fmla="*/ 14 w 338"/>
                <a:gd name="T19" fmla="*/ 0 h 114"/>
                <a:gd name="T20" fmla="*/ 11 w 338"/>
                <a:gd name="T21" fmla="*/ 1 h 114"/>
                <a:gd name="T22" fmla="*/ 8 w 338"/>
                <a:gd name="T23" fmla="*/ 2 h 114"/>
                <a:gd name="T24" fmla="*/ 6 w 338"/>
                <a:gd name="T25" fmla="*/ 3 h 114"/>
                <a:gd name="T26" fmla="*/ 4 w 338"/>
                <a:gd name="T27" fmla="*/ 4 h 114"/>
                <a:gd name="T28" fmla="*/ 3 w 338"/>
                <a:gd name="T29" fmla="*/ 7 h 114"/>
                <a:gd name="T30" fmla="*/ 1 w 338"/>
                <a:gd name="T31" fmla="*/ 9 h 114"/>
                <a:gd name="T32" fmla="*/ 1 w 338"/>
                <a:gd name="T33" fmla="*/ 12 h 114"/>
                <a:gd name="T34" fmla="*/ 0 w 338"/>
                <a:gd name="T35" fmla="*/ 14 h 114"/>
                <a:gd name="T36" fmla="*/ 1 w 338"/>
                <a:gd name="T37" fmla="*/ 17 h 114"/>
                <a:gd name="T38" fmla="*/ 1 w 338"/>
                <a:gd name="T39" fmla="*/ 20 h 114"/>
                <a:gd name="T40" fmla="*/ 3 w 338"/>
                <a:gd name="T41" fmla="*/ 23 h 114"/>
                <a:gd name="T42" fmla="*/ 4 w 338"/>
                <a:gd name="T43" fmla="*/ 25 h 114"/>
                <a:gd name="T44" fmla="*/ 6 w 338"/>
                <a:gd name="T45" fmla="*/ 27 h 114"/>
                <a:gd name="T46" fmla="*/ 8 w 338"/>
                <a:gd name="T47" fmla="*/ 28 h 114"/>
                <a:gd name="T48" fmla="*/ 11 w 338"/>
                <a:gd name="T49" fmla="*/ 29 h 114"/>
                <a:gd name="T50" fmla="*/ 14 w 338"/>
                <a:gd name="T51" fmla="*/ 29 h 114"/>
                <a:gd name="T52" fmla="*/ 16 w 338"/>
                <a:gd name="T53" fmla="*/ 29 h 114"/>
                <a:gd name="T54" fmla="*/ 19 w 338"/>
                <a:gd name="T55" fmla="*/ 28 h 114"/>
                <a:gd name="T56" fmla="*/ 21 w 338"/>
                <a:gd name="T57" fmla="*/ 27 h 114"/>
                <a:gd name="T58" fmla="*/ 23 w 338"/>
                <a:gd name="T59" fmla="*/ 25 h 114"/>
                <a:gd name="T60" fmla="*/ 24 w 338"/>
                <a:gd name="T61" fmla="*/ 23 h 114"/>
                <a:gd name="T62" fmla="*/ 26 w 338"/>
                <a:gd name="T63" fmla="*/ 20 h 114"/>
                <a:gd name="T64" fmla="*/ 26 w 338"/>
                <a:gd name="T65" fmla="*/ 18 h 114"/>
                <a:gd name="T66" fmla="*/ 27 w 338"/>
                <a:gd name="T67" fmla="*/ 14 h 114"/>
                <a:gd name="T68" fmla="*/ 86 w 338"/>
                <a:gd name="T69" fmla="*/ 14 h 114"/>
                <a:gd name="T70" fmla="*/ 86 w 338"/>
                <a:gd name="T71" fmla="*/ 11 h 11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38"/>
                <a:gd name="T109" fmla="*/ 0 h 114"/>
                <a:gd name="T110" fmla="*/ 338 w 338"/>
                <a:gd name="T111" fmla="*/ 114 h 11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38" h="114">
                  <a:moveTo>
                    <a:pt x="338" y="43"/>
                  </a:moveTo>
                  <a:lnTo>
                    <a:pt x="103" y="43"/>
                  </a:lnTo>
                  <a:lnTo>
                    <a:pt x="101" y="33"/>
                  </a:lnTo>
                  <a:lnTo>
                    <a:pt x="96" y="25"/>
                  </a:lnTo>
                  <a:lnTo>
                    <a:pt x="91" y="18"/>
                  </a:lnTo>
                  <a:lnTo>
                    <a:pt x="85" y="13"/>
                  </a:lnTo>
                  <a:lnTo>
                    <a:pt x="78" y="7"/>
                  </a:lnTo>
                  <a:lnTo>
                    <a:pt x="70" y="3"/>
                  </a:lnTo>
                  <a:lnTo>
                    <a:pt x="62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32" y="5"/>
                  </a:lnTo>
                  <a:lnTo>
                    <a:pt x="23" y="9"/>
                  </a:lnTo>
                  <a:lnTo>
                    <a:pt x="16" y="16"/>
                  </a:lnTo>
                  <a:lnTo>
                    <a:pt x="9" y="25"/>
                  </a:lnTo>
                  <a:lnTo>
                    <a:pt x="4" y="35"/>
                  </a:lnTo>
                  <a:lnTo>
                    <a:pt x="1" y="45"/>
                  </a:lnTo>
                  <a:lnTo>
                    <a:pt x="0" y="56"/>
                  </a:lnTo>
                  <a:lnTo>
                    <a:pt x="1" y="68"/>
                  </a:lnTo>
                  <a:lnTo>
                    <a:pt x="4" y="80"/>
                  </a:lnTo>
                  <a:lnTo>
                    <a:pt x="9" y="89"/>
                  </a:lnTo>
                  <a:lnTo>
                    <a:pt x="16" y="97"/>
                  </a:lnTo>
                  <a:lnTo>
                    <a:pt x="23" y="105"/>
                  </a:lnTo>
                  <a:lnTo>
                    <a:pt x="32" y="109"/>
                  </a:lnTo>
                  <a:lnTo>
                    <a:pt x="42" y="113"/>
                  </a:lnTo>
                  <a:lnTo>
                    <a:pt x="53" y="114"/>
                  </a:lnTo>
                  <a:lnTo>
                    <a:pt x="63" y="113"/>
                  </a:lnTo>
                  <a:lnTo>
                    <a:pt x="73" y="109"/>
                  </a:lnTo>
                  <a:lnTo>
                    <a:pt x="83" y="105"/>
                  </a:lnTo>
                  <a:lnTo>
                    <a:pt x="90" y="98"/>
                  </a:lnTo>
                  <a:lnTo>
                    <a:pt x="96" y="89"/>
                  </a:lnTo>
                  <a:lnTo>
                    <a:pt x="101" y="80"/>
                  </a:lnTo>
                  <a:lnTo>
                    <a:pt x="104" y="69"/>
                  </a:lnTo>
                  <a:lnTo>
                    <a:pt x="106" y="58"/>
                  </a:lnTo>
                  <a:lnTo>
                    <a:pt x="338" y="58"/>
                  </a:lnTo>
                  <a:lnTo>
                    <a:pt x="338" y="4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 flipH="1">
              <a:off x="2092" y="906"/>
              <a:ext cx="315" cy="266"/>
            </a:xfrm>
            <a:custGeom>
              <a:avLst/>
              <a:gdLst>
                <a:gd name="T0" fmla="*/ 155 w 630"/>
                <a:gd name="T1" fmla="*/ 84 h 532"/>
                <a:gd name="T2" fmla="*/ 149 w 630"/>
                <a:gd name="T3" fmla="*/ 77 h 532"/>
                <a:gd name="T4" fmla="*/ 145 w 630"/>
                <a:gd name="T5" fmla="*/ 66 h 532"/>
                <a:gd name="T6" fmla="*/ 142 w 630"/>
                <a:gd name="T7" fmla="*/ 59 h 532"/>
                <a:gd name="T8" fmla="*/ 136 w 630"/>
                <a:gd name="T9" fmla="*/ 50 h 532"/>
                <a:gd name="T10" fmla="*/ 133 w 630"/>
                <a:gd name="T11" fmla="*/ 41 h 532"/>
                <a:gd name="T12" fmla="*/ 130 w 630"/>
                <a:gd name="T13" fmla="*/ 34 h 532"/>
                <a:gd name="T14" fmla="*/ 122 w 630"/>
                <a:gd name="T15" fmla="*/ 29 h 532"/>
                <a:gd name="T16" fmla="*/ 118 w 630"/>
                <a:gd name="T17" fmla="*/ 23 h 532"/>
                <a:gd name="T18" fmla="*/ 114 w 630"/>
                <a:gd name="T19" fmla="*/ 19 h 532"/>
                <a:gd name="T20" fmla="*/ 109 w 630"/>
                <a:gd name="T21" fmla="*/ 17 h 532"/>
                <a:gd name="T22" fmla="*/ 102 w 630"/>
                <a:gd name="T23" fmla="*/ 10 h 532"/>
                <a:gd name="T24" fmla="*/ 95 w 630"/>
                <a:gd name="T25" fmla="*/ 8 h 532"/>
                <a:gd name="T26" fmla="*/ 89 w 630"/>
                <a:gd name="T27" fmla="*/ 8 h 532"/>
                <a:gd name="T28" fmla="*/ 82 w 630"/>
                <a:gd name="T29" fmla="*/ 4 h 532"/>
                <a:gd name="T30" fmla="*/ 75 w 630"/>
                <a:gd name="T31" fmla="*/ 1 h 532"/>
                <a:gd name="T32" fmla="*/ 71 w 630"/>
                <a:gd name="T33" fmla="*/ 1 h 532"/>
                <a:gd name="T34" fmla="*/ 66 w 630"/>
                <a:gd name="T35" fmla="*/ 1 h 532"/>
                <a:gd name="T36" fmla="*/ 57 w 630"/>
                <a:gd name="T37" fmla="*/ 1 h 532"/>
                <a:gd name="T38" fmla="*/ 53 w 630"/>
                <a:gd name="T39" fmla="*/ 1 h 532"/>
                <a:gd name="T40" fmla="*/ 49 w 630"/>
                <a:gd name="T41" fmla="*/ 1 h 532"/>
                <a:gd name="T42" fmla="*/ 44 w 630"/>
                <a:gd name="T43" fmla="*/ 0 h 532"/>
                <a:gd name="T44" fmla="*/ 39 w 630"/>
                <a:gd name="T45" fmla="*/ 1 h 532"/>
                <a:gd name="T46" fmla="*/ 34 w 630"/>
                <a:gd name="T47" fmla="*/ 6 h 532"/>
                <a:gd name="T48" fmla="*/ 26 w 630"/>
                <a:gd name="T49" fmla="*/ 10 h 532"/>
                <a:gd name="T50" fmla="*/ 20 w 630"/>
                <a:gd name="T51" fmla="*/ 21 h 532"/>
                <a:gd name="T52" fmla="*/ 18 w 630"/>
                <a:gd name="T53" fmla="*/ 26 h 532"/>
                <a:gd name="T54" fmla="*/ 13 w 630"/>
                <a:gd name="T55" fmla="*/ 33 h 532"/>
                <a:gd name="T56" fmla="*/ 10 w 630"/>
                <a:gd name="T57" fmla="*/ 43 h 532"/>
                <a:gd name="T58" fmla="*/ 5 w 630"/>
                <a:gd name="T59" fmla="*/ 50 h 532"/>
                <a:gd name="T60" fmla="*/ 1 w 630"/>
                <a:gd name="T61" fmla="*/ 64 h 532"/>
                <a:gd name="T62" fmla="*/ 1 w 630"/>
                <a:gd name="T63" fmla="*/ 75 h 532"/>
                <a:gd name="T64" fmla="*/ 2 w 630"/>
                <a:gd name="T65" fmla="*/ 88 h 532"/>
                <a:gd name="T66" fmla="*/ 6 w 630"/>
                <a:gd name="T67" fmla="*/ 93 h 532"/>
                <a:gd name="T68" fmla="*/ 9 w 630"/>
                <a:gd name="T69" fmla="*/ 98 h 532"/>
                <a:gd name="T70" fmla="*/ 13 w 630"/>
                <a:gd name="T71" fmla="*/ 105 h 532"/>
                <a:gd name="T72" fmla="*/ 20 w 630"/>
                <a:gd name="T73" fmla="*/ 108 h 532"/>
                <a:gd name="T74" fmla="*/ 27 w 630"/>
                <a:gd name="T75" fmla="*/ 108 h 532"/>
                <a:gd name="T76" fmla="*/ 38 w 630"/>
                <a:gd name="T77" fmla="*/ 115 h 532"/>
                <a:gd name="T78" fmla="*/ 51 w 630"/>
                <a:gd name="T79" fmla="*/ 118 h 532"/>
                <a:gd name="T80" fmla="*/ 60 w 630"/>
                <a:gd name="T81" fmla="*/ 121 h 532"/>
                <a:gd name="T82" fmla="*/ 66 w 630"/>
                <a:gd name="T83" fmla="*/ 122 h 532"/>
                <a:gd name="T84" fmla="*/ 71 w 630"/>
                <a:gd name="T85" fmla="*/ 122 h 532"/>
                <a:gd name="T86" fmla="*/ 75 w 630"/>
                <a:gd name="T87" fmla="*/ 121 h 532"/>
                <a:gd name="T88" fmla="*/ 82 w 630"/>
                <a:gd name="T89" fmla="*/ 125 h 532"/>
                <a:gd name="T90" fmla="*/ 89 w 630"/>
                <a:gd name="T91" fmla="*/ 126 h 532"/>
                <a:gd name="T92" fmla="*/ 95 w 630"/>
                <a:gd name="T93" fmla="*/ 130 h 532"/>
                <a:gd name="T94" fmla="*/ 104 w 630"/>
                <a:gd name="T95" fmla="*/ 133 h 532"/>
                <a:gd name="T96" fmla="*/ 110 w 630"/>
                <a:gd name="T97" fmla="*/ 131 h 532"/>
                <a:gd name="T98" fmla="*/ 113 w 630"/>
                <a:gd name="T99" fmla="*/ 129 h 532"/>
                <a:gd name="T100" fmla="*/ 117 w 630"/>
                <a:gd name="T101" fmla="*/ 132 h 532"/>
                <a:gd name="T102" fmla="*/ 122 w 630"/>
                <a:gd name="T103" fmla="*/ 133 h 532"/>
                <a:gd name="T104" fmla="*/ 127 w 630"/>
                <a:gd name="T105" fmla="*/ 133 h 532"/>
                <a:gd name="T106" fmla="*/ 132 w 630"/>
                <a:gd name="T107" fmla="*/ 131 h 532"/>
                <a:gd name="T108" fmla="*/ 138 w 630"/>
                <a:gd name="T109" fmla="*/ 129 h 532"/>
                <a:gd name="T110" fmla="*/ 143 w 630"/>
                <a:gd name="T111" fmla="*/ 126 h 532"/>
                <a:gd name="T112" fmla="*/ 145 w 630"/>
                <a:gd name="T113" fmla="*/ 121 h 532"/>
                <a:gd name="T114" fmla="*/ 150 w 630"/>
                <a:gd name="T115" fmla="*/ 118 h 532"/>
                <a:gd name="T116" fmla="*/ 155 w 630"/>
                <a:gd name="T117" fmla="*/ 107 h 532"/>
                <a:gd name="T118" fmla="*/ 158 w 630"/>
                <a:gd name="T119" fmla="*/ 94 h 53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30"/>
                <a:gd name="T181" fmla="*/ 0 h 532"/>
                <a:gd name="T182" fmla="*/ 630 w 630"/>
                <a:gd name="T183" fmla="*/ 532 h 532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30" h="532">
                  <a:moveTo>
                    <a:pt x="629" y="360"/>
                  </a:moveTo>
                  <a:lnTo>
                    <a:pt x="626" y="352"/>
                  </a:lnTo>
                  <a:lnTo>
                    <a:pt x="624" y="343"/>
                  </a:lnTo>
                  <a:lnTo>
                    <a:pt x="619" y="337"/>
                  </a:lnTo>
                  <a:lnTo>
                    <a:pt x="615" y="330"/>
                  </a:lnTo>
                  <a:lnTo>
                    <a:pt x="609" y="323"/>
                  </a:lnTo>
                  <a:lnTo>
                    <a:pt x="603" y="316"/>
                  </a:lnTo>
                  <a:lnTo>
                    <a:pt x="595" y="309"/>
                  </a:lnTo>
                  <a:lnTo>
                    <a:pt x="587" y="303"/>
                  </a:lnTo>
                  <a:lnTo>
                    <a:pt x="586" y="289"/>
                  </a:lnTo>
                  <a:lnTo>
                    <a:pt x="583" y="275"/>
                  </a:lnTo>
                  <a:lnTo>
                    <a:pt x="577" y="263"/>
                  </a:lnTo>
                  <a:lnTo>
                    <a:pt x="566" y="249"/>
                  </a:lnTo>
                  <a:lnTo>
                    <a:pt x="566" y="245"/>
                  </a:lnTo>
                  <a:lnTo>
                    <a:pt x="566" y="241"/>
                  </a:lnTo>
                  <a:lnTo>
                    <a:pt x="566" y="237"/>
                  </a:lnTo>
                  <a:lnTo>
                    <a:pt x="565" y="234"/>
                  </a:lnTo>
                  <a:lnTo>
                    <a:pt x="561" y="221"/>
                  </a:lnTo>
                  <a:lnTo>
                    <a:pt x="553" y="211"/>
                  </a:lnTo>
                  <a:lnTo>
                    <a:pt x="543" y="202"/>
                  </a:lnTo>
                  <a:lnTo>
                    <a:pt x="533" y="195"/>
                  </a:lnTo>
                  <a:lnTo>
                    <a:pt x="534" y="186"/>
                  </a:lnTo>
                  <a:lnTo>
                    <a:pt x="534" y="175"/>
                  </a:lnTo>
                  <a:lnTo>
                    <a:pt x="532" y="165"/>
                  </a:lnTo>
                  <a:lnTo>
                    <a:pt x="528" y="154"/>
                  </a:lnTo>
                  <a:lnTo>
                    <a:pt x="525" y="148"/>
                  </a:lnTo>
                  <a:lnTo>
                    <a:pt x="522" y="142"/>
                  </a:lnTo>
                  <a:lnTo>
                    <a:pt x="517" y="136"/>
                  </a:lnTo>
                  <a:lnTo>
                    <a:pt x="511" y="130"/>
                  </a:lnTo>
                  <a:lnTo>
                    <a:pt x="505" y="126"/>
                  </a:lnTo>
                  <a:lnTo>
                    <a:pt x="498" y="121"/>
                  </a:lnTo>
                  <a:lnTo>
                    <a:pt x="490" y="118"/>
                  </a:lnTo>
                  <a:lnTo>
                    <a:pt x="482" y="114"/>
                  </a:lnTo>
                  <a:lnTo>
                    <a:pt x="480" y="107"/>
                  </a:lnTo>
                  <a:lnTo>
                    <a:pt x="477" y="99"/>
                  </a:lnTo>
                  <a:lnTo>
                    <a:pt x="472" y="92"/>
                  </a:lnTo>
                  <a:lnTo>
                    <a:pt x="466" y="85"/>
                  </a:lnTo>
                  <a:lnTo>
                    <a:pt x="464" y="83"/>
                  </a:lnTo>
                  <a:lnTo>
                    <a:pt x="460" y="80"/>
                  </a:lnTo>
                  <a:lnTo>
                    <a:pt x="457" y="77"/>
                  </a:lnTo>
                  <a:lnTo>
                    <a:pt x="452" y="75"/>
                  </a:lnTo>
                  <a:lnTo>
                    <a:pt x="448" y="73"/>
                  </a:lnTo>
                  <a:lnTo>
                    <a:pt x="442" y="70"/>
                  </a:lnTo>
                  <a:lnTo>
                    <a:pt x="436" y="69"/>
                  </a:lnTo>
                  <a:lnTo>
                    <a:pt x="431" y="68"/>
                  </a:lnTo>
                  <a:lnTo>
                    <a:pt x="425" y="59"/>
                  </a:lnTo>
                  <a:lnTo>
                    <a:pt x="418" y="51"/>
                  </a:lnTo>
                  <a:lnTo>
                    <a:pt x="409" y="43"/>
                  </a:lnTo>
                  <a:lnTo>
                    <a:pt x="397" y="37"/>
                  </a:lnTo>
                  <a:lnTo>
                    <a:pt x="391" y="35"/>
                  </a:lnTo>
                  <a:lnTo>
                    <a:pt x="386" y="33"/>
                  </a:lnTo>
                  <a:lnTo>
                    <a:pt x="380" y="32"/>
                  </a:lnTo>
                  <a:lnTo>
                    <a:pt x="374" y="32"/>
                  </a:lnTo>
                  <a:lnTo>
                    <a:pt x="368" y="32"/>
                  </a:lnTo>
                  <a:lnTo>
                    <a:pt x="363" y="33"/>
                  </a:lnTo>
                  <a:lnTo>
                    <a:pt x="357" y="35"/>
                  </a:lnTo>
                  <a:lnTo>
                    <a:pt x="350" y="37"/>
                  </a:lnTo>
                  <a:lnTo>
                    <a:pt x="344" y="30"/>
                  </a:lnTo>
                  <a:lnTo>
                    <a:pt x="338" y="24"/>
                  </a:lnTo>
                  <a:lnTo>
                    <a:pt x="331" y="18"/>
                  </a:lnTo>
                  <a:lnTo>
                    <a:pt x="325" y="14"/>
                  </a:lnTo>
                  <a:lnTo>
                    <a:pt x="317" y="10"/>
                  </a:lnTo>
                  <a:lnTo>
                    <a:pt x="308" y="7"/>
                  </a:lnTo>
                  <a:lnTo>
                    <a:pt x="300" y="5"/>
                  </a:lnTo>
                  <a:lnTo>
                    <a:pt x="291" y="4"/>
                  </a:lnTo>
                  <a:lnTo>
                    <a:pt x="289" y="4"/>
                  </a:lnTo>
                  <a:lnTo>
                    <a:pt x="285" y="4"/>
                  </a:lnTo>
                  <a:lnTo>
                    <a:pt x="282" y="4"/>
                  </a:lnTo>
                  <a:lnTo>
                    <a:pt x="277" y="4"/>
                  </a:lnTo>
                  <a:lnTo>
                    <a:pt x="273" y="5"/>
                  </a:lnTo>
                  <a:lnTo>
                    <a:pt x="267" y="6"/>
                  </a:lnTo>
                  <a:lnTo>
                    <a:pt x="261" y="7"/>
                  </a:lnTo>
                  <a:lnTo>
                    <a:pt x="255" y="9"/>
                  </a:lnTo>
                  <a:lnTo>
                    <a:pt x="247" y="6"/>
                  </a:lnTo>
                  <a:lnTo>
                    <a:pt x="239" y="5"/>
                  </a:lnTo>
                  <a:lnTo>
                    <a:pt x="231" y="4"/>
                  </a:lnTo>
                  <a:lnTo>
                    <a:pt x="223" y="4"/>
                  </a:lnTo>
                  <a:lnTo>
                    <a:pt x="221" y="5"/>
                  </a:lnTo>
                  <a:lnTo>
                    <a:pt x="217" y="5"/>
                  </a:lnTo>
                  <a:lnTo>
                    <a:pt x="214" y="6"/>
                  </a:lnTo>
                  <a:lnTo>
                    <a:pt x="212" y="7"/>
                  </a:lnTo>
                  <a:lnTo>
                    <a:pt x="208" y="6"/>
                  </a:lnTo>
                  <a:lnTo>
                    <a:pt x="204" y="4"/>
                  </a:lnTo>
                  <a:lnTo>
                    <a:pt x="199" y="2"/>
                  </a:lnTo>
                  <a:lnTo>
                    <a:pt x="194" y="1"/>
                  </a:lnTo>
                  <a:lnTo>
                    <a:pt x="190" y="0"/>
                  </a:lnTo>
                  <a:lnTo>
                    <a:pt x="184" y="0"/>
                  </a:lnTo>
                  <a:lnTo>
                    <a:pt x="178" y="0"/>
                  </a:lnTo>
                  <a:lnTo>
                    <a:pt x="173" y="0"/>
                  </a:lnTo>
                  <a:lnTo>
                    <a:pt x="166" y="1"/>
                  </a:lnTo>
                  <a:lnTo>
                    <a:pt x="160" y="4"/>
                  </a:lnTo>
                  <a:lnTo>
                    <a:pt x="154" y="7"/>
                  </a:lnTo>
                  <a:lnTo>
                    <a:pt x="148" y="10"/>
                  </a:lnTo>
                  <a:lnTo>
                    <a:pt x="143" y="15"/>
                  </a:lnTo>
                  <a:lnTo>
                    <a:pt x="138" y="20"/>
                  </a:lnTo>
                  <a:lnTo>
                    <a:pt x="133" y="25"/>
                  </a:lnTo>
                  <a:lnTo>
                    <a:pt x="129" y="32"/>
                  </a:lnTo>
                  <a:lnTo>
                    <a:pt x="122" y="33"/>
                  </a:lnTo>
                  <a:lnTo>
                    <a:pt x="115" y="36"/>
                  </a:lnTo>
                  <a:lnTo>
                    <a:pt x="107" y="40"/>
                  </a:lnTo>
                  <a:lnTo>
                    <a:pt x="100" y="46"/>
                  </a:lnTo>
                  <a:lnTo>
                    <a:pt x="91" y="57"/>
                  </a:lnTo>
                  <a:lnTo>
                    <a:pt x="84" y="69"/>
                  </a:lnTo>
                  <a:lnTo>
                    <a:pt x="79" y="85"/>
                  </a:lnTo>
                  <a:lnTo>
                    <a:pt x="77" y="103"/>
                  </a:lnTo>
                  <a:lnTo>
                    <a:pt x="75" y="104"/>
                  </a:lnTo>
                  <a:lnTo>
                    <a:pt x="72" y="106"/>
                  </a:lnTo>
                  <a:lnTo>
                    <a:pt x="71" y="107"/>
                  </a:lnTo>
                  <a:lnTo>
                    <a:pt x="69" y="110"/>
                  </a:lnTo>
                  <a:lnTo>
                    <a:pt x="63" y="115"/>
                  </a:lnTo>
                  <a:lnTo>
                    <a:pt x="57" y="122"/>
                  </a:lnTo>
                  <a:lnTo>
                    <a:pt x="52" y="130"/>
                  </a:lnTo>
                  <a:lnTo>
                    <a:pt x="47" y="141"/>
                  </a:lnTo>
                  <a:lnTo>
                    <a:pt x="42" y="151"/>
                  </a:lnTo>
                  <a:lnTo>
                    <a:pt x="39" y="163"/>
                  </a:lnTo>
                  <a:lnTo>
                    <a:pt x="38" y="174"/>
                  </a:lnTo>
                  <a:lnTo>
                    <a:pt x="39" y="187"/>
                  </a:lnTo>
                  <a:lnTo>
                    <a:pt x="32" y="191"/>
                  </a:lnTo>
                  <a:lnTo>
                    <a:pt x="27" y="196"/>
                  </a:lnTo>
                  <a:lnTo>
                    <a:pt x="22" y="202"/>
                  </a:lnTo>
                  <a:lnTo>
                    <a:pt x="18" y="207"/>
                  </a:lnTo>
                  <a:lnTo>
                    <a:pt x="11" y="220"/>
                  </a:lnTo>
                  <a:lnTo>
                    <a:pt x="8" y="236"/>
                  </a:lnTo>
                  <a:lnTo>
                    <a:pt x="7" y="256"/>
                  </a:lnTo>
                  <a:lnTo>
                    <a:pt x="12" y="280"/>
                  </a:lnTo>
                  <a:lnTo>
                    <a:pt x="8" y="286"/>
                  </a:lnTo>
                  <a:lnTo>
                    <a:pt x="4" y="293"/>
                  </a:lnTo>
                  <a:lnTo>
                    <a:pt x="1" y="300"/>
                  </a:lnTo>
                  <a:lnTo>
                    <a:pt x="0" y="307"/>
                  </a:lnTo>
                  <a:lnTo>
                    <a:pt x="0" y="322"/>
                  </a:lnTo>
                  <a:lnTo>
                    <a:pt x="3" y="337"/>
                  </a:lnTo>
                  <a:lnTo>
                    <a:pt x="10" y="353"/>
                  </a:lnTo>
                  <a:lnTo>
                    <a:pt x="21" y="368"/>
                  </a:lnTo>
                  <a:lnTo>
                    <a:pt x="22" y="370"/>
                  </a:lnTo>
                  <a:lnTo>
                    <a:pt x="23" y="372"/>
                  </a:lnTo>
                  <a:lnTo>
                    <a:pt x="25" y="375"/>
                  </a:lnTo>
                  <a:lnTo>
                    <a:pt x="26" y="377"/>
                  </a:lnTo>
                  <a:lnTo>
                    <a:pt x="27" y="383"/>
                  </a:lnTo>
                  <a:lnTo>
                    <a:pt x="30" y="388"/>
                  </a:lnTo>
                  <a:lnTo>
                    <a:pt x="33" y="395"/>
                  </a:lnTo>
                  <a:lnTo>
                    <a:pt x="37" y="401"/>
                  </a:lnTo>
                  <a:lnTo>
                    <a:pt x="41" y="408"/>
                  </a:lnTo>
                  <a:lnTo>
                    <a:pt x="47" y="414"/>
                  </a:lnTo>
                  <a:lnTo>
                    <a:pt x="53" y="421"/>
                  </a:lnTo>
                  <a:lnTo>
                    <a:pt x="61" y="425"/>
                  </a:lnTo>
                  <a:lnTo>
                    <a:pt x="67" y="429"/>
                  </a:lnTo>
                  <a:lnTo>
                    <a:pt x="74" y="431"/>
                  </a:lnTo>
                  <a:lnTo>
                    <a:pt x="80" y="432"/>
                  </a:lnTo>
                  <a:lnTo>
                    <a:pt x="87" y="433"/>
                  </a:lnTo>
                  <a:lnTo>
                    <a:pt x="94" y="433"/>
                  </a:lnTo>
                  <a:lnTo>
                    <a:pt x="101" y="433"/>
                  </a:lnTo>
                  <a:lnTo>
                    <a:pt x="108" y="432"/>
                  </a:lnTo>
                  <a:lnTo>
                    <a:pt x="116" y="431"/>
                  </a:lnTo>
                  <a:lnTo>
                    <a:pt x="128" y="445"/>
                  </a:lnTo>
                  <a:lnTo>
                    <a:pt x="139" y="455"/>
                  </a:lnTo>
                  <a:lnTo>
                    <a:pt x="152" y="463"/>
                  </a:lnTo>
                  <a:lnTo>
                    <a:pt x="166" y="469"/>
                  </a:lnTo>
                  <a:lnTo>
                    <a:pt x="179" y="473"/>
                  </a:lnTo>
                  <a:lnTo>
                    <a:pt x="193" y="475"/>
                  </a:lnTo>
                  <a:lnTo>
                    <a:pt x="207" y="475"/>
                  </a:lnTo>
                  <a:lnTo>
                    <a:pt x="220" y="473"/>
                  </a:lnTo>
                  <a:lnTo>
                    <a:pt x="227" y="478"/>
                  </a:lnTo>
                  <a:lnTo>
                    <a:pt x="234" y="483"/>
                  </a:lnTo>
                  <a:lnTo>
                    <a:pt x="241" y="486"/>
                  </a:lnTo>
                  <a:lnTo>
                    <a:pt x="247" y="489"/>
                  </a:lnTo>
                  <a:lnTo>
                    <a:pt x="253" y="490"/>
                  </a:lnTo>
                  <a:lnTo>
                    <a:pt x="258" y="491"/>
                  </a:lnTo>
                  <a:lnTo>
                    <a:pt x="261" y="491"/>
                  </a:lnTo>
                  <a:lnTo>
                    <a:pt x="262" y="491"/>
                  </a:lnTo>
                  <a:lnTo>
                    <a:pt x="268" y="491"/>
                  </a:lnTo>
                  <a:lnTo>
                    <a:pt x="275" y="491"/>
                  </a:lnTo>
                  <a:lnTo>
                    <a:pt x="281" y="490"/>
                  </a:lnTo>
                  <a:lnTo>
                    <a:pt x="285" y="489"/>
                  </a:lnTo>
                  <a:lnTo>
                    <a:pt x="291" y="487"/>
                  </a:lnTo>
                  <a:lnTo>
                    <a:pt x="296" y="486"/>
                  </a:lnTo>
                  <a:lnTo>
                    <a:pt x="300" y="485"/>
                  </a:lnTo>
                  <a:lnTo>
                    <a:pt x="305" y="483"/>
                  </a:lnTo>
                  <a:lnTo>
                    <a:pt x="312" y="490"/>
                  </a:lnTo>
                  <a:lnTo>
                    <a:pt x="320" y="496"/>
                  </a:lnTo>
                  <a:lnTo>
                    <a:pt x="329" y="500"/>
                  </a:lnTo>
                  <a:lnTo>
                    <a:pt x="337" y="504"/>
                  </a:lnTo>
                  <a:lnTo>
                    <a:pt x="345" y="506"/>
                  </a:lnTo>
                  <a:lnTo>
                    <a:pt x="352" y="507"/>
                  </a:lnTo>
                  <a:lnTo>
                    <a:pt x="359" y="507"/>
                  </a:lnTo>
                  <a:lnTo>
                    <a:pt x="365" y="507"/>
                  </a:lnTo>
                  <a:lnTo>
                    <a:pt x="372" y="513"/>
                  </a:lnTo>
                  <a:lnTo>
                    <a:pt x="379" y="517"/>
                  </a:lnTo>
                  <a:lnTo>
                    <a:pt x="383" y="520"/>
                  </a:lnTo>
                  <a:lnTo>
                    <a:pt x="388" y="522"/>
                  </a:lnTo>
                  <a:lnTo>
                    <a:pt x="397" y="526"/>
                  </a:lnTo>
                  <a:lnTo>
                    <a:pt x="406" y="528"/>
                  </a:lnTo>
                  <a:lnTo>
                    <a:pt x="416" y="529"/>
                  </a:lnTo>
                  <a:lnTo>
                    <a:pt x="424" y="529"/>
                  </a:lnTo>
                  <a:lnTo>
                    <a:pt x="431" y="529"/>
                  </a:lnTo>
                  <a:lnTo>
                    <a:pt x="436" y="527"/>
                  </a:lnTo>
                  <a:lnTo>
                    <a:pt x="443" y="524"/>
                  </a:lnTo>
                  <a:lnTo>
                    <a:pt x="448" y="522"/>
                  </a:lnTo>
                  <a:lnTo>
                    <a:pt x="450" y="520"/>
                  </a:lnTo>
                  <a:lnTo>
                    <a:pt x="452" y="519"/>
                  </a:lnTo>
                  <a:lnTo>
                    <a:pt x="454" y="516"/>
                  </a:lnTo>
                  <a:lnTo>
                    <a:pt x="456" y="515"/>
                  </a:lnTo>
                  <a:lnTo>
                    <a:pt x="460" y="520"/>
                  </a:lnTo>
                  <a:lnTo>
                    <a:pt x="465" y="523"/>
                  </a:lnTo>
                  <a:lnTo>
                    <a:pt x="470" y="526"/>
                  </a:lnTo>
                  <a:lnTo>
                    <a:pt x="474" y="528"/>
                  </a:lnTo>
                  <a:lnTo>
                    <a:pt x="479" y="530"/>
                  </a:lnTo>
                  <a:lnTo>
                    <a:pt x="484" y="531"/>
                  </a:lnTo>
                  <a:lnTo>
                    <a:pt x="488" y="532"/>
                  </a:lnTo>
                  <a:lnTo>
                    <a:pt x="493" y="532"/>
                  </a:lnTo>
                  <a:lnTo>
                    <a:pt x="497" y="532"/>
                  </a:lnTo>
                  <a:lnTo>
                    <a:pt x="503" y="532"/>
                  </a:lnTo>
                  <a:lnTo>
                    <a:pt x="508" y="531"/>
                  </a:lnTo>
                  <a:lnTo>
                    <a:pt x="512" y="529"/>
                  </a:lnTo>
                  <a:lnTo>
                    <a:pt x="517" y="528"/>
                  </a:lnTo>
                  <a:lnTo>
                    <a:pt x="522" y="524"/>
                  </a:lnTo>
                  <a:lnTo>
                    <a:pt x="526" y="522"/>
                  </a:lnTo>
                  <a:lnTo>
                    <a:pt x="531" y="519"/>
                  </a:lnTo>
                  <a:lnTo>
                    <a:pt x="538" y="519"/>
                  </a:lnTo>
                  <a:lnTo>
                    <a:pt x="545" y="517"/>
                  </a:lnTo>
                  <a:lnTo>
                    <a:pt x="550" y="515"/>
                  </a:lnTo>
                  <a:lnTo>
                    <a:pt x="556" y="513"/>
                  </a:lnTo>
                  <a:lnTo>
                    <a:pt x="561" y="511"/>
                  </a:lnTo>
                  <a:lnTo>
                    <a:pt x="565" y="507"/>
                  </a:lnTo>
                  <a:lnTo>
                    <a:pt x="569" y="505"/>
                  </a:lnTo>
                  <a:lnTo>
                    <a:pt x="571" y="501"/>
                  </a:lnTo>
                  <a:lnTo>
                    <a:pt x="575" y="497"/>
                  </a:lnTo>
                  <a:lnTo>
                    <a:pt x="577" y="492"/>
                  </a:lnTo>
                  <a:lnTo>
                    <a:pt x="578" y="487"/>
                  </a:lnTo>
                  <a:lnTo>
                    <a:pt x="580" y="483"/>
                  </a:lnTo>
                  <a:lnTo>
                    <a:pt x="587" y="481"/>
                  </a:lnTo>
                  <a:lnTo>
                    <a:pt x="594" y="477"/>
                  </a:lnTo>
                  <a:lnTo>
                    <a:pt x="600" y="473"/>
                  </a:lnTo>
                  <a:lnTo>
                    <a:pt x="606" y="468"/>
                  </a:lnTo>
                  <a:lnTo>
                    <a:pt x="614" y="456"/>
                  </a:lnTo>
                  <a:lnTo>
                    <a:pt x="618" y="444"/>
                  </a:lnTo>
                  <a:lnTo>
                    <a:pt x="619" y="429"/>
                  </a:lnTo>
                  <a:lnTo>
                    <a:pt x="617" y="413"/>
                  </a:lnTo>
                  <a:lnTo>
                    <a:pt x="623" y="402"/>
                  </a:lnTo>
                  <a:lnTo>
                    <a:pt x="626" y="390"/>
                  </a:lnTo>
                  <a:lnTo>
                    <a:pt x="630" y="376"/>
                  </a:lnTo>
                  <a:lnTo>
                    <a:pt x="629" y="360"/>
                  </a:lnTo>
                  <a:close/>
                </a:path>
              </a:pathLst>
            </a:custGeom>
            <a:solidFill>
              <a:srgbClr val="142677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 flipH="1">
              <a:off x="2181" y="1006"/>
              <a:ext cx="56" cy="107"/>
            </a:xfrm>
            <a:custGeom>
              <a:avLst/>
              <a:gdLst>
                <a:gd name="T0" fmla="*/ 3 w 112"/>
                <a:gd name="T1" fmla="*/ 6 h 213"/>
                <a:gd name="T2" fmla="*/ 4 w 112"/>
                <a:gd name="T3" fmla="*/ 6 h 213"/>
                <a:gd name="T4" fmla="*/ 5 w 112"/>
                <a:gd name="T5" fmla="*/ 6 h 213"/>
                <a:gd name="T6" fmla="*/ 5 w 112"/>
                <a:gd name="T7" fmla="*/ 7 h 213"/>
                <a:gd name="T8" fmla="*/ 5 w 112"/>
                <a:gd name="T9" fmla="*/ 7 h 213"/>
                <a:gd name="T10" fmla="*/ 5 w 112"/>
                <a:gd name="T11" fmla="*/ 8 h 213"/>
                <a:gd name="T12" fmla="*/ 5 w 112"/>
                <a:gd name="T13" fmla="*/ 12 h 213"/>
                <a:gd name="T14" fmla="*/ 7 w 112"/>
                <a:gd name="T15" fmla="*/ 14 h 213"/>
                <a:gd name="T16" fmla="*/ 11 w 112"/>
                <a:gd name="T17" fmla="*/ 13 h 213"/>
                <a:gd name="T18" fmla="*/ 12 w 112"/>
                <a:gd name="T19" fmla="*/ 9 h 213"/>
                <a:gd name="T20" fmla="*/ 14 w 112"/>
                <a:gd name="T21" fmla="*/ 2 h 213"/>
                <a:gd name="T22" fmla="*/ 14 w 112"/>
                <a:gd name="T23" fmla="*/ 1 h 213"/>
                <a:gd name="T24" fmla="*/ 15 w 112"/>
                <a:gd name="T25" fmla="*/ 0 h 213"/>
                <a:gd name="T26" fmla="*/ 16 w 112"/>
                <a:gd name="T27" fmla="*/ 1 h 213"/>
                <a:gd name="T28" fmla="*/ 17 w 112"/>
                <a:gd name="T29" fmla="*/ 1 h 213"/>
                <a:gd name="T30" fmla="*/ 17 w 112"/>
                <a:gd name="T31" fmla="*/ 2 h 213"/>
                <a:gd name="T32" fmla="*/ 17 w 112"/>
                <a:gd name="T33" fmla="*/ 2 h 213"/>
                <a:gd name="T34" fmla="*/ 14 w 112"/>
                <a:gd name="T35" fmla="*/ 5 h 213"/>
                <a:gd name="T36" fmla="*/ 14 w 112"/>
                <a:gd name="T37" fmla="*/ 12 h 213"/>
                <a:gd name="T38" fmla="*/ 15 w 112"/>
                <a:gd name="T39" fmla="*/ 14 h 213"/>
                <a:gd name="T40" fmla="*/ 18 w 112"/>
                <a:gd name="T41" fmla="*/ 16 h 213"/>
                <a:gd name="T42" fmla="*/ 20 w 112"/>
                <a:gd name="T43" fmla="*/ 17 h 213"/>
                <a:gd name="T44" fmla="*/ 24 w 112"/>
                <a:gd name="T45" fmla="*/ 18 h 213"/>
                <a:gd name="T46" fmla="*/ 25 w 112"/>
                <a:gd name="T47" fmla="*/ 23 h 213"/>
                <a:gd name="T48" fmla="*/ 24 w 112"/>
                <a:gd name="T49" fmla="*/ 24 h 213"/>
                <a:gd name="T50" fmla="*/ 22 w 112"/>
                <a:gd name="T51" fmla="*/ 26 h 213"/>
                <a:gd name="T52" fmla="*/ 20 w 112"/>
                <a:gd name="T53" fmla="*/ 31 h 213"/>
                <a:gd name="T54" fmla="*/ 19 w 112"/>
                <a:gd name="T55" fmla="*/ 36 h 213"/>
                <a:gd name="T56" fmla="*/ 21 w 112"/>
                <a:gd name="T57" fmla="*/ 38 h 213"/>
                <a:gd name="T58" fmla="*/ 21 w 112"/>
                <a:gd name="T59" fmla="*/ 40 h 213"/>
                <a:gd name="T60" fmla="*/ 21 w 112"/>
                <a:gd name="T61" fmla="*/ 46 h 213"/>
                <a:gd name="T62" fmla="*/ 24 w 112"/>
                <a:gd name="T63" fmla="*/ 50 h 213"/>
                <a:gd name="T64" fmla="*/ 26 w 112"/>
                <a:gd name="T65" fmla="*/ 51 h 213"/>
                <a:gd name="T66" fmla="*/ 28 w 112"/>
                <a:gd name="T67" fmla="*/ 52 h 213"/>
                <a:gd name="T68" fmla="*/ 28 w 112"/>
                <a:gd name="T69" fmla="*/ 52 h 213"/>
                <a:gd name="T70" fmla="*/ 28 w 112"/>
                <a:gd name="T71" fmla="*/ 53 h 213"/>
                <a:gd name="T72" fmla="*/ 28 w 112"/>
                <a:gd name="T73" fmla="*/ 54 h 213"/>
                <a:gd name="T74" fmla="*/ 26 w 112"/>
                <a:gd name="T75" fmla="*/ 53 h 213"/>
                <a:gd name="T76" fmla="*/ 22 w 112"/>
                <a:gd name="T77" fmla="*/ 52 h 213"/>
                <a:gd name="T78" fmla="*/ 19 w 112"/>
                <a:gd name="T79" fmla="*/ 47 h 213"/>
                <a:gd name="T80" fmla="*/ 19 w 112"/>
                <a:gd name="T81" fmla="*/ 41 h 213"/>
                <a:gd name="T82" fmla="*/ 17 w 112"/>
                <a:gd name="T83" fmla="*/ 34 h 213"/>
                <a:gd name="T84" fmla="*/ 20 w 112"/>
                <a:gd name="T85" fmla="*/ 26 h 213"/>
                <a:gd name="T86" fmla="*/ 22 w 112"/>
                <a:gd name="T87" fmla="*/ 20 h 213"/>
                <a:gd name="T88" fmla="*/ 17 w 112"/>
                <a:gd name="T89" fmla="*/ 18 h 213"/>
                <a:gd name="T90" fmla="*/ 14 w 112"/>
                <a:gd name="T91" fmla="*/ 15 h 213"/>
                <a:gd name="T92" fmla="*/ 14 w 112"/>
                <a:gd name="T93" fmla="*/ 15 h 213"/>
                <a:gd name="T94" fmla="*/ 13 w 112"/>
                <a:gd name="T95" fmla="*/ 15 h 213"/>
                <a:gd name="T96" fmla="*/ 11 w 112"/>
                <a:gd name="T97" fmla="*/ 15 h 213"/>
                <a:gd name="T98" fmla="*/ 7 w 112"/>
                <a:gd name="T99" fmla="*/ 16 h 213"/>
                <a:gd name="T100" fmla="*/ 5 w 112"/>
                <a:gd name="T101" fmla="*/ 20 h 213"/>
                <a:gd name="T102" fmla="*/ 2 w 112"/>
                <a:gd name="T103" fmla="*/ 29 h 213"/>
                <a:gd name="T104" fmla="*/ 2 w 112"/>
                <a:gd name="T105" fmla="*/ 29 h 213"/>
                <a:gd name="T106" fmla="*/ 1 w 112"/>
                <a:gd name="T107" fmla="*/ 30 h 213"/>
                <a:gd name="T108" fmla="*/ 1 w 112"/>
                <a:gd name="T109" fmla="*/ 29 h 213"/>
                <a:gd name="T110" fmla="*/ 0 w 112"/>
                <a:gd name="T111" fmla="*/ 28 h 213"/>
                <a:gd name="T112" fmla="*/ 1 w 112"/>
                <a:gd name="T113" fmla="*/ 25 h 213"/>
                <a:gd name="T114" fmla="*/ 3 w 112"/>
                <a:gd name="T115" fmla="*/ 19 h 213"/>
                <a:gd name="T116" fmla="*/ 2 w 112"/>
                <a:gd name="T117" fmla="*/ 13 h 213"/>
                <a:gd name="T118" fmla="*/ 2 w 112"/>
                <a:gd name="T119" fmla="*/ 7 h 21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12"/>
                <a:gd name="T181" fmla="*/ 0 h 213"/>
                <a:gd name="T182" fmla="*/ 112 w 112"/>
                <a:gd name="T183" fmla="*/ 213 h 21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12" h="213">
                  <a:moveTo>
                    <a:pt x="10" y="25"/>
                  </a:moveTo>
                  <a:lnTo>
                    <a:pt x="11" y="24"/>
                  </a:lnTo>
                  <a:lnTo>
                    <a:pt x="12" y="23"/>
                  </a:lnTo>
                  <a:lnTo>
                    <a:pt x="14" y="23"/>
                  </a:lnTo>
                  <a:lnTo>
                    <a:pt x="15" y="23"/>
                  </a:lnTo>
                  <a:lnTo>
                    <a:pt x="17" y="24"/>
                  </a:lnTo>
                  <a:lnTo>
                    <a:pt x="18" y="25"/>
                  </a:lnTo>
                  <a:lnTo>
                    <a:pt x="18" y="27"/>
                  </a:lnTo>
                  <a:lnTo>
                    <a:pt x="18" y="28"/>
                  </a:lnTo>
                  <a:lnTo>
                    <a:pt x="17" y="32"/>
                  </a:lnTo>
                  <a:lnTo>
                    <a:pt x="17" y="38"/>
                  </a:lnTo>
                  <a:lnTo>
                    <a:pt x="17" y="48"/>
                  </a:lnTo>
                  <a:lnTo>
                    <a:pt x="21" y="59"/>
                  </a:lnTo>
                  <a:lnTo>
                    <a:pt x="29" y="54"/>
                  </a:lnTo>
                  <a:lnTo>
                    <a:pt x="37" y="50"/>
                  </a:lnTo>
                  <a:lnTo>
                    <a:pt x="44" y="49"/>
                  </a:lnTo>
                  <a:lnTo>
                    <a:pt x="50" y="49"/>
                  </a:lnTo>
                  <a:lnTo>
                    <a:pt x="48" y="33"/>
                  </a:lnTo>
                  <a:lnTo>
                    <a:pt x="51" y="17"/>
                  </a:lnTo>
                  <a:lnTo>
                    <a:pt x="56" y="6"/>
                  </a:lnTo>
                  <a:lnTo>
                    <a:pt x="58" y="2"/>
                  </a:lnTo>
                  <a:lnTo>
                    <a:pt x="59" y="1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4" y="1"/>
                  </a:lnTo>
                  <a:lnTo>
                    <a:pt x="65" y="2"/>
                  </a:lnTo>
                  <a:lnTo>
                    <a:pt x="66" y="3"/>
                  </a:lnTo>
                  <a:lnTo>
                    <a:pt x="66" y="4"/>
                  </a:lnTo>
                  <a:lnTo>
                    <a:pt x="65" y="5"/>
                  </a:lnTo>
                  <a:lnTo>
                    <a:pt x="63" y="10"/>
                  </a:lnTo>
                  <a:lnTo>
                    <a:pt x="59" y="20"/>
                  </a:lnTo>
                  <a:lnTo>
                    <a:pt x="56" y="34"/>
                  </a:lnTo>
                  <a:lnTo>
                    <a:pt x="58" y="48"/>
                  </a:lnTo>
                  <a:lnTo>
                    <a:pt x="60" y="51"/>
                  </a:lnTo>
                  <a:lnTo>
                    <a:pt x="63" y="55"/>
                  </a:lnTo>
                  <a:lnTo>
                    <a:pt x="66" y="58"/>
                  </a:lnTo>
                  <a:lnTo>
                    <a:pt x="71" y="61"/>
                  </a:lnTo>
                  <a:lnTo>
                    <a:pt x="75" y="64"/>
                  </a:lnTo>
                  <a:lnTo>
                    <a:pt x="80" y="66"/>
                  </a:lnTo>
                  <a:lnTo>
                    <a:pt x="86" y="68"/>
                  </a:lnTo>
                  <a:lnTo>
                    <a:pt x="93" y="70"/>
                  </a:lnTo>
                  <a:lnTo>
                    <a:pt x="95" y="70"/>
                  </a:lnTo>
                  <a:lnTo>
                    <a:pt x="97" y="92"/>
                  </a:lnTo>
                  <a:lnTo>
                    <a:pt x="96" y="93"/>
                  </a:lnTo>
                  <a:lnTo>
                    <a:pt x="95" y="94"/>
                  </a:lnTo>
                  <a:lnTo>
                    <a:pt x="91" y="99"/>
                  </a:lnTo>
                  <a:lnTo>
                    <a:pt x="86" y="104"/>
                  </a:lnTo>
                  <a:lnTo>
                    <a:pt x="81" y="112"/>
                  </a:lnTo>
                  <a:lnTo>
                    <a:pt x="78" y="122"/>
                  </a:lnTo>
                  <a:lnTo>
                    <a:pt x="75" y="131"/>
                  </a:lnTo>
                  <a:lnTo>
                    <a:pt x="76" y="141"/>
                  </a:lnTo>
                  <a:lnTo>
                    <a:pt x="81" y="151"/>
                  </a:lnTo>
                  <a:lnTo>
                    <a:pt x="82" y="152"/>
                  </a:lnTo>
                  <a:lnTo>
                    <a:pt x="82" y="154"/>
                  </a:lnTo>
                  <a:lnTo>
                    <a:pt x="82" y="159"/>
                  </a:lnTo>
                  <a:lnTo>
                    <a:pt x="82" y="169"/>
                  </a:lnTo>
                  <a:lnTo>
                    <a:pt x="84" y="182"/>
                  </a:lnTo>
                  <a:lnTo>
                    <a:pt x="90" y="194"/>
                  </a:lnTo>
                  <a:lnTo>
                    <a:pt x="94" y="198"/>
                  </a:lnTo>
                  <a:lnTo>
                    <a:pt x="98" y="201"/>
                  </a:lnTo>
                  <a:lnTo>
                    <a:pt x="103" y="204"/>
                  </a:lnTo>
                  <a:lnTo>
                    <a:pt x="109" y="205"/>
                  </a:lnTo>
                  <a:lnTo>
                    <a:pt x="110" y="205"/>
                  </a:lnTo>
                  <a:lnTo>
                    <a:pt x="112" y="206"/>
                  </a:lnTo>
                  <a:lnTo>
                    <a:pt x="112" y="208"/>
                  </a:lnTo>
                  <a:lnTo>
                    <a:pt x="112" y="209"/>
                  </a:lnTo>
                  <a:lnTo>
                    <a:pt x="112" y="210"/>
                  </a:lnTo>
                  <a:lnTo>
                    <a:pt x="111" y="212"/>
                  </a:lnTo>
                  <a:lnTo>
                    <a:pt x="109" y="213"/>
                  </a:lnTo>
                  <a:lnTo>
                    <a:pt x="108" y="213"/>
                  </a:lnTo>
                  <a:lnTo>
                    <a:pt x="101" y="212"/>
                  </a:lnTo>
                  <a:lnTo>
                    <a:pt x="94" y="208"/>
                  </a:lnTo>
                  <a:lnTo>
                    <a:pt x="88" y="205"/>
                  </a:lnTo>
                  <a:lnTo>
                    <a:pt x="83" y="199"/>
                  </a:lnTo>
                  <a:lnTo>
                    <a:pt x="76" y="186"/>
                  </a:lnTo>
                  <a:lnTo>
                    <a:pt x="74" y="174"/>
                  </a:lnTo>
                  <a:lnTo>
                    <a:pt x="73" y="162"/>
                  </a:lnTo>
                  <a:lnTo>
                    <a:pt x="74" y="154"/>
                  </a:lnTo>
                  <a:lnTo>
                    <a:pt x="67" y="136"/>
                  </a:lnTo>
                  <a:lnTo>
                    <a:pt x="70" y="117"/>
                  </a:lnTo>
                  <a:lnTo>
                    <a:pt x="79" y="101"/>
                  </a:lnTo>
                  <a:lnTo>
                    <a:pt x="89" y="88"/>
                  </a:lnTo>
                  <a:lnTo>
                    <a:pt x="88" y="77"/>
                  </a:lnTo>
                  <a:lnTo>
                    <a:pt x="76" y="73"/>
                  </a:lnTo>
                  <a:lnTo>
                    <a:pt x="67" y="69"/>
                  </a:lnTo>
                  <a:lnTo>
                    <a:pt x="60" y="64"/>
                  </a:lnTo>
                  <a:lnTo>
                    <a:pt x="55" y="57"/>
                  </a:lnTo>
                  <a:lnTo>
                    <a:pt x="53" y="57"/>
                  </a:lnTo>
                  <a:lnTo>
                    <a:pt x="52" y="57"/>
                  </a:lnTo>
                  <a:lnTo>
                    <a:pt x="51" y="57"/>
                  </a:lnTo>
                  <a:lnTo>
                    <a:pt x="46" y="57"/>
                  </a:lnTo>
                  <a:lnTo>
                    <a:pt x="41" y="58"/>
                  </a:lnTo>
                  <a:lnTo>
                    <a:pt x="35" y="59"/>
                  </a:lnTo>
                  <a:lnTo>
                    <a:pt x="29" y="64"/>
                  </a:lnTo>
                  <a:lnTo>
                    <a:pt x="22" y="71"/>
                  </a:lnTo>
                  <a:lnTo>
                    <a:pt x="17" y="80"/>
                  </a:lnTo>
                  <a:lnTo>
                    <a:pt x="12" y="95"/>
                  </a:lnTo>
                  <a:lnTo>
                    <a:pt x="8" y="114"/>
                  </a:lnTo>
                  <a:lnTo>
                    <a:pt x="8" y="115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3" y="116"/>
                  </a:lnTo>
                  <a:lnTo>
                    <a:pt x="2" y="115"/>
                  </a:lnTo>
                  <a:lnTo>
                    <a:pt x="0" y="114"/>
                  </a:lnTo>
                  <a:lnTo>
                    <a:pt x="0" y="112"/>
                  </a:lnTo>
                  <a:lnTo>
                    <a:pt x="4" y="98"/>
                  </a:lnTo>
                  <a:lnTo>
                    <a:pt x="7" y="85"/>
                  </a:lnTo>
                  <a:lnTo>
                    <a:pt x="11" y="74"/>
                  </a:lnTo>
                  <a:lnTo>
                    <a:pt x="15" y="66"/>
                  </a:lnTo>
                  <a:lnTo>
                    <a:pt x="8" y="50"/>
                  </a:lnTo>
                  <a:lnTo>
                    <a:pt x="7" y="38"/>
                  </a:lnTo>
                  <a:lnTo>
                    <a:pt x="8" y="28"/>
                  </a:lnTo>
                  <a:lnTo>
                    <a:pt x="10" y="2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 flipH="1">
              <a:off x="2104" y="918"/>
              <a:ext cx="291" cy="242"/>
            </a:xfrm>
            <a:custGeom>
              <a:avLst/>
              <a:gdLst>
                <a:gd name="T0" fmla="*/ 11 w 580"/>
                <a:gd name="T1" fmla="*/ 63 h 485"/>
                <a:gd name="T2" fmla="*/ 5 w 580"/>
                <a:gd name="T3" fmla="*/ 80 h 485"/>
                <a:gd name="T4" fmla="*/ 20 w 580"/>
                <a:gd name="T5" fmla="*/ 94 h 485"/>
                <a:gd name="T6" fmla="*/ 31 w 580"/>
                <a:gd name="T7" fmla="*/ 83 h 485"/>
                <a:gd name="T8" fmla="*/ 40 w 580"/>
                <a:gd name="T9" fmla="*/ 104 h 485"/>
                <a:gd name="T10" fmla="*/ 50 w 580"/>
                <a:gd name="T11" fmla="*/ 96 h 485"/>
                <a:gd name="T12" fmla="*/ 60 w 580"/>
                <a:gd name="T13" fmla="*/ 109 h 485"/>
                <a:gd name="T14" fmla="*/ 69 w 580"/>
                <a:gd name="T15" fmla="*/ 95 h 485"/>
                <a:gd name="T16" fmla="*/ 72 w 580"/>
                <a:gd name="T17" fmla="*/ 97 h 485"/>
                <a:gd name="T18" fmla="*/ 85 w 580"/>
                <a:gd name="T19" fmla="*/ 113 h 485"/>
                <a:gd name="T20" fmla="*/ 88 w 580"/>
                <a:gd name="T21" fmla="*/ 102 h 485"/>
                <a:gd name="T22" fmla="*/ 91 w 580"/>
                <a:gd name="T23" fmla="*/ 115 h 485"/>
                <a:gd name="T24" fmla="*/ 102 w 580"/>
                <a:gd name="T25" fmla="*/ 117 h 485"/>
                <a:gd name="T26" fmla="*/ 109 w 580"/>
                <a:gd name="T27" fmla="*/ 109 h 485"/>
                <a:gd name="T28" fmla="*/ 123 w 580"/>
                <a:gd name="T29" fmla="*/ 116 h 485"/>
                <a:gd name="T30" fmla="*/ 132 w 580"/>
                <a:gd name="T31" fmla="*/ 111 h 485"/>
                <a:gd name="T32" fmla="*/ 141 w 580"/>
                <a:gd name="T33" fmla="*/ 96 h 485"/>
                <a:gd name="T34" fmla="*/ 141 w 580"/>
                <a:gd name="T35" fmla="*/ 94 h 485"/>
                <a:gd name="T36" fmla="*/ 141 w 580"/>
                <a:gd name="T37" fmla="*/ 79 h 485"/>
                <a:gd name="T38" fmla="*/ 127 w 580"/>
                <a:gd name="T39" fmla="*/ 79 h 485"/>
                <a:gd name="T40" fmla="*/ 132 w 580"/>
                <a:gd name="T41" fmla="*/ 64 h 485"/>
                <a:gd name="T42" fmla="*/ 118 w 580"/>
                <a:gd name="T43" fmla="*/ 68 h 485"/>
                <a:gd name="T44" fmla="*/ 125 w 580"/>
                <a:gd name="T45" fmla="*/ 61 h 485"/>
                <a:gd name="T46" fmla="*/ 122 w 580"/>
                <a:gd name="T47" fmla="*/ 48 h 485"/>
                <a:gd name="T48" fmla="*/ 119 w 580"/>
                <a:gd name="T49" fmla="*/ 36 h 485"/>
                <a:gd name="T50" fmla="*/ 108 w 580"/>
                <a:gd name="T51" fmla="*/ 25 h 485"/>
                <a:gd name="T52" fmla="*/ 91 w 580"/>
                <a:gd name="T53" fmla="*/ 11 h 485"/>
                <a:gd name="T54" fmla="*/ 77 w 580"/>
                <a:gd name="T55" fmla="*/ 11 h 485"/>
                <a:gd name="T56" fmla="*/ 59 w 580"/>
                <a:gd name="T57" fmla="*/ 5 h 485"/>
                <a:gd name="T58" fmla="*/ 52 w 580"/>
                <a:gd name="T59" fmla="*/ 14 h 485"/>
                <a:gd name="T60" fmla="*/ 48 w 580"/>
                <a:gd name="T61" fmla="*/ 5 h 485"/>
                <a:gd name="T62" fmla="*/ 43 w 580"/>
                <a:gd name="T63" fmla="*/ 9 h 485"/>
                <a:gd name="T64" fmla="*/ 31 w 580"/>
                <a:gd name="T65" fmla="*/ 10 h 485"/>
                <a:gd name="T66" fmla="*/ 26 w 580"/>
                <a:gd name="T67" fmla="*/ 18 h 485"/>
                <a:gd name="T68" fmla="*/ 47 w 580"/>
                <a:gd name="T69" fmla="*/ 19 h 485"/>
                <a:gd name="T70" fmla="*/ 68 w 580"/>
                <a:gd name="T71" fmla="*/ 34 h 485"/>
                <a:gd name="T72" fmla="*/ 66 w 580"/>
                <a:gd name="T73" fmla="*/ 35 h 485"/>
                <a:gd name="T74" fmla="*/ 47 w 580"/>
                <a:gd name="T75" fmla="*/ 22 h 485"/>
                <a:gd name="T76" fmla="*/ 29 w 580"/>
                <a:gd name="T77" fmla="*/ 19 h 485"/>
                <a:gd name="T78" fmla="*/ 21 w 580"/>
                <a:gd name="T79" fmla="*/ 25 h 485"/>
                <a:gd name="T80" fmla="*/ 14 w 580"/>
                <a:gd name="T81" fmla="*/ 30 h 485"/>
                <a:gd name="T82" fmla="*/ 12 w 580"/>
                <a:gd name="T83" fmla="*/ 45 h 485"/>
                <a:gd name="T84" fmla="*/ 18 w 580"/>
                <a:gd name="T85" fmla="*/ 24 h 485"/>
                <a:gd name="T86" fmla="*/ 34 w 580"/>
                <a:gd name="T87" fmla="*/ 2 h 485"/>
                <a:gd name="T88" fmla="*/ 49 w 580"/>
                <a:gd name="T89" fmla="*/ 1 h 485"/>
                <a:gd name="T90" fmla="*/ 66 w 580"/>
                <a:gd name="T91" fmla="*/ 1 h 485"/>
                <a:gd name="T92" fmla="*/ 83 w 580"/>
                <a:gd name="T93" fmla="*/ 9 h 485"/>
                <a:gd name="T94" fmla="*/ 101 w 580"/>
                <a:gd name="T95" fmla="*/ 17 h 485"/>
                <a:gd name="T96" fmla="*/ 114 w 580"/>
                <a:gd name="T97" fmla="*/ 28 h 485"/>
                <a:gd name="T98" fmla="*/ 123 w 580"/>
                <a:gd name="T99" fmla="*/ 47 h 485"/>
                <a:gd name="T100" fmla="*/ 135 w 580"/>
                <a:gd name="T101" fmla="*/ 66 h 485"/>
                <a:gd name="T102" fmla="*/ 145 w 580"/>
                <a:gd name="T103" fmla="*/ 92 h 485"/>
                <a:gd name="T104" fmla="*/ 134 w 580"/>
                <a:gd name="T105" fmla="*/ 112 h 485"/>
                <a:gd name="T106" fmla="*/ 116 w 580"/>
                <a:gd name="T107" fmla="*/ 120 h 485"/>
                <a:gd name="T108" fmla="*/ 101 w 580"/>
                <a:gd name="T109" fmla="*/ 120 h 485"/>
                <a:gd name="T110" fmla="*/ 85 w 580"/>
                <a:gd name="T111" fmla="*/ 115 h 485"/>
                <a:gd name="T112" fmla="*/ 70 w 580"/>
                <a:gd name="T113" fmla="*/ 108 h 485"/>
                <a:gd name="T114" fmla="*/ 54 w 580"/>
                <a:gd name="T115" fmla="*/ 108 h 485"/>
                <a:gd name="T116" fmla="*/ 22 w 580"/>
                <a:gd name="T117" fmla="*/ 96 h 485"/>
                <a:gd name="T118" fmla="*/ 2 w 580"/>
                <a:gd name="T119" fmla="*/ 78 h 48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80"/>
                <a:gd name="T181" fmla="*/ 0 h 485"/>
                <a:gd name="T182" fmla="*/ 580 w 580"/>
                <a:gd name="T183" fmla="*/ 485 h 485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80" h="485">
                  <a:moveTo>
                    <a:pt x="33" y="252"/>
                  </a:moveTo>
                  <a:lnTo>
                    <a:pt x="33" y="252"/>
                  </a:lnTo>
                  <a:lnTo>
                    <a:pt x="33" y="254"/>
                  </a:lnTo>
                  <a:lnTo>
                    <a:pt x="35" y="252"/>
                  </a:lnTo>
                  <a:lnTo>
                    <a:pt x="36" y="251"/>
                  </a:lnTo>
                  <a:lnTo>
                    <a:pt x="37" y="251"/>
                  </a:lnTo>
                  <a:lnTo>
                    <a:pt x="38" y="251"/>
                  </a:lnTo>
                  <a:lnTo>
                    <a:pt x="39" y="251"/>
                  </a:lnTo>
                  <a:lnTo>
                    <a:pt x="40" y="252"/>
                  </a:lnTo>
                  <a:lnTo>
                    <a:pt x="41" y="255"/>
                  </a:lnTo>
                  <a:lnTo>
                    <a:pt x="41" y="256"/>
                  </a:lnTo>
                  <a:lnTo>
                    <a:pt x="40" y="258"/>
                  </a:lnTo>
                  <a:lnTo>
                    <a:pt x="39" y="259"/>
                  </a:lnTo>
                  <a:lnTo>
                    <a:pt x="36" y="262"/>
                  </a:lnTo>
                  <a:lnTo>
                    <a:pt x="32" y="263"/>
                  </a:lnTo>
                  <a:lnTo>
                    <a:pt x="25" y="267"/>
                  </a:lnTo>
                  <a:lnTo>
                    <a:pt x="18" y="272"/>
                  </a:lnTo>
                  <a:lnTo>
                    <a:pt x="12" y="280"/>
                  </a:lnTo>
                  <a:lnTo>
                    <a:pt x="8" y="289"/>
                  </a:lnTo>
                  <a:lnTo>
                    <a:pt x="8" y="300"/>
                  </a:lnTo>
                  <a:lnTo>
                    <a:pt x="13" y="310"/>
                  </a:lnTo>
                  <a:lnTo>
                    <a:pt x="20" y="323"/>
                  </a:lnTo>
                  <a:lnTo>
                    <a:pt x="31" y="335"/>
                  </a:lnTo>
                  <a:lnTo>
                    <a:pt x="31" y="337"/>
                  </a:lnTo>
                  <a:lnTo>
                    <a:pt x="32" y="338"/>
                  </a:lnTo>
                  <a:lnTo>
                    <a:pt x="33" y="342"/>
                  </a:lnTo>
                  <a:lnTo>
                    <a:pt x="36" y="352"/>
                  </a:lnTo>
                  <a:lnTo>
                    <a:pt x="41" y="363"/>
                  </a:lnTo>
                  <a:lnTo>
                    <a:pt x="53" y="373"/>
                  </a:lnTo>
                  <a:lnTo>
                    <a:pt x="58" y="376"/>
                  </a:lnTo>
                  <a:lnTo>
                    <a:pt x="62" y="378"/>
                  </a:lnTo>
                  <a:lnTo>
                    <a:pt x="68" y="379"/>
                  </a:lnTo>
                  <a:lnTo>
                    <a:pt x="74" y="379"/>
                  </a:lnTo>
                  <a:lnTo>
                    <a:pt x="79" y="378"/>
                  </a:lnTo>
                  <a:lnTo>
                    <a:pt x="86" y="377"/>
                  </a:lnTo>
                  <a:lnTo>
                    <a:pt x="93" y="375"/>
                  </a:lnTo>
                  <a:lnTo>
                    <a:pt x="101" y="372"/>
                  </a:lnTo>
                  <a:lnTo>
                    <a:pt x="101" y="365"/>
                  </a:lnTo>
                  <a:lnTo>
                    <a:pt x="104" y="356"/>
                  </a:lnTo>
                  <a:lnTo>
                    <a:pt x="108" y="345"/>
                  </a:lnTo>
                  <a:lnTo>
                    <a:pt x="119" y="332"/>
                  </a:lnTo>
                  <a:lnTo>
                    <a:pt x="120" y="331"/>
                  </a:lnTo>
                  <a:lnTo>
                    <a:pt x="122" y="331"/>
                  </a:lnTo>
                  <a:lnTo>
                    <a:pt x="123" y="331"/>
                  </a:lnTo>
                  <a:lnTo>
                    <a:pt x="124" y="332"/>
                  </a:lnTo>
                  <a:lnTo>
                    <a:pt x="126" y="333"/>
                  </a:lnTo>
                  <a:lnTo>
                    <a:pt x="126" y="335"/>
                  </a:lnTo>
                  <a:lnTo>
                    <a:pt x="126" y="337"/>
                  </a:lnTo>
                  <a:lnTo>
                    <a:pt x="124" y="338"/>
                  </a:lnTo>
                  <a:lnTo>
                    <a:pt x="114" y="352"/>
                  </a:lnTo>
                  <a:lnTo>
                    <a:pt x="111" y="362"/>
                  </a:lnTo>
                  <a:lnTo>
                    <a:pt x="109" y="370"/>
                  </a:lnTo>
                  <a:lnTo>
                    <a:pt x="109" y="373"/>
                  </a:lnTo>
                  <a:lnTo>
                    <a:pt x="121" y="393"/>
                  </a:lnTo>
                  <a:lnTo>
                    <a:pt x="132" y="406"/>
                  </a:lnTo>
                  <a:lnTo>
                    <a:pt x="146" y="414"/>
                  </a:lnTo>
                  <a:lnTo>
                    <a:pt x="160" y="418"/>
                  </a:lnTo>
                  <a:lnTo>
                    <a:pt x="173" y="420"/>
                  </a:lnTo>
                  <a:lnTo>
                    <a:pt x="184" y="418"/>
                  </a:lnTo>
                  <a:lnTo>
                    <a:pt x="193" y="417"/>
                  </a:lnTo>
                  <a:lnTo>
                    <a:pt x="199" y="415"/>
                  </a:lnTo>
                  <a:lnTo>
                    <a:pt x="198" y="409"/>
                  </a:lnTo>
                  <a:lnTo>
                    <a:pt x="196" y="403"/>
                  </a:lnTo>
                  <a:lnTo>
                    <a:pt x="195" y="398"/>
                  </a:lnTo>
                  <a:lnTo>
                    <a:pt x="193" y="391"/>
                  </a:lnTo>
                  <a:lnTo>
                    <a:pt x="193" y="390"/>
                  </a:lnTo>
                  <a:lnTo>
                    <a:pt x="195" y="387"/>
                  </a:lnTo>
                  <a:lnTo>
                    <a:pt x="197" y="386"/>
                  </a:lnTo>
                  <a:lnTo>
                    <a:pt x="198" y="386"/>
                  </a:lnTo>
                  <a:lnTo>
                    <a:pt x="199" y="386"/>
                  </a:lnTo>
                  <a:lnTo>
                    <a:pt x="200" y="387"/>
                  </a:lnTo>
                  <a:lnTo>
                    <a:pt x="202" y="388"/>
                  </a:lnTo>
                  <a:lnTo>
                    <a:pt x="202" y="390"/>
                  </a:lnTo>
                  <a:lnTo>
                    <a:pt x="204" y="405"/>
                  </a:lnTo>
                  <a:lnTo>
                    <a:pt x="208" y="415"/>
                  </a:lnTo>
                  <a:lnTo>
                    <a:pt x="214" y="423"/>
                  </a:lnTo>
                  <a:lnTo>
                    <a:pt x="221" y="429"/>
                  </a:lnTo>
                  <a:lnTo>
                    <a:pt x="228" y="432"/>
                  </a:lnTo>
                  <a:lnTo>
                    <a:pt x="234" y="435"/>
                  </a:lnTo>
                  <a:lnTo>
                    <a:pt x="237" y="436"/>
                  </a:lnTo>
                  <a:lnTo>
                    <a:pt x="240" y="436"/>
                  </a:lnTo>
                  <a:lnTo>
                    <a:pt x="248" y="436"/>
                  </a:lnTo>
                  <a:lnTo>
                    <a:pt x="255" y="435"/>
                  </a:lnTo>
                  <a:lnTo>
                    <a:pt x="260" y="433"/>
                  </a:lnTo>
                  <a:lnTo>
                    <a:pt x="266" y="432"/>
                  </a:lnTo>
                  <a:lnTo>
                    <a:pt x="271" y="430"/>
                  </a:lnTo>
                  <a:lnTo>
                    <a:pt x="275" y="428"/>
                  </a:lnTo>
                  <a:lnTo>
                    <a:pt x="278" y="424"/>
                  </a:lnTo>
                  <a:lnTo>
                    <a:pt x="280" y="421"/>
                  </a:lnTo>
                  <a:lnTo>
                    <a:pt x="283" y="407"/>
                  </a:lnTo>
                  <a:lnTo>
                    <a:pt x="280" y="392"/>
                  </a:lnTo>
                  <a:lnTo>
                    <a:pt x="275" y="380"/>
                  </a:lnTo>
                  <a:lnTo>
                    <a:pt x="272" y="376"/>
                  </a:lnTo>
                  <a:lnTo>
                    <a:pt x="272" y="375"/>
                  </a:lnTo>
                  <a:lnTo>
                    <a:pt x="272" y="372"/>
                  </a:lnTo>
                  <a:lnTo>
                    <a:pt x="272" y="371"/>
                  </a:lnTo>
                  <a:lnTo>
                    <a:pt x="273" y="370"/>
                  </a:lnTo>
                  <a:lnTo>
                    <a:pt x="274" y="369"/>
                  </a:lnTo>
                  <a:lnTo>
                    <a:pt x="276" y="369"/>
                  </a:lnTo>
                  <a:lnTo>
                    <a:pt x="278" y="370"/>
                  </a:lnTo>
                  <a:lnTo>
                    <a:pt x="279" y="371"/>
                  </a:lnTo>
                  <a:lnTo>
                    <a:pt x="282" y="376"/>
                  </a:lnTo>
                  <a:lnTo>
                    <a:pt x="288" y="388"/>
                  </a:lnTo>
                  <a:lnTo>
                    <a:pt x="291" y="403"/>
                  </a:lnTo>
                  <a:lnTo>
                    <a:pt x="289" y="421"/>
                  </a:lnTo>
                  <a:lnTo>
                    <a:pt x="290" y="421"/>
                  </a:lnTo>
                  <a:lnTo>
                    <a:pt x="291" y="421"/>
                  </a:lnTo>
                  <a:lnTo>
                    <a:pt x="293" y="421"/>
                  </a:lnTo>
                  <a:lnTo>
                    <a:pt x="293" y="422"/>
                  </a:lnTo>
                  <a:lnTo>
                    <a:pt x="299" y="432"/>
                  </a:lnTo>
                  <a:lnTo>
                    <a:pt x="306" y="440"/>
                  </a:lnTo>
                  <a:lnTo>
                    <a:pt x="314" y="447"/>
                  </a:lnTo>
                  <a:lnTo>
                    <a:pt x="322" y="451"/>
                  </a:lnTo>
                  <a:lnTo>
                    <a:pt x="331" y="452"/>
                  </a:lnTo>
                  <a:lnTo>
                    <a:pt x="337" y="452"/>
                  </a:lnTo>
                  <a:lnTo>
                    <a:pt x="343" y="451"/>
                  </a:lnTo>
                  <a:lnTo>
                    <a:pt x="348" y="450"/>
                  </a:lnTo>
                  <a:lnTo>
                    <a:pt x="346" y="443"/>
                  </a:lnTo>
                  <a:lnTo>
                    <a:pt x="344" y="433"/>
                  </a:lnTo>
                  <a:lnTo>
                    <a:pt x="343" y="424"/>
                  </a:lnTo>
                  <a:lnTo>
                    <a:pt x="343" y="414"/>
                  </a:lnTo>
                  <a:lnTo>
                    <a:pt x="344" y="413"/>
                  </a:lnTo>
                  <a:lnTo>
                    <a:pt x="346" y="410"/>
                  </a:lnTo>
                  <a:lnTo>
                    <a:pt x="347" y="409"/>
                  </a:lnTo>
                  <a:lnTo>
                    <a:pt x="348" y="409"/>
                  </a:lnTo>
                  <a:lnTo>
                    <a:pt x="349" y="409"/>
                  </a:lnTo>
                  <a:lnTo>
                    <a:pt x="351" y="410"/>
                  </a:lnTo>
                  <a:lnTo>
                    <a:pt x="351" y="413"/>
                  </a:lnTo>
                  <a:lnTo>
                    <a:pt x="351" y="414"/>
                  </a:lnTo>
                  <a:lnTo>
                    <a:pt x="351" y="424"/>
                  </a:lnTo>
                  <a:lnTo>
                    <a:pt x="352" y="433"/>
                  </a:lnTo>
                  <a:lnTo>
                    <a:pt x="354" y="440"/>
                  </a:lnTo>
                  <a:lnTo>
                    <a:pt x="356" y="447"/>
                  </a:lnTo>
                  <a:lnTo>
                    <a:pt x="357" y="448"/>
                  </a:lnTo>
                  <a:lnTo>
                    <a:pt x="357" y="450"/>
                  </a:lnTo>
                  <a:lnTo>
                    <a:pt x="358" y="451"/>
                  </a:lnTo>
                  <a:lnTo>
                    <a:pt x="358" y="452"/>
                  </a:lnTo>
                  <a:lnTo>
                    <a:pt x="363" y="460"/>
                  </a:lnTo>
                  <a:lnTo>
                    <a:pt x="369" y="466"/>
                  </a:lnTo>
                  <a:lnTo>
                    <a:pt x="373" y="468"/>
                  </a:lnTo>
                  <a:lnTo>
                    <a:pt x="374" y="469"/>
                  </a:lnTo>
                  <a:lnTo>
                    <a:pt x="375" y="469"/>
                  </a:lnTo>
                  <a:lnTo>
                    <a:pt x="385" y="473"/>
                  </a:lnTo>
                  <a:lnTo>
                    <a:pt x="393" y="474"/>
                  </a:lnTo>
                  <a:lnTo>
                    <a:pt x="400" y="474"/>
                  </a:lnTo>
                  <a:lnTo>
                    <a:pt x="407" y="471"/>
                  </a:lnTo>
                  <a:lnTo>
                    <a:pt x="416" y="463"/>
                  </a:lnTo>
                  <a:lnTo>
                    <a:pt x="422" y="453"/>
                  </a:lnTo>
                  <a:lnTo>
                    <a:pt x="425" y="444"/>
                  </a:lnTo>
                  <a:lnTo>
                    <a:pt x="426" y="439"/>
                  </a:lnTo>
                  <a:lnTo>
                    <a:pt x="426" y="440"/>
                  </a:lnTo>
                  <a:lnTo>
                    <a:pt x="426" y="439"/>
                  </a:lnTo>
                  <a:lnTo>
                    <a:pt x="427" y="437"/>
                  </a:lnTo>
                  <a:lnTo>
                    <a:pt x="430" y="436"/>
                  </a:lnTo>
                  <a:lnTo>
                    <a:pt x="431" y="436"/>
                  </a:lnTo>
                  <a:lnTo>
                    <a:pt x="432" y="436"/>
                  </a:lnTo>
                  <a:lnTo>
                    <a:pt x="433" y="437"/>
                  </a:lnTo>
                  <a:lnTo>
                    <a:pt x="434" y="438"/>
                  </a:lnTo>
                  <a:lnTo>
                    <a:pt x="434" y="439"/>
                  </a:lnTo>
                  <a:lnTo>
                    <a:pt x="439" y="447"/>
                  </a:lnTo>
                  <a:lnTo>
                    <a:pt x="443" y="455"/>
                  </a:lnTo>
                  <a:lnTo>
                    <a:pt x="448" y="462"/>
                  </a:lnTo>
                  <a:lnTo>
                    <a:pt x="453" y="467"/>
                  </a:lnTo>
                  <a:lnTo>
                    <a:pt x="456" y="471"/>
                  </a:lnTo>
                  <a:lnTo>
                    <a:pt x="461" y="475"/>
                  </a:lnTo>
                  <a:lnTo>
                    <a:pt x="465" y="476"/>
                  </a:lnTo>
                  <a:lnTo>
                    <a:pt x="470" y="477"/>
                  </a:lnTo>
                  <a:lnTo>
                    <a:pt x="479" y="476"/>
                  </a:lnTo>
                  <a:lnTo>
                    <a:pt x="486" y="471"/>
                  </a:lnTo>
                  <a:lnTo>
                    <a:pt x="491" y="466"/>
                  </a:lnTo>
                  <a:lnTo>
                    <a:pt x="492" y="463"/>
                  </a:lnTo>
                  <a:lnTo>
                    <a:pt x="493" y="461"/>
                  </a:lnTo>
                  <a:lnTo>
                    <a:pt x="495" y="461"/>
                  </a:lnTo>
                  <a:lnTo>
                    <a:pt x="496" y="462"/>
                  </a:lnTo>
                  <a:lnTo>
                    <a:pt x="506" y="463"/>
                  </a:lnTo>
                  <a:lnTo>
                    <a:pt x="512" y="463"/>
                  </a:lnTo>
                  <a:lnTo>
                    <a:pt x="517" y="461"/>
                  </a:lnTo>
                  <a:lnTo>
                    <a:pt x="522" y="458"/>
                  </a:lnTo>
                  <a:lnTo>
                    <a:pt x="525" y="451"/>
                  </a:lnTo>
                  <a:lnTo>
                    <a:pt x="526" y="444"/>
                  </a:lnTo>
                  <a:lnTo>
                    <a:pt x="526" y="438"/>
                  </a:lnTo>
                  <a:lnTo>
                    <a:pt x="525" y="435"/>
                  </a:lnTo>
                  <a:lnTo>
                    <a:pt x="522" y="426"/>
                  </a:lnTo>
                  <a:lnTo>
                    <a:pt x="530" y="429"/>
                  </a:lnTo>
                  <a:lnTo>
                    <a:pt x="533" y="429"/>
                  </a:lnTo>
                  <a:lnTo>
                    <a:pt x="541" y="430"/>
                  </a:lnTo>
                  <a:lnTo>
                    <a:pt x="551" y="429"/>
                  </a:lnTo>
                  <a:lnTo>
                    <a:pt x="559" y="423"/>
                  </a:lnTo>
                  <a:lnTo>
                    <a:pt x="562" y="417"/>
                  </a:lnTo>
                  <a:lnTo>
                    <a:pt x="563" y="408"/>
                  </a:lnTo>
                  <a:lnTo>
                    <a:pt x="563" y="398"/>
                  </a:lnTo>
                  <a:lnTo>
                    <a:pt x="560" y="386"/>
                  </a:lnTo>
                  <a:lnTo>
                    <a:pt x="560" y="385"/>
                  </a:lnTo>
                  <a:lnTo>
                    <a:pt x="559" y="384"/>
                  </a:lnTo>
                  <a:lnTo>
                    <a:pt x="559" y="383"/>
                  </a:lnTo>
                  <a:lnTo>
                    <a:pt x="559" y="382"/>
                  </a:lnTo>
                  <a:lnTo>
                    <a:pt x="560" y="379"/>
                  </a:lnTo>
                  <a:lnTo>
                    <a:pt x="561" y="378"/>
                  </a:lnTo>
                  <a:lnTo>
                    <a:pt x="562" y="377"/>
                  </a:lnTo>
                  <a:lnTo>
                    <a:pt x="563" y="377"/>
                  </a:lnTo>
                  <a:lnTo>
                    <a:pt x="567" y="371"/>
                  </a:lnTo>
                  <a:lnTo>
                    <a:pt x="570" y="363"/>
                  </a:lnTo>
                  <a:lnTo>
                    <a:pt x="572" y="353"/>
                  </a:lnTo>
                  <a:lnTo>
                    <a:pt x="572" y="342"/>
                  </a:lnTo>
                  <a:lnTo>
                    <a:pt x="571" y="337"/>
                  </a:lnTo>
                  <a:lnTo>
                    <a:pt x="569" y="331"/>
                  </a:lnTo>
                  <a:lnTo>
                    <a:pt x="565" y="325"/>
                  </a:lnTo>
                  <a:lnTo>
                    <a:pt x="561" y="319"/>
                  </a:lnTo>
                  <a:lnTo>
                    <a:pt x="555" y="315"/>
                  </a:lnTo>
                  <a:lnTo>
                    <a:pt x="548" y="309"/>
                  </a:lnTo>
                  <a:lnTo>
                    <a:pt x="541" y="304"/>
                  </a:lnTo>
                  <a:lnTo>
                    <a:pt x="533" y="300"/>
                  </a:lnTo>
                  <a:lnTo>
                    <a:pt x="529" y="301"/>
                  </a:lnTo>
                  <a:lnTo>
                    <a:pt x="522" y="303"/>
                  </a:lnTo>
                  <a:lnTo>
                    <a:pt x="515" y="308"/>
                  </a:lnTo>
                  <a:lnTo>
                    <a:pt x="509" y="315"/>
                  </a:lnTo>
                  <a:lnTo>
                    <a:pt x="508" y="316"/>
                  </a:lnTo>
                  <a:lnTo>
                    <a:pt x="507" y="317"/>
                  </a:lnTo>
                  <a:lnTo>
                    <a:pt x="504" y="317"/>
                  </a:lnTo>
                  <a:lnTo>
                    <a:pt x="503" y="317"/>
                  </a:lnTo>
                  <a:lnTo>
                    <a:pt x="502" y="316"/>
                  </a:lnTo>
                  <a:lnTo>
                    <a:pt x="502" y="315"/>
                  </a:lnTo>
                  <a:lnTo>
                    <a:pt x="502" y="312"/>
                  </a:lnTo>
                  <a:lnTo>
                    <a:pt x="502" y="311"/>
                  </a:lnTo>
                  <a:lnTo>
                    <a:pt x="508" y="302"/>
                  </a:lnTo>
                  <a:lnTo>
                    <a:pt x="516" y="296"/>
                  </a:lnTo>
                  <a:lnTo>
                    <a:pt x="524" y="293"/>
                  </a:lnTo>
                  <a:lnTo>
                    <a:pt x="530" y="292"/>
                  </a:lnTo>
                  <a:lnTo>
                    <a:pt x="531" y="284"/>
                  </a:lnTo>
                  <a:lnTo>
                    <a:pt x="531" y="272"/>
                  </a:lnTo>
                  <a:lnTo>
                    <a:pt x="526" y="257"/>
                  </a:lnTo>
                  <a:lnTo>
                    <a:pt x="512" y="242"/>
                  </a:lnTo>
                  <a:lnTo>
                    <a:pt x="511" y="244"/>
                  </a:lnTo>
                  <a:lnTo>
                    <a:pt x="509" y="246"/>
                  </a:lnTo>
                  <a:lnTo>
                    <a:pt x="508" y="248"/>
                  </a:lnTo>
                  <a:lnTo>
                    <a:pt x="506" y="250"/>
                  </a:lnTo>
                  <a:lnTo>
                    <a:pt x="503" y="254"/>
                  </a:lnTo>
                  <a:lnTo>
                    <a:pt x="496" y="261"/>
                  </a:lnTo>
                  <a:lnTo>
                    <a:pt x="487" y="269"/>
                  </a:lnTo>
                  <a:lnTo>
                    <a:pt x="476" y="274"/>
                  </a:lnTo>
                  <a:lnTo>
                    <a:pt x="474" y="274"/>
                  </a:lnTo>
                  <a:lnTo>
                    <a:pt x="472" y="273"/>
                  </a:lnTo>
                  <a:lnTo>
                    <a:pt x="471" y="272"/>
                  </a:lnTo>
                  <a:lnTo>
                    <a:pt x="471" y="271"/>
                  </a:lnTo>
                  <a:lnTo>
                    <a:pt x="471" y="270"/>
                  </a:lnTo>
                  <a:lnTo>
                    <a:pt x="471" y="267"/>
                  </a:lnTo>
                  <a:lnTo>
                    <a:pt x="472" y="266"/>
                  </a:lnTo>
                  <a:lnTo>
                    <a:pt x="473" y="266"/>
                  </a:lnTo>
                  <a:lnTo>
                    <a:pt x="484" y="261"/>
                  </a:lnTo>
                  <a:lnTo>
                    <a:pt x="492" y="254"/>
                  </a:lnTo>
                  <a:lnTo>
                    <a:pt x="496" y="248"/>
                  </a:lnTo>
                  <a:lnTo>
                    <a:pt x="499" y="246"/>
                  </a:lnTo>
                  <a:lnTo>
                    <a:pt x="504" y="239"/>
                  </a:lnTo>
                  <a:lnTo>
                    <a:pt x="509" y="232"/>
                  </a:lnTo>
                  <a:lnTo>
                    <a:pt x="510" y="225"/>
                  </a:lnTo>
                  <a:lnTo>
                    <a:pt x="510" y="219"/>
                  </a:lnTo>
                  <a:lnTo>
                    <a:pt x="508" y="212"/>
                  </a:lnTo>
                  <a:lnTo>
                    <a:pt x="502" y="206"/>
                  </a:lnTo>
                  <a:lnTo>
                    <a:pt x="496" y="202"/>
                  </a:lnTo>
                  <a:lnTo>
                    <a:pt x="491" y="198"/>
                  </a:lnTo>
                  <a:lnTo>
                    <a:pt x="485" y="195"/>
                  </a:lnTo>
                  <a:lnTo>
                    <a:pt x="479" y="193"/>
                  </a:lnTo>
                  <a:lnTo>
                    <a:pt x="476" y="191"/>
                  </a:lnTo>
                  <a:lnTo>
                    <a:pt x="474" y="190"/>
                  </a:lnTo>
                  <a:lnTo>
                    <a:pt x="470" y="189"/>
                  </a:lnTo>
                  <a:lnTo>
                    <a:pt x="470" y="188"/>
                  </a:lnTo>
                  <a:lnTo>
                    <a:pt x="471" y="187"/>
                  </a:lnTo>
                  <a:lnTo>
                    <a:pt x="472" y="186"/>
                  </a:lnTo>
                  <a:lnTo>
                    <a:pt x="472" y="184"/>
                  </a:lnTo>
                  <a:lnTo>
                    <a:pt x="473" y="181"/>
                  </a:lnTo>
                  <a:lnTo>
                    <a:pt x="477" y="171"/>
                  </a:lnTo>
                  <a:lnTo>
                    <a:pt x="478" y="158"/>
                  </a:lnTo>
                  <a:lnTo>
                    <a:pt x="474" y="144"/>
                  </a:lnTo>
                  <a:lnTo>
                    <a:pt x="472" y="140"/>
                  </a:lnTo>
                  <a:lnTo>
                    <a:pt x="469" y="135"/>
                  </a:lnTo>
                  <a:lnTo>
                    <a:pt x="464" y="130"/>
                  </a:lnTo>
                  <a:lnTo>
                    <a:pt x="460" y="127"/>
                  </a:lnTo>
                  <a:lnTo>
                    <a:pt x="454" y="123"/>
                  </a:lnTo>
                  <a:lnTo>
                    <a:pt x="448" y="121"/>
                  </a:lnTo>
                  <a:lnTo>
                    <a:pt x="440" y="119"/>
                  </a:lnTo>
                  <a:lnTo>
                    <a:pt x="432" y="116"/>
                  </a:lnTo>
                  <a:lnTo>
                    <a:pt x="430" y="115"/>
                  </a:lnTo>
                  <a:lnTo>
                    <a:pt x="430" y="112"/>
                  </a:lnTo>
                  <a:lnTo>
                    <a:pt x="430" y="110"/>
                  </a:lnTo>
                  <a:lnTo>
                    <a:pt x="428" y="103"/>
                  </a:lnTo>
                  <a:lnTo>
                    <a:pt x="426" y="93"/>
                  </a:lnTo>
                  <a:lnTo>
                    <a:pt x="419" y="84"/>
                  </a:lnTo>
                  <a:lnTo>
                    <a:pt x="413" y="80"/>
                  </a:lnTo>
                  <a:lnTo>
                    <a:pt x="407" y="77"/>
                  </a:lnTo>
                  <a:lnTo>
                    <a:pt x="397" y="76"/>
                  </a:lnTo>
                  <a:lnTo>
                    <a:pt x="388" y="76"/>
                  </a:lnTo>
                  <a:lnTo>
                    <a:pt x="386" y="76"/>
                  </a:lnTo>
                  <a:lnTo>
                    <a:pt x="385" y="73"/>
                  </a:lnTo>
                  <a:lnTo>
                    <a:pt x="384" y="69"/>
                  </a:lnTo>
                  <a:lnTo>
                    <a:pt x="380" y="61"/>
                  </a:lnTo>
                  <a:lnTo>
                    <a:pt x="372" y="51"/>
                  </a:lnTo>
                  <a:lnTo>
                    <a:pt x="360" y="44"/>
                  </a:lnTo>
                  <a:lnTo>
                    <a:pt x="356" y="43"/>
                  </a:lnTo>
                  <a:lnTo>
                    <a:pt x="351" y="42"/>
                  </a:lnTo>
                  <a:lnTo>
                    <a:pt x="347" y="42"/>
                  </a:lnTo>
                  <a:lnTo>
                    <a:pt x="341" y="43"/>
                  </a:lnTo>
                  <a:lnTo>
                    <a:pt x="335" y="44"/>
                  </a:lnTo>
                  <a:lnTo>
                    <a:pt x="329" y="46"/>
                  </a:lnTo>
                  <a:lnTo>
                    <a:pt x="324" y="50"/>
                  </a:lnTo>
                  <a:lnTo>
                    <a:pt x="317" y="53"/>
                  </a:lnTo>
                  <a:lnTo>
                    <a:pt x="312" y="57"/>
                  </a:lnTo>
                  <a:lnTo>
                    <a:pt x="310" y="51"/>
                  </a:lnTo>
                  <a:lnTo>
                    <a:pt x="310" y="48"/>
                  </a:lnTo>
                  <a:lnTo>
                    <a:pt x="307" y="45"/>
                  </a:lnTo>
                  <a:lnTo>
                    <a:pt x="305" y="39"/>
                  </a:lnTo>
                  <a:lnTo>
                    <a:pt x="301" y="32"/>
                  </a:lnTo>
                  <a:lnTo>
                    <a:pt x="295" y="25"/>
                  </a:lnTo>
                  <a:lnTo>
                    <a:pt x="287" y="20"/>
                  </a:lnTo>
                  <a:lnTo>
                    <a:pt x="278" y="15"/>
                  </a:lnTo>
                  <a:lnTo>
                    <a:pt x="265" y="13"/>
                  </a:lnTo>
                  <a:lnTo>
                    <a:pt x="261" y="13"/>
                  </a:lnTo>
                  <a:lnTo>
                    <a:pt x="255" y="13"/>
                  </a:lnTo>
                  <a:lnTo>
                    <a:pt x="244" y="16"/>
                  </a:lnTo>
                  <a:lnTo>
                    <a:pt x="234" y="22"/>
                  </a:lnTo>
                  <a:lnTo>
                    <a:pt x="234" y="23"/>
                  </a:lnTo>
                  <a:lnTo>
                    <a:pt x="233" y="23"/>
                  </a:lnTo>
                  <a:lnTo>
                    <a:pt x="231" y="24"/>
                  </a:lnTo>
                  <a:lnTo>
                    <a:pt x="227" y="30"/>
                  </a:lnTo>
                  <a:lnTo>
                    <a:pt x="221" y="37"/>
                  </a:lnTo>
                  <a:lnTo>
                    <a:pt x="217" y="45"/>
                  </a:lnTo>
                  <a:lnTo>
                    <a:pt x="213" y="57"/>
                  </a:lnTo>
                  <a:lnTo>
                    <a:pt x="213" y="58"/>
                  </a:lnTo>
                  <a:lnTo>
                    <a:pt x="212" y="58"/>
                  </a:lnTo>
                  <a:lnTo>
                    <a:pt x="210" y="59"/>
                  </a:lnTo>
                  <a:lnTo>
                    <a:pt x="208" y="59"/>
                  </a:lnTo>
                  <a:lnTo>
                    <a:pt x="207" y="58"/>
                  </a:lnTo>
                  <a:lnTo>
                    <a:pt x="206" y="57"/>
                  </a:lnTo>
                  <a:lnTo>
                    <a:pt x="206" y="54"/>
                  </a:lnTo>
                  <a:lnTo>
                    <a:pt x="206" y="53"/>
                  </a:lnTo>
                  <a:lnTo>
                    <a:pt x="210" y="43"/>
                  </a:lnTo>
                  <a:lnTo>
                    <a:pt x="214" y="34"/>
                  </a:lnTo>
                  <a:lnTo>
                    <a:pt x="220" y="27"/>
                  </a:lnTo>
                  <a:lnTo>
                    <a:pt x="225" y="20"/>
                  </a:lnTo>
                  <a:lnTo>
                    <a:pt x="221" y="17"/>
                  </a:lnTo>
                  <a:lnTo>
                    <a:pt x="217" y="14"/>
                  </a:lnTo>
                  <a:lnTo>
                    <a:pt x="211" y="13"/>
                  </a:lnTo>
                  <a:lnTo>
                    <a:pt x="204" y="13"/>
                  </a:lnTo>
                  <a:lnTo>
                    <a:pt x="196" y="15"/>
                  </a:lnTo>
                  <a:lnTo>
                    <a:pt x="189" y="22"/>
                  </a:lnTo>
                  <a:lnTo>
                    <a:pt x="182" y="32"/>
                  </a:lnTo>
                  <a:lnTo>
                    <a:pt x="176" y="45"/>
                  </a:lnTo>
                  <a:lnTo>
                    <a:pt x="175" y="46"/>
                  </a:lnTo>
                  <a:lnTo>
                    <a:pt x="174" y="47"/>
                  </a:lnTo>
                  <a:lnTo>
                    <a:pt x="173" y="47"/>
                  </a:lnTo>
                  <a:lnTo>
                    <a:pt x="172" y="47"/>
                  </a:lnTo>
                  <a:lnTo>
                    <a:pt x="170" y="46"/>
                  </a:lnTo>
                  <a:lnTo>
                    <a:pt x="169" y="45"/>
                  </a:lnTo>
                  <a:lnTo>
                    <a:pt x="169" y="44"/>
                  </a:lnTo>
                  <a:lnTo>
                    <a:pt x="169" y="43"/>
                  </a:lnTo>
                  <a:lnTo>
                    <a:pt x="172" y="36"/>
                  </a:lnTo>
                  <a:lnTo>
                    <a:pt x="175" y="29"/>
                  </a:lnTo>
                  <a:lnTo>
                    <a:pt x="179" y="23"/>
                  </a:lnTo>
                  <a:lnTo>
                    <a:pt x="182" y="19"/>
                  </a:lnTo>
                  <a:lnTo>
                    <a:pt x="179" y="16"/>
                  </a:lnTo>
                  <a:lnTo>
                    <a:pt x="172" y="12"/>
                  </a:lnTo>
                  <a:lnTo>
                    <a:pt x="164" y="9"/>
                  </a:lnTo>
                  <a:lnTo>
                    <a:pt x="154" y="9"/>
                  </a:lnTo>
                  <a:lnTo>
                    <a:pt x="146" y="12"/>
                  </a:lnTo>
                  <a:lnTo>
                    <a:pt x="138" y="17"/>
                  </a:lnTo>
                  <a:lnTo>
                    <a:pt x="131" y="27"/>
                  </a:lnTo>
                  <a:lnTo>
                    <a:pt x="126" y="38"/>
                  </a:lnTo>
                  <a:lnTo>
                    <a:pt x="124" y="42"/>
                  </a:lnTo>
                  <a:lnTo>
                    <a:pt x="121" y="40"/>
                  </a:lnTo>
                  <a:lnTo>
                    <a:pt x="119" y="40"/>
                  </a:lnTo>
                  <a:lnTo>
                    <a:pt x="113" y="40"/>
                  </a:lnTo>
                  <a:lnTo>
                    <a:pt x="105" y="43"/>
                  </a:lnTo>
                  <a:lnTo>
                    <a:pt x="97" y="47"/>
                  </a:lnTo>
                  <a:lnTo>
                    <a:pt x="91" y="53"/>
                  </a:lnTo>
                  <a:lnTo>
                    <a:pt x="88" y="62"/>
                  </a:lnTo>
                  <a:lnTo>
                    <a:pt x="85" y="73"/>
                  </a:lnTo>
                  <a:lnTo>
                    <a:pt x="84" y="85"/>
                  </a:lnTo>
                  <a:lnTo>
                    <a:pt x="91" y="81"/>
                  </a:lnTo>
                  <a:lnTo>
                    <a:pt x="97" y="77"/>
                  </a:lnTo>
                  <a:lnTo>
                    <a:pt x="104" y="74"/>
                  </a:lnTo>
                  <a:lnTo>
                    <a:pt x="109" y="72"/>
                  </a:lnTo>
                  <a:lnTo>
                    <a:pt x="116" y="70"/>
                  </a:lnTo>
                  <a:lnTo>
                    <a:pt x="122" y="69"/>
                  </a:lnTo>
                  <a:lnTo>
                    <a:pt x="129" y="69"/>
                  </a:lnTo>
                  <a:lnTo>
                    <a:pt x="135" y="69"/>
                  </a:lnTo>
                  <a:lnTo>
                    <a:pt x="146" y="73"/>
                  </a:lnTo>
                  <a:lnTo>
                    <a:pt x="155" y="77"/>
                  </a:lnTo>
                  <a:lnTo>
                    <a:pt x="162" y="84"/>
                  </a:lnTo>
                  <a:lnTo>
                    <a:pt x="167" y="89"/>
                  </a:lnTo>
                  <a:lnTo>
                    <a:pt x="174" y="84"/>
                  </a:lnTo>
                  <a:lnTo>
                    <a:pt x="181" y="81"/>
                  </a:lnTo>
                  <a:lnTo>
                    <a:pt x="188" y="78"/>
                  </a:lnTo>
                  <a:lnTo>
                    <a:pt x="195" y="76"/>
                  </a:lnTo>
                  <a:lnTo>
                    <a:pt x="202" y="76"/>
                  </a:lnTo>
                  <a:lnTo>
                    <a:pt x="207" y="76"/>
                  </a:lnTo>
                  <a:lnTo>
                    <a:pt x="214" y="76"/>
                  </a:lnTo>
                  <a:lnTo>
                    <a:pt x="220" y="78"/>
                  </a:lnTo>
                  <a:lnTo>
                    <a:pt x="233" y="84"/>
                  </a:lnTo>
                  <a:lnTo>
                    <a:pt x="243" y="93"/>
                  </a:lnTo>
                  <a:lnTo>
                    <a:pt x="252" y="103"/>
                  </a:lnTo>
                  <a:lnTo>
                    <a:pt x="259" y="113"/>
                  </a:lnTo>
                  <a:lnTo>
                    <a:pt x="264" y="123"/>
                  </a:lnTo>
                  <a:lnTo>
                    <a:pt x="268" y="133"/>
                  </a:lnTo>
                  <a:lnTo>
                    <a:pt x="271" y="138"/>
                  </a:lnTo>
                  <a:lnTo>
                    <a:pt x="272" y="142"/>
                  </a:lnTo>
                  <a:lnTo>
                    <a:pt x="272" y="143"/>
                  </a:lnTo>
                  <a:lnTo>
                    <a:pt x="271" y="145"/>
                  </a:lnTo>
                  <a:lnTo>
                    <a:pt x="269" y="146"/>
                  </a:lnTo>
                  <a:lnTo>
                    <a:pt x="268" y="148"/>
                  </a:lnTo>
                  <a:lnTo>
                    <a:pt x="267" y="148"/>
                  </a:lnTo>
                  <a:lnTo>
                    <a:pt x="266" y="146"/>
                  </a:lnTo>
                  <a:lnTo>
                    <a:pt x="265" y="145"/>
                  </a:lnTo>
                  <a:lnTo>
                    <a:pt x="264" y="144"/>
                  </a:lnTo>
                  <a:lnTo>
                    <a:pt x="263" y="142"/>
                  </a:lnTo>
                  <a:lnTo>
                    <a:pt x="261" y="136"/>
                  </a:lnTo>
                  <a:lnTo>
                    <a:pt x="257" y="129"/>
                  </a:lnTo>
                  <a:lnTo>
                    <a:pt x="252" y="119"/>
                  </a:lnTo>
                  <a:lnTo>
                    <a:pt x="246" y="110"/>
                  </a:lnTo>
                  <a:lnTo>
                    <a:pt x="238" y="100"/>
                  </a:lnTo>
                  <a:lnTo>
                    <a:pt x="228" y="92"/>
                  </a:lnTo>
                  <a:lnTo>
                    <a:pt x="218" y="87"/>
                  </a:lnTo>
                  <a:lnTo>
                    <a:pt x="212" y="85"/>
                  </a:lnTo>
                  <a:lnTo>
                    <a:pt x="206" y="84"/>
                  </a:lnTo>
                  <a:lnTo>
                    <a:pt x="200" y="84"/>
                  </a:lnTo>
                  <a:lnTo>
                    <a:pt x="195" y="85"/>
                  </a:lnTo>
                  <a:lnTo>
                    <a:pt x="188" y="88"/>
                  </a:lnTo>
                  <a:lnTo>
                    <a:pt x="182" y="90"/>
                  </a:lnTo>
                  <a:lnTo>
                    <a:pt x="175" y="93"/>
                  </a:lnTo>
                  <a:lnTo>
                    <a:pt x="168" y="98"/>
                  </a:lnTo>
                  <a:lnTo>
                    <a:pt x="165" y="100"/>
                  </a:lnTo>
                  <a:lnTo>
                    <a:pt x="162" y="97"/>
                  </a:lnTo>
                  <a:lnTo>
                    <a:pt x="160" y="93"/>
                  </a:lnTo>
                  <a:lnTo>
                    <a:pt x="155" y="88"/>
                  </a:lnTo>
                  <a:lnTo>
                    <a:pt x="146" y="81"/>
                  </a:lnTo>
                  <a:lnTo>
                    <a:pt x="132" y="77"/>
                  </a:lnTo>
                  <a:lnTo>
                    <a:pt x="127" y="77"/>
                  </a:lnTo>
                  <a:lnTo>
                    <a:pt x="122" y="77"/>
                  </a:lnTo>
                  <a:lnTo>
                    <a:pt x="116" y="78"/>
                  </a:lnTo>
                  <a:lnTo>
                    <a:pt x="111" y="80"/>
                  </a:lnTo>
                  <a:lnTo>
                    <a:pt x="104" y="82"/>
                  </a:lnTo>
                  <a:lnTo>
                    <a:pt x="98" y="85"/>
                  </a:lnTo>
                  <a:lnTo>
                    <a:pt x="91" y="90"/>
                  </a:lnTo>
                  <a:lnTo>
                    <a:pt x="84" y="95"/>
                  </a:lnTo>
                  <a:lnTo>
                    <a:pt x="84" y="96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2" y="100"/>
                  </a:lnTo>
                  <a:lnTo>
                    <a:pt x="81" y="100"/>
                  </a:lnTo>
                  <a:lnTo>
                    <a:pt x="79" y="100"/>
                  </a:lnTo>
                  <a:lnTo>
                    <a:pt x="78" y="99"/>
                  </a:lnTo>
                  <a:lnTo>
                    <a:pt x="76" y="102"/>
                  </a:lnTo>
                  <a:lnTo>
                    <a:pt x="74" y="104"/>
                  </a:lnTo>
                  <a:lnTo>
                    <a:pt x="70" y="107"/>
                  </a:lnTo>
                  <a:lnTo>
                    <a:pt x="68" y="110"/>
                  </a:lnTo>
                  <a:lnTo>
                    <a:pt x="66" y="112"/>
                  </a:lnTo>
                  <a:lnTo>
                    <a:pt x="61" y="115"/>
                  </a:lnTo>
                  <a:lnTo>
                    <a:pt x="56" y="122"/>
                  </a:lnTo>
                  <a:lnTo>
                    <a:pt x="52" y="130"/>
                  </a:lnTo>
                  <a:lnTo>
                    <a:pt x="47" y="141"/>
                  </a:lnTo>
                  <a:lnTo>
                    <a:pt x="45" y="151"/>
                  </a:lnTo>
                  <a:lnTo>
                    <a:pt x="46" y="164"/>
                  </a:lnTo>
                  <a:lnTo>
                    <a:pt x="52" y="175"/>
                  </a:lnTo>
                  <a:lnTo>
                    <a:pt x="53" y="176"/>
                  </a:lnTo>
                  <a:lnTo>
                    <a:pt x="53" y="178"/>
                  </a:lnTo>
                  <a:lnTo>
                    <a:pt x="52" y="179"/>
                  </a:lnTo>
                  <a:lnTo>
                    <a:pt x="51" y="180"/>
                  </a:lnTo>
                  <a:lnTo>
                    <a:pt x="50" y="181"/>
                  </a:lnTo>
                  <a:lnTo>
                    <a:pt x="48" y="181"/>
                  </a:lnTo>
                  <a:lnTo>
                    <a:pt x="46" y="180"/>
                  </a:lnTo>
                  <a:lnTo>
                    <a:pt x="45" y="179"/>
                  </a:lnTo>
                  <a:lnTo>
                    <a:pt x="39" y="165"/>
                  </a:lnTo>
                  <a:lnTo>
                    <a:pt x="37" y="151"/>
                  </a:lnTo>
                  <a:lnTo>
                    <a:pt x="39" y="138"/>
                  </a:lnTo>
                  <a:lnTo>
                    <a:pt x="44" y="127"/>
                  </a:lnTo>
                  <a:lnTo>
                    <a:pt x="50" y="118"/>
                  </a:lnTo>
                  <a:lnTo>
                    <a:pt x="55" y="111"/>
                  </a:lnTo>
                  <a:lnTo>
                    <a:pt x="60" y="105"/>
                  </a:lnTo>
                  <a:lnTo>
                    <a:pt x="62" y="104"/>
                  </a:lnTo>
                  <a:lnTo>
                    <a:pt x="66" y="100"/>
                  </a:lnTo>
                  <a:lnTo>
                    <a:pt x="69" y="97"/>
                  </a:lnTo>
                  <a:lnTo>
                    <a:pt x="73" y="93"/>
                  </a:lnTo>
                  <a:lnTo>
                    <a:pt x="76" y="91"/>
                  </a:lnTo>
                  <a:lnTo>
                    <a:pt x="76" y="75"/>
                  </a:lnTo>
                  <a:lnTo>
                    <a:pt x="79" y="60"/>
                  </a:lnTo>
                  <a:lnTo>
                    <a:pt x="84" y="50"/>
                  </a:lnTo>
                  <a:lnTo>
                    <a:pt x="91" y="40"/>
                  </a:lnTo>
                  <a:lnTo>
                    <a:pt x="99" y="36"/>
                  </a:lnTo>
                  <a:lnTo>
                    <a:pt x="107" y="34"/>
                  </a:lnTo>
                  <a:lnTo>
                    <a:pt x="114" y="32"/>
                  </a:lnTo>
                  <a:lnTo>
                    <a:pt x="120" y="32"/>
                  </a:lnTo>
                  <a:lnTo>
                    <a:pt x="127" y="20"/>
                  </a:lnTo>
                  <a:lnTo>
                    <a:pt x="135" y="10"/>
                  </a:lnTo>
                  <a:lnTo>
                    <a:pt x="143" y="5"/>
                  </a:lnTo>
                  <a:lnTo>
                    <a:pt x="153" y="1"/>
                  </a:lnTo>
                  <a:lnTo>
                    <a:pt x="159" y="0"/>
                  </a:lnTo>
                  <a:lnTo>
                    <a:pt x="165" y="1"/>
                  </a:lnTo>
                  <a:lnTo>
                    <a:pt x="170" y="2"/>
                  </a:lnTo>
                  <a:lnTo>
                    <a:pt x="175" y="5"/>
                  </a:lnTo>
                  <a:lnTo>
                    <a:pt x="179" y="7"/>
                  </a:lnTo>
                  <a:lnTo>
                    <a:pt x="183" y="9"/>
                  </a:lnTo>
                  <a:lnTo>
                    <a:pt x="185" y="12"/>
                  </a:lnTo>
                  <a:lnTo>
                    <a:pt x="188" y="13"/>
                  </a:lnTo>
                  <a:lnTo>
                    <a:pt x="191" y="9"/>
                  </a:lnTo>
                  <a:lnTo>
                    <a:pt x="195" y="7"/>
                  </a:lnTo>
                  <a:lnTo>
                    <a:pt x="198" y="6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20" y="7"/>
                  </a:lnTo>
                  <a:lnTo>
                    <a:pt x="226" y="12"/>
                  </a:lnTo>
                  <a:lnTo>
                    <a:pt x="230" y="15"/>
                  </a:lnTo>
                  <a:lnTo>
                    <a:pt x="237" y="10"/>
                  </a:lnTo>
                  <a:lnTo>
                    <a:pt x="243" y="8"/>
                  </a:lnTo>
                  <a:lnTo>
                    <a:pt x="249" y="6"/>
                  </a:lnTo>
                  <a:lnTo>
                    <a:pt x="255" y="5"/>
                  </a:lnTo>
                  <a:lnTo>
                    <a:pt x="258" y="5"/>
                  </a:lnTo>
                  <a:lnTo>
                    <a:pt x="261" y="5"/>
                  </a:lnTo>
                  <a:lnTo>
                    <a:pt x="264" y="5"/>
                  </a:lnTo>
                  <a:lnTo>
                    <a:pt x="265" y="5"/>
                  </a:lnTo>
                  <a:lnTo>
                    <a:pt x="276" y="7"/>
                  </a:lnTo>
                  <a:lnTo>
                    <a:pt x="287" y="10"/>
                  </a:lnTo>
                  <a:lnTo>
                    <a:pt x="295" y="15"/>
                  </a:lnTo>
                  <a:lnTo>
                    <a:pt x="302" y="21"/>
                  </a:lnTo>
                  <a:lnTo>
                    <a:pt x="307" y="28"/>
                  </a:lnTo>
                  <a:lnTo>
                    <a:pt x="311" y="34"/>
                  </a:lnTo>
                  <a:lnTo>
                    <a:pt x="314" y="39"/>
                  </a:lnTo>
                  <a:lnTo>
                    <a:pt x="317" y="44"/>
                  </a:lnTo>
                  <a:lnTo>
                    <a:pt x="324" y="40"/>
                  </a:lnTo>
                  <a:lnTo>
                    <a:pt x="329" y="38"/>
                  </a:lnTo>
                  <a:lnTo>
                    <a:pt x="335" y="36"/>
                  </a:lnTo>
                  <a:lnTo>
                    <a:pt x="342" y="35"/>
                  </a:lnTo>
                  <a:lnTo>
                    <a:pt x="348" y="34"/>
                  </a:lnTo>
                  <a:lnTo>
                    <a:pt x="354" y="34"/>
                  </a:lnTo>
                  <a:lnTo>
                    <a:pt x="358" y="35"/>
                  </a:lnTo>
                  <a:lnTo>
                    <a:pt x="364" y="36"/>
                  </a:lnTo>
                  <a:lnTo>
                    <a:pt x="375" y="43"/>
                  </a:lnTo>
                  <a:lnTo>
                    <a:pt x="384" y="51"/>
                  </a:lnTo>
                  <a:lnTo>
                    <a:pt x="389" y="60"/>
                  </a:lnTo>
                  <a:lnTo>
                    <a:pt x="392" y="67"/>
                  </a:lnTo>
                  <a:lnTo>
                    <a:pt x="397" y="67"/>
                  </a:lnTo>
                  <a:lnTo>
                    <a:pt x="402" y="68"/>
                  </a:lnTo>
                  <a:lnTo>
                    <a:pt x="407" y="68"/>
                  </a:lnTo>
                  <a:lnTo>
                    <a:pt x="411" y="69"/>
                  </a:lnTo>
                  <a:lnTo>
                    <a:pt x="416" y="72"/>
                  </a:lnTo>
                  <a:lnTo>
                    <a:pt x="419" y="73"/>
                  </a:lnTo>
                  <a:lnTo>
                    <a:pt x="423" y="76"/>
                  </a:lnTo>
                  <a:lnTo>
                    <a:pt x="426" y="78"/>
                  </a:lnTo>
                  <a:lnTo>
                    <a:pt x="432" y="87"/>
                  </a:lnTo>
                  <a:lnTo>
                    <a:pt x="435" y="96"/>
                  </a:lnTo>
                  <a:lnTo>
                    <a:pt x="438" y="104"/>
                  </a:lnTo>
                  <a:lnTo>
                    <a:pt x="438" y="110"/>
                  </a:lnTo>
                  <a:lnTo>
                    <a:pt x="446" y="112"/>
                  </a:lnTo>
                  <a:lnTo>
                    <a:pt x="454" y="114"/>
                  </a:lnTo>
                  <a:lnTo>
                    <a:pt x="461" y="118"/>
                  </a:lnTo>
                  <a:lnTo>
                    <a:pt x="466" y="121"/>
                  </a:lnTo>
                  <a:lnTo>
                    <a:pt x="471" y="126"/>
                  </a:lnTo>
                  <a:lnTo>
                    <a:pt x="476" y="130"/>
                  </a:lnTo>
                  <a:lnTo>
                    <a:pt x="479" y="135"/>
                  </a:lnTo>
                  <a:lnTo>
                    <a:pt x="483" y="141"/>
                  </a:lnTo>
                  <a:lnTo>
                    <a:pt x="486" y="153"/>
                  </a:lnTo>
                  <a:lnTo>
                    <a:pt x="486" y="166"/>
                  </a:lnTo>
                  <a:lnTo>
                    <a:pt x="484" y="176"/>
                  </a:lnTo>
                  <a:lnTo>
                    <a:pt x="481" y="184"/>
                  </a:lnTo>
                  <a:lnTo>
                    <a:pt x="486" y="186"/>
                  </a:lnTo>
                  <a:lnTo>
                    <a:pt x="491" y="189"/>
                  </a:lnTo>
                  <a:lnTo>
                    <a:pt x="496" y="191"/>
                  </a:lnTo>
                  <a:lnTo>
                    <a:pt x="502" y="195"/>
                  </a:lnTo>
                  <a:lnTo>
                    <a:pt x="507" y="199"/>
                  </a:lnTo>
                  <a:lnTo>
                    <a:pt x="511" y="205"/>
                  </a:lnTo>
                  <a:lnTo>
                    <a:pt x="516" y="211"/>
                  </a:lnTo>
                  <a:lnTo>
                    <a:pt x="518" y="217"/>
                  </a:lnTo>
                  <a:lnTo>
                    <a:pt x="518" y="221"/>
                  </a:lnTo>
                  <a:lnTo>
                    <a:pt x="518" y="226"/>
                  </a:lnTo>
                  <a:lnTo>
                    <a:pt x="517" y="231"/>
                  </a:lnTo>
                  <a:lnTo>
                    <a:pt x="516" y="235"/>
                  </a:lnTo>
                  <a:lnTo>
                    <a:pt x="532" y="251"/>
                  </a:lnTo>
                  <a:lnTo>
                    <a:pt x="539" y="267"/>
                  </a:lnTo>
                  <a:lnTo>
                    <a:pt x="539" y="282"/>
                  </a:lnTo>
                  <a:lnTo>
                    <a:pt x="538" y="293"/>
                  </a:lnTo>
                  <a:lnTo>
                    <a:pt x="547" y="299"/>
                  </a:lnTo>
                  <a:lnTo>
                    <a:pt x="555" y="303"/>
                  </a:lnTo>
                  <a:lnTo>
                    <a:pt x="562" y="309"/>
                  </a:lnTo>
                  <a:lnTo>
                    <a:pt x="568" y="315"/>
                  </a:lnTo>
                  <a:lnTo>
                    <a:pt x="572" y="322"/>
                  </a:lnTo>
                  <a:lnTo>
                    <a:pt x="576" y="327"/>
                  </a:lnTo>
                  <a:lnTo>
                    <a:pt x="578" y="334"/>
                  </a:lnTo>
                  <a:lnTo>
                    <a:pt x="580" y="341"/>
                  </a:lnTo>
                  <a:lnTo>
                    <a:pt x="580" y="356"/>
                  </a:lnTo>
                  <a:lnTo>
                    <a:pt x="577" y="368"/>
                  </a:lnTo>
                  <a:lnTo>
                    <a:pt x="572" y="378"/>
                  </a:lnTo>
                  <a:lnTo>
                    <a:pt x="568" y="384"/>
                  </a:lnTo>
                  <a:lnTo>
                    <a:pt x="571" y="399"/>
                  </a:lnTo>
                  <a:lnTo>
                    <a:pt x="571" y="410"/>
                  </a:lnTo>
                  <a:lnTo>
                    <a:pt x="569" y="421"/>
                  </a:lnTo>
                  <a:lnTo>
                    <a:pt x="564" y="429"/>
                  </a:lnTo>
                  <a:lnTo>
                    <a:pt x="556" y="435"/>
                  </a:lnTo>
                  <a:lnTo>
                    <a:pt x="548" y="437"/>
                  </a:lnTo>
                  <a:lnTo>
                    <a:pt x="540" y="438"/>
                  </a:lnTo>
                  <a:lnTo>
                    <a:pt x="533" y="438"/>
                  </a:lnTo>
                  <a:lnTo>
                    <a:pt x="534" y="444"/>
                  </a:lnTo>
                  <a:lnTo>
                    <a:pt x="533" y="450"/>
                  </a:lnTo>
                  <a:lnTo>
                    <a:pt x="532" y="456"/>
                  </a:lnTo>
                  <a:lnTo>
                    <a:pt x="529" y="462"/>
                  </a:lnTo>
                  <a:lnTo>
                    <a:pt x="523" y="467"/>
                  </a:lnTo>
                  <a:lnTo>
                    <a:pt x="516" y="470"/>
                  </a:lnTo>
                  <a:lnTo>
                    <a:pt x="507" y="471"/>
                  </a:lnTo>
                  <a:lnTo>
                    <a:pt x="496" y="470"/>
                  </a:lnTo>
                  <a:lnTo>
                    <a:pt x="493" y="475"/>
                  </a:lnTo>
                  <a:lnTo>
                    <a:pt x="487" y="479"/>
                  </a:lnTo>
                  <a:lnTo>
                    <a:pt x="479" y="484"/>
                  </a:lnTo>
                  <a:lnTo>
                    <a:pt x="470" y="485"/>
                  </a:lnTo>
                  <a:lnTo>
                    <a:pt x="465" y="485"/>
                  </a:lnTo>
                  <a:lnTo>
                    <a:pt x="460" y="483"/>
                  </a:lnTo>
                  <a:lnTo>
                    <a:pt x="455" y="481"/>
                  </a:lnTo>
                  <a:lnTo>
                    <a:pt x="450" y="476"/>
                  </a:lnTo>
                  <a:lnTo>
                    <a:pt x="446" y="471"/>
                  </a:lnTo>
                  <a:lnTo>
                    <a:pt x="441" y="466"/>
                  </a:lnTo>
                  <a:lnTo>
                    <a:pt x="436" y="459"/>
                  </a:lnTo>
                  <a:lnTo>
                    <a:pt x="432" y="451"/>
                  </a:lnTo>
                  <a:lnTo>
                    <a:pt x="428" y="458"/>
                  </a:lnTo>
                  <a:lnTo>
                    <a:pt x="425" y="466"/>
                  </a:lnTo>
                  <a:lnTo>
                    <a:pt x="419" y="473"/>
                  </a:lnTo>
                  <a:lnTo>
                    <a:pt x="411" y="478"/>
                  </a:lnTo>
                  <a:lnTo>
                    <a:pt x="407" y="481"/>
                  </a:lnTo>
                  <a:lnTo>
                    <a:pt x="403" y="482"/>
                  </a:lnTo>
                  <a:lnTo>
                    <a:pt x="398" y="483"/>
                  </a:lnTo>
                  <a:lnTo>
                    <a:pt x="394" y="483"/>
                  </a:lnTo>
                  <a:lnTo>
                    <a:pt x="388" y="482"/>
                  </a:lnTo>
                  <a:lnTo>
                    <a:pt x="384" y="481"/>
                  </a:lnTo>
                  <a:lnTo>
                    <a:pt x="378" y="478"/>
                  </a:lnTo>
                  <a:lnTo>
                    <a:pt x="372" y="476"/>
                  </a:lnTo>
                  <a:lnTo>
                    <a:pt x="369" y="475"/>
                  </a:lnTo>
                  <a:lnTo>
                    <a:pt x="364" y="471"/>
                  </a:lnTo>
                  <a:lnTo>
                    <a:pt x="357" y="466"/>
                  </a:lnTo>
                  <a:lnTo>
                    <a:pt x="351" y="456"/>
                  </a:lnTo>
                  <a:lnTo>
                    <a:pt x="346" y="459"/>
                  </a:lnTo>
                  <a:lnTo>
                    <a:pt x="337" y="460"/>
                  </a:lnTo>
                  <a:lnTo>
                    <a:pt x="329" y="460"/>
                  </a:lnTo>
                  <a:lnTo>
                    <a:pt x="320" y="458"/>
                  </a:lnTo>
                  <a:lnTo>
                    <a:pt x="316" y="456"/>
                  </a:lnTo>
                  <a:lnTo>
                    <a:pt x="310" y="454"/>
                  </a:lnTo>
                  <a:lnTo>
                    <a:pt x="305" y="451"/>
                  </a:lnTo>
                  <a:lnTo>
                    <a:pt x="302" y="447"/>
                  </a:lnTo>
                  <a:lnTo>
                    <a:pt x="297" y="443"/>
                  </a:lnTo>
                  <a:lnTo>
                    <a:pt x="293" y="438"/>
                  </a:lnTo>
                  <a:lnTo>
                    <a:pt x="289" y="432"/>
                  </a:lnTo>
                  <a:lnTo>
                    <a:pt x="286" y="426"/>
                  </a:lnTo>
                  <a:lnTo>
                    <a:pt x="282" y="431"/>
                  </a:lnTo>
                  <a:lnTo>
                    <a:pt x="279" y="435"/>
                  </a:lnTo>
                  <a:lnTo>
                    <a:pt x="274" y="437"/>
                  </a:lnTo>
                  <a:lnTo>
                    <a:pt x="268" y="439"/>
                  </a:lnTo>
                  <a:lnTo>
                    <a:pt x="263" y="441"/>
                  </a:lnTo>
                  <a:lnTo>
                    <a:pt x="256" y="443"/>
                  </a:lnTo>
                  <a:lnTo>
                    <a:pt x="248" y="444"/>
                  </a:lnTo>
                  <a:lnTo>
                    <a:pt x="240" y="444"/>
                  </a:lnTo>
                  <a:lnTo>
                    <a:pt x="238" y="444"/>
                  </a:lnTo>
                  <a:lnTo>
                    <a:pt x="236" y="444"/>
                  </a:lnTo>
                  <a:lnTo>
                    <a:pt x="231" y="443"/>
                  </a:lnTo>
                  <a:lnTo>
                    <a:pt x="227" y="440"/>
                  </a:lnTo>
                  <a:lnTo>
                    <a:pt x="221" y="438"/>
                  </a:lnTo>
                  <a:lnTo>
                    <a:pt x="214" y="435"/>
                  </a:lnTo>
                  <a:lnTo>
                    <a:pt x="208" y="429"/>
                  </a:lnTo>
                  <a:lnTo>
                    <a:pt x="204" y="422"/>
                  </a:lnTo>
                  <a:lnTo>
                    <a:pt x="198" y="424"/>
                  </a:lnTo>
                  <a:lnTo>
                    <a:pt x="188" y="426"/>
                  </a:lnTo>
                  <a:lnTo>
                    <a:pt x="175" y="428"/>
                  </a:lnTo>
                  <a:lnTo>
                    <a:pt x="161" y="426"/>
                  </a:lnTo>
                  <a:lnTo>
                    <a:pt x="146" y="422"/>
                  </a:lnTo>
                  <a:lnTo>
                    <a:pt x="130" y="414"/>
                  </a:lnTo>
                  <a:lnTo>
                    <a:pt x="116" y="400"/>
                  </a:lnTo>
                  <a:lnTo>
                    <a:pt x="104" y="379"/>
                  </a:lnTo>
                  <a:lnTo>
                    <a:pt x="96" y="383"/>
                  </a:lnTo>
                  <a:lnTo>
                    <a:pt x="88" y="385"/>
                  </a:lnTo>
                  <a:lnTo>
                    <a:pt x="81" y="386"/>
                  </a:lnTo>
                  <a:lnTo>
                    <a:pt x="74" y="387"/>
                  </a:lnTo>
                  <a:lnTo>
                    <a:pt x="67" y="387"/>
                  </a:lnTo>
                  <a:lnTo>
                    <a:pt x="60" y="386"/>
                  </a:lnTo>
                  <a:lnTo>
                    <a:pt x="54" y="384"/>
                  </a:lnTo>
                  <a:lnTo>
                    <a:pt x="48" y="382"/>
                  </a:lnTo>
                  <a:lnTo>
                    <a:pt x="37" y="371"/>
                  </a:lnTo>
                  <a:lnTo>
                    <a:pt x="29" y="358"/>
                  </a:lnTo>
                  <a:lnTo>
                    <a:pt x="25" y="347"/>
                  </a:lnTo>
                  <a:lnTo>
                    <a:pt x="24" y="340"/>
                  </a:lnTo>
                  <a:lnTo>
                    <a:pt x="13" y="326"/>
                  </a:lnTo>
                  <a:lnTo>
                    <a:pt x="5" y="312"/>
                  </a:lnTo>
                  <a:lnTo>
                    <a:pt x="0" y="300"/>
                  </a:lnTo>
                  <a:lnTo>
                    <a:pt x="0" y="288"/>
                  </a:lnTo>
                  <a:lnTo>
                    <a:pt x="5" y="276"/>
                  </a:lnTo>
                  <a:lnTo>
                    <a:pt x="12" y="266"/>
                  </a:lnTo>
                  <a:lnTo>
                    <a:pt x="21" y="261"/>
                  </a:lnTo>
                  <a:lnTo>
                    <a:pt x="29" y="256"/>
                  </a:lnTo>
                  <a:lnTo>
                    <a:pt x="30" y="255"/>
                  </a:lnTo>
                  <a:lnTo>
                    <a:pt x="32" y="254"/>
                  </a:lnTo>
                  <a:lnTo>
                    <a:pt x="33" y="254"/>
                  </a:lnTo>
                  <a:lnTo>
                    <a:pt x="33" y="25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 flipH="1">
              <a:off x="2242" y="975"/>
              <a:ext cx="59" cy="81"/>
            </a:xfrm>
            <a:custGeom>
              <a:avLst/>
              <a:gdLst>
                <a:gd name="T0" fmla="*/ 1 w 117"/>
                <a:gd name="T1" fmla="*/ 1 h 163"/>
                <a:gd name="T2" fmla="*/ 0 w 117"/>
                <a:gd name="T3" fmla="*/ 1 h 163"/>
                <a:gd name="T4" fmla="*/ 0 w 117"/>
                <a:gd name="T5" fmla="*/ 0 h 163"/>
                <a:gd name="T6" fmla="*/ 1 w 117"/>
                <a:gd name="T7" fmla="*/ 0 h 163"/>
                <a:gd name="T8" fmla="*/ 2 w 117"/>
                <a:gd name="T9" fmla="*/ 0 h 163"/>
                <a:gd name="T10" fmla="*/ 3 w 117"/>
                <a:gd name="T11" fmla="*/ 1 h 163"/>
                <a:gd name="T12" fmla="*/ 5 w 117"/>
                <a:gd name="T13" fmla="*/ 4 h 163"/>
                <a:gd name="T14" fmla="*/ 6 w 117"/>
                <a:gd name="T15" fmla="*/ 9 h 163"/>
                <a:gd name="T16" fmla="*/ 3 w 117"/>
                <a:gd name="T17" fmla="*/ 15 h 163"/>
                <a:gd name="T18" fmla="*/ 2 w 117"/>
                <a:gd name="T19" fmla="*/ 19 h 163"/>
                <a:gd name="T20" fmla="*/ 3 w 117"/>
                <a:gd name="T21" fmla="*/ 22 h 163"/>
                <a:gd name="T22" fmla="*/ 5 w 117"/>
                <a:gd name="T23" fmla="*/ 25 h 163"/>
                <a:gd name="T24" fmla="*/ 9 w 117"/>
                <a:gd name="T25" fmla="*/ 26 h 163"/>
                <a:gd name="T26" fmla="*/ 10 w 117"/>
                <a:gd name="T27" fmla="*/ 26 h 163"/>
                <a:gd name="T28" fmla="*/ 11 w 117"/>
                <a:gd name="T29" fmla="*/ 25 h 163"/>
                <a:gd name="T30" fmla="*/ 14 w 117"/>
                <a:gd name="T31" fmla="*/ 22 h 163"/>
                <a:gd name="T32" fmla="*/ 17 w 117"/>
                <a:gd name="T33" fmla="*/ 21 h 163"/>
                <a:gd name="T34" fmla="*/ 20 w 117"/>
                <a:gd name="T35" fmla="*/ 21 h 163"/>
                <a:gd name="T36" fmla="*/ 24 w 117"/>
                <a:gd name="T37" fmla="*/ 22 h 163"/>
                <a:gd name="T38" fmla="*/ 28 w 117"/>
                <a:gd name="T39" fmla="*/ 29 h 163"/>
                <a:gd name="T40" fmla="*/ 30 w 117"/>
                <a:gd name="T41" fmla="*/ 37 h 163"/>
                <a:gd name="T42" fmla="*/ 30 w 117"/>
                <a:gd name="T43" fmla="*/ 39 h 163"/>
                <a:gd name="T44" fmla="*/ 29 w 117"/>
                <a:gd name="T45" fmla="*/ 40 h 163"/>
                <a:gd name="T46" fmla="*/ 28 w 117"/>
                <a:gd name="T47" fmla="*/ 40 h 163"/>
                <a:gd name="T48" fmla="*/ 28 w 117"/>
                <a:gd name="T49" fmla="*/ 39 h 163"/>
                <a:gd name="T50" fmla="*/ 28 w 117"/>
                <a:gd name="T51" fmla="*/ 39 h 163"/>
                <a:gd name="T52" fmla="*/ 28 w 117"/>
                <a:gd name="T53" fmla="*/ 34 h 163"/>
                <a:gd name="T54" fmla="*/ 24 w 117"/>
                <a:gd name="T55" fmla="*/ 25 h 163"/>
                <a:gd name="T56" fmla="*/ 22 w 117"/>
                <a:gd name="T57" fmla="*/ 23 h 163"/>
                <a:gd name="T58" fmla="*/ 18 w 117"/>
                <a:gd name="T59" fmla="*/ 23 h 163"/>
                <a:gd name="T60" fmla="*/ 16 w 117"/>
                <a:gd name="T61" fmla="*/ 23 h 163"/>
                <a:gd name="T62" fmla="*/ 13 w 117"/>
                <a:gd name="T63" fmla="*/ 25 h 163"/>
                <a:gd name="T64" fmla="*/ 12 w 117"/>
                <a:gd name="T65" fmla="*/ 26 h 163"/>
                <a:gd name="T66" fmla="*/ 12 w 117"/>
                <a:gd name="T67" fmla="*/ 27 h 163"/>
                <a:gd name="T68" fmla="*/ 12 w 117"/>
                <a:gd name="T69" fmla="*/ 27 h 163"/>
                <a:gd name="T70" fmla="*/ 12 w 117"/>
                <a:gd name="T71" fmla="*/ 27 h 163"/>
                <a:gd name="T72" fmla="*/ 12 w 117"/>
                <a:gd name="T73" fmla="*/ 28 h 163"/>
                <a:gd name="T74" fmla="*/ 11 w 117"/>
                <a:gd name="T75" fmla="*/ 28 h 163"/>
                <a:gd name="T76" fmla="*/ 11 w 117"/>
                <a:gd name="T77" fmla="*/ 33 h 163"/>
                <a:gd name="T78" fmla="*/ 11 w 117"/>
                <a:gd name="T79" fmla="*/ 39 h 163"/>
                <a:gd name="T80" fmla="*/ 11 w 117"/>
                <a:gd name="T81" fmla="*/ 40 h 163"/>
                <a:gd name="T82" fmla="*/ 10 w 117"/>
                <a:gd name="T83" fmla="*/ 40 h 163"/>
                <a:gd name="T84" fmla="*/ 9 w 117"/>
                <a:gd name="T85" fmla="*/ 40 h 163"/>
                <a:gd name="T86" fmla="*/ 9 w 117"/>
                <a:gd name="T87" fmla="*/ 39 h 163"/>
                <a:gd name="T88" fmla="*/ 9 w 117"/>
                <a:gd name="T89" fmla="*/ 33 h 163"/>
                <a:gd name="T90" fmla="*/ 9 w 117"/>
                <a:gd name="T91" fmla="*/ 28 h 163"/>
                <a:gd name="T92" fmla="*/ 6 w 117"/>
                <a:gd name="T93" fmla="*/ 27 h 163"/>
                <a:gd name="T94" fmla="*/ 3 w 117"/>
                <a:gd name="T95" fmla="*/ 25 h 163"/>
                <a:gd name="T96" fmla="*/ 1 w 117"/>
                <a:gd name="T97" fmla="*/ 21 h 163"/>
                <a:gd name="T98" fmla="*/ 1 w 117"/>
                <a:gd name="T99" fmla="*/ 16 h 163"/>
                <a:gd name="T100" fmla="*/ 1 w 117"/>
                <a:gd name="T101" fmla="*/ 16 h 163"/>
                <a:gd name="T102" fmla="*/ 3 w 117"/>
                <a:gd name="T103" fmla="*/ 12 h 163"/>
                <a:gd name="T104" fmla="*/ 4 w 117"/>
                <a:gd name="T105" fmla="*/ 6 h 163"/>
                <a:gd name="T106" fmla="*/ 3 w 117"/>
                <a:gd name="T107" fmla="*/ 3 h 163"/>
                <a:gd name="T108" fmla="*/ 1 w 117"/>
                <a:gd name="T109" fmla="*/ 1 h 16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17"/>
                <a:gd name="T166" fmla="*/ 0 h 163"/>
                <a:gd name="T167" fmla="*/ 117 w 117"/>
                <a:gd name="T168" fmla="*/ 163 h 16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17" h="163">
                  <a:moveTo>
                    <a:pt x="1" y="7"/>
                  </a:moveTo>
                  <a:lnTo>
                    <a:pt x="1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11" y="5"/>
                  </a:lnTo>
                  <a:lnTo>
                    <a:pt x="17" y="11"/>
                  </a:lnTo>
                  <a:lnTo>
                    <a:pt x="20" y="16"/>
                  </a:lnTo>
                  <a:lnTo>
                    <a:pt x="23" y="23"/>
                  </a:lnTo>
                  <a:lnTo>
                    <a:pt x="23" y="38"/>
                  </a:lnTo>
                  <a:lnTo>
                    <a:pt x="18" y="52"/>
                  </a:lnTo>
                  <a:lnTo>
                    <a:pt x="12" y="63"/>
                  </a:lnTo>
                  <a:lnTo>
                    <a:pt x="8" y="69"/>
                  </a:lnTo>
                  <a:lnTo>
                    <a:pt x="8" y="78"/>
                  </a:lnTo>
                  <a:lnTo>
                    <a:pt x="9" y="84"/>
                  </a:lnTo>
                  <a:lnTo>
                    <a:pt x="11" y="91"/>
                  </a:lnTo>
                  <a:lnTo>
                    <a:pt x="15" y="96"/>
                  </a:lnTo>
                  <a:lnTo>
                    <a:pt x="20" y="101"/>
                  </a:lnTo>
                  <a:lnTo>
                    <a:pt x="27" y="104"/>
                  </a:lnTo>
                  <a:lnTo>
                    <a:pt x="33" y="106"/>
                  </a:lnTo>
                  <a:lnTo>
                    <a:pt x="39" y="107"/>
                  </a:lnTo>
                  <a:lnTo>
                    <a:pt x="40" y="105"/>
                  </a:lnTo>
                  <a:lnTo>
                    <a:pt x="41" y="103"/>
                  </a:lnTo>
                  <a:lnTo>
                    <a:pt x="43" y="101"/>
                  </a:lnTo>
                  <a:lnTo>
                    <a:pt x="44" y="98"/>
                  </a:lnTo>
                  <a:lnTo>
                    <a:pt x="53" y="90"/>
                  </a:lnTo>
                  <a:lnTo>
                    <a:pt x="61" y="87"/>
                  </a:lnTo>
                  <a:lnTo>
                    <a:pt x="66" y="84"/>
                  </a:lnTo>
                  <a:lnTo>
                    <a:pt x="69" y="84"/>
                  </a:lnTo>
                  <a:lnTo>
                    <a:pt x="79" y="86"/>
                  </a:lnTo>
                  <a:lnTo>
                    <a:pt x="87" y="87"/>
                  </a:lnTo>
                  <a:lnTo>
                    <a:pt x="95" y="91"/>
                  </a:lnTo>
                  <a:lnTo>
                    <a:pt x="102" y="97"/>
                  </a:lnTo>
                  <a:lnTo>
                    <a:pt x="112" y="116"/>
                  </a:lnTo>
                  <a:lnTo>
                    <a:pt x="117" y="134"/>
                  </a:lnTo>
                  <a:lnTo>
                    <a:pt x="117" y="150"/>
                  </a:lnTo>
                  <a:lnTo>
                    <a:pt x="117" y="157"/>
                  </a:lnTo>
                  <a:lnTo>
                    <a:pt x="117" y="158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12" y="161"/>
                  </a:lnTo>
                  <a:lnTo>
                    <a:pt x="111" y="161"/>
                  </a:lnTo>
                  <a:lnTo>
                    <a:pt x="110" y="159"/>
                  </a:lnTo>
                  <a:lnTo>
                    <a:pt x="109" y="157"/>
                  </a:lnTo>
                  <a:lnTo>
                    <a:pt x="109" y="156"/>
                  </a:lnTo>
                  <a:lnTo>
                    <a:pt x="109" y="150"/>
                  </a:lnTo>
                  <a:lnTo>
                    <a:pt x="109" y="136"/>
                  </a:lnTo>
                  <a:lnTo>
                    <a:pt x="106" y="119"/>
                  </a:lnTo>
                  <a:lnTo>
                    <a:pt x="96" y="103"/>
                  </a:lnTo>
                  <a:lnTo>
                    <a:pt x="91" y="98"/>
                  </a:lnTo>
                  <a:lnTo>
                    <a:pt x="85" y="95"/>
                  </a:lnTo>
                  <a:lnTo>
                    <a:pt x="77" y="94"/>
                  </a:lnTo>
                  <a:lnTo>
                    <a:pt x="69" y="93"/>
                  </a:lnTo>
                  <a:lnTo>
                    <a:pt x="66" y="93"/>
                  </a:lnTo>
                  <a:lnTo>
                    <a:pt x="63" y="94"/>
                  </a:lnTo>
                  <a:lnTo>
                    <a:pt x="56" y="97"/>
                  </a:lnTo>
                  <a:lnTo>
                    <a:pt x="50" y="103"/>
                  </a:lnTo>
                  <a:lnTo>
                    <a:pt x="49" y="104"/>
                  </a:lnTo>
                  <a:lnTo>
                    <a:pt x="48" y="106"/>
                  </a:lnTo>
                  <a:lnTo>
                    <a:pt x="47" y="107"/>
                  </a:lnTo>
                  <a:lnTo>
                    <a:pt x="46" y="110"/>
                  </a:lnTo>
                  <a:lnTo>
                    <a:pt x="47" y="110"/>
                  </a:lnTo>
                  <a:lnTo>
                    <a:pt x="47" y="111"/>
                  </a:lnTo>
                  <a:lnTo>
                    <a:pt x="47" y="112"/>
                  </a:lnTo>
                  <a:lnTo>
                    <a:pt x="46" y="113"/>
                  </a:lnTo>
                  <a:lnTo>
                    <a:pt x="46" y="114"/>
                  </a:lnTo>
                  <a:lnTo>
                    <a:pt x="44" y="114"/>
                  </a:lnTo>
                  <a:lnTo>
                    <a:pt x="42" y="124"/>
                  </a:lnTo>
                  <a:lnTo>
                    <a:pt x="41" y="134"/>
                  </a:lnTo>
                  <a:lnTo>
                    <a:pt x="41" y="146"/>
                  </a:lnTo>
                  <a:lnTo>
                    <a:pt x="43" y="158"/>
                  </a:lnTo>
                  <a:lnTo>
                    <a:pt x="43" y="159"/>
                  </a:lnTo>
                  <a:lnTo>
                    <a:pt x="42" y="162"/>
                  </a:lnTo>
                  <a:lnTo>
                    <a:pt x="41" y="163"/>
                  </a:lnTo>
                  <a:lnTo>
                    <a:pt x="40" y="163"/>
                  </a:lnTo>
                  <a:lnTo>
                    <a:pt x="39" y="163"/>
                  </a:lnTo>
                  <a:lnTo>
                    <a:pt x="36" y="163"/>
                  </a:lnTo>
                  <a:lnTo>
                    <a:pt x="35" y="161"/>
                  </a:lnTo>
                  <a:lnTo>
                    <a:pt x="35" y="159"/>
                  </a:lnTo>
                  <a:lnTo>
                    <a:pt x="33" y="147"/>
                  </a:lnTo>
                  <a:lnTo>
                    <a:pt x="33" y="135"/>
                  </a:lnTo>
                  <a:lnTo>
                    <a:pt x="33" y="125"/>
                  </a:lnTo>
                  <a:lnTo>
                    <a:pt x="35" y="114"/>
                  </a:lnTo>
                  <a:lnTo>
                    <a:pt x="30" y="113"/>
                  </a:lnTo>
                  <a:lnTo>
                    <a:pt x="23" y="111"/>
                  </a:lnTo>
                  <a:lnTo>
                    <a:pt x="16" y="107"/>
                  </a:lnTo>
                  <a:lnTo>
                    <a:pt x="9" y="102"/>
                  </a:lnTo>
                  <a:lnTo>
                    <a:pt x="4" y="95"/>
                  </a:lnTo>
                  <a:lnTo>
                    <a:pt x="1" y="87"/>
                  </a:lnTo>
                  <a:lnTo>
                    <a:pt x="0" y="78"/>
                  </a:lnTo>
                  <a:lnTo>
                    <a:pt x="1" y="67"/>
                  </a:lnTo>
                  <a:lnTo>
                    <a:pt x="1" y="66"/>
                  </a:lnTo>
                  <a:lnTo>
                    <a:pt x="1" y="65"/>
                  </a:lnTo>
                  <a:lnTo>
                    <a:pt x="3" y="61"/>
                  </a:lnTo>
                  <a:lnTo>
                    <a:pt x="9" y="51"/>
                  </a:lnTo>
                  <a:lnTo>
                    <a:pt x="13" y="38"/>
                  </a:lnTo>
                  <a:lnTo>
                    <a:pt x="15" y="25"/>
                  </a:lnTo>
                  <a:lnTo>
                    <a:pt x="12" y="20"/>
                  </a:lnTo>
                  <a:lnTo>
                    <a:pt x="10" y="15"/>
                  </a:lnTo>
                  <a:lnTo>
                    <a:pt x="6" y="11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 flipH="1">
              <a:off x="2123" y="936"/>
              <a:ext cx="167" cy="207"/>
            </a:xfrm>
            <a:custGeom>
              <a:avLst/>
              <a:gdLst>
                <a:gd name="T0" fmla="*/ 57 w 332"/>
                <a:gd name="T1" fmla="*/ 100 h 414"/>
                <a:gd name="T2" fmla="*/ 64 w 332"/>
                <a:gd name="T3" fmla="*/ 96 h 414"/>
                <a:gd name="T4" fmla="*/ 62 w 332"/>
                <a:gd name="T5" fmla="*/ 77 h 414"/>
                <a:gd name="T6" fmla="*/ 53 w 332"/>
                <a:gd name="T7" fmla="*/ 72 h 414"/>
                <a:gd name="T8" fmla="*/ 53 w 332"/>
                <a:gd name="T9" fmla="*/ 70 h 414"/>
                <a:gd name="T10" fmla="*/ 64 w 332"/>
                <a:gd name="T11" fmla="*/ 75 h 414"/>
                <a:gd name="T12" fmla="*/ 65 w 332"/>
                <a:gd name="T13" fmla="*/ 71 h 414"/>
                <a:gd name="T14" fmla="*/ 68 w 332"/>
                <a:gd name="T15" fmla="*/ 67 h 414"/>
                <a:gd name="T16" fmla="*/ 59 w 332"/>
                <a:gd name="T17" fmla="*/ 49 h 414"/>
                <a:gd name="T18" fmla="*/ 53 w 332"/>
                <a:gd name="T19" fmla="*/ 33 h 414"/>
                <a:gd name="T20" fmla="*/ 53 w 332"/>
                <a:gd name="T21" fmla="*/ 30 h 414"/>
                <a:gd name="T22" fmla="*/ 43 w 332"/>
                <a:gd name="T23" fmla="*/ 23 h 414"/>
                <a:gd name="T24" fmla="*/ 25 w 332"/>
                <a:gd name="T25" fmla="*/ 33 h 414"/>
                <a:gd name="T26" fmla="*/ 24 w 332"/>
                <a:gd name="T27" fmla="*/ 29 h 414"/>
                <a:gd name="T28" fmla="*/ 21 w 332"/>
                <a:gd name="T29" fmla="*/ 24 h 414"/>
                <a:gd name="T30" fmla="*/ 13 w 332"/>
                <a:gd name="T31" fmla="*/ 35 h 414"/>
                <a:gd name="T32" fmla="*/ 11 w 332"/>
                <a:gd name="T33" fmla="*/ 42 h 414"/>
                <a:gd name="T34" fmla="*/ 11 w 332"/>
                <a:gd name="T35" fmla="*/ 35 h 414"/>
                <a:gd name="T36" fmla="*/ 4 w 332"/>
                <a:gd name="T37" fmla="*/ 36 h 414"/>
                <a:gd name="T38" fmla="*/ 0 w 332"/>
                <a:gd name="T39" fmla="*/ 39 h 414"/>
                <a:gd name="T40" fmla="*/ 11 w 332"/>
                <a:gd name="T41" fmla="*/ 33 h 414"/>
                <a:gd name="T42" fmla="*/ 26 w 332"/>
                <a:gd name="T43" fmla="*/ 22 h 414"/>
                <a:gd name="T44" fmla="*/ 32 w 332"/>
                <a:gd name="T45" fmla="*/ 21 h 414"/>
                <a:gd name="T46" fmla="*/ 37 w 332"/>
                <a:gd name="T47" fmla="*/ 14 h 414"/>
                <a:gd name="T48" fmla="*/ 24 w 332"/>
                <a:gd name="T49" fmla="*/ 14 h 414"/>
                <a:gd name="T50" fmla="*/ 14 w 332"/>
                <a:gd name="T51" fmla="*/ 13 h 414"/>
                <a:gd name="T52" fmla="*/ 14 w 332"/>
                <a:gd name="T53" fmla="*/ 1 h 414"/>
                <a:gd name="T54" fmla="*/ 14 w 332"/>
                <a:gd name="T55" fmla="*/ 7 h 414"/>
                <a:gd name="T56" fmla="*/ 20 w 332"/>
                <a:gd name="T57" fmla="*/ 10 h 414"/>
                <a:gd name="T58" fmla="*/ 25 w 332"/>
                <a:gd name="T59" fmla="*/ 2 h 414"/>
                <a:gd name="T60" fmla="*/ 26 w 332"/>
                <a:gd name="T61" fmla="*/ 1 h 414"/>
                <a:gd name="T62" fmla="*/ 24 w 332"/>
                <a:gd name="T63" fmla="*/ 12 h 414"/>
                <a:gd name="T64" fmla="*/ 33 w 332"/>
                <a:gd name="T65" fmla="*/ 11 h 414"/>
                <a:gd name="T66" fmla="*/ 36 w 332"/>
                <a:gd name="T67" fmla="*/ 11 h 414"/>
                <a:gd name="T68" fmla="*/ 35 w 332"/>
                <a:gd name="T69" fmla="*/ 6 h 414"/>
                <a:gd name="T70" fmla="*/ 38 w 332"/>
                <a:gd name="T71" fmla="*/ 12 h 414"/>
                <a:gd name="T72" fmla="*/ 42 w 332"/>
                <a:gd name="T73" fmla="*/ 20 h 414"/>
                <a:gd name="T74" fmla="*/ 51 w 332"/>
                <a:gd name="T75" fmla="*/ 25 h 414"/>
                <a:gd name="T76" fmla="*/ 57 w 332"/>
                <a:gd name="T77" fmla="*/ 26 h 414"/>
                <a:gd name="T78" fmla="*/ 59 w 332"/>
                <a:gd name="T79" fmla="*/ 25 h 414"/>
                <a:gd name="T80" fmla="*/ 59 w 332"/>
                <a:gd name="T81" fmla="*/ 26 h 414"/>
                <a:gd name="T82" fmla="*/ 55 w 332"/>
                <a:gd name="T83" fmla="*/ 43 h 414"/>
                <a:gd name="T84" fmla="*/ 67 w 332"/>
                <a:gd name="T85" fmla="*/ 48 h 414"/>
                <a:gd name="T86" fmla="*/ 68 w 332"/>
                <a:gd name="T87" fmla="*/ 48 h 414"/>
                <a:gd name="T88" fmla="*/ 71 w 332"/>
                <a:gd name="T89" fmla="*/ 61 h 414"/>
                <a:gd name="T90" fmla="*/ 76 w 332"/>
                <a:gd name="T91" fmla="*/ 60 h 414"/>
                <a:gd name="T92" fmla="*/ 70 w 332"/>
                <a:gd name="T93" fmla="*/ 66 h 414"/>
                <a:gd name="T94" fmla="*/ 73 w 332"/>
                <a:gd name="T95" fmla="*/ 75 h 414"/>
                <a:gd name="T96" fmla="*/ 84 w 332"/>
                <a:gd name="T97" fmla="*/ 76 h 414"/>
                <a:gd name="T98" fmla="*/ 80 w 332"/>
                <a:gd name="T99" fmla="*/ 79 h 414"/>
                <a:gd name="T100" fmla="*/ 65 w 332"/>
                <a:gd name="T101" fmla="*/ 76 h 414"/>
                <a:gd name="T102" fmla="*/ 79 w 332"/>
                <a:gd name="T103" fmla="*/ 86 h 414"/>
                <a:gd name="T104" fmla="*/ 79 w 332"/>
                <a:gd name="T105" fmla="*/ 90 h 414"/>
                <a:gd name="T106" fmla="*/ 73 w 332"/>
                <a:gd name="T107" fmla="*/ 85 h 414"/>
                <a:gd name="T108" fmla="*/ 66 w 332"/>
                <a:gd name="T109" fmla="*/ 96 h 414"/>
                <a:gd name="T110" fmla="*/ 71 w 332"/>
                <a:gd name="T111" fmla="*/ 104 h 414"/>
                <a:gd name="T112" fmla="*/ 67 w 332"/>
                <a:gd name="T113" fmla="*/ 99 h 414"/>
                <a:gd name="T114" fmla="*/ 52 w 332"/>
                <a:gd name="T115" fmla="*/ 101 h 414"/>
                <a:gd name="T116" fmla="*/ 43 w 332"/>
                <a:gd name="T117" fmla="*/ 91 h 41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32"/>
                <a:gd name="T178" fmla="*/ 0 h 414"/>
                <a:gd name="T179" fmla="*/ 332 w 332"/>
                <a:gd name="T180" fmla="*/ 414 h 414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32" h="414">
                  <a:moveTo>
                    <a:pt x="175" y="363"/>
                  </a:moveTo>
                  <a:lnTo>
                    <a:pt x="182" y="376"/>
                  </a:lnTo>
                  <a:lnTo>
                    <a:pt x="190" y="385"/>
                  </a:lnTo>
                  <a:lnTo>
                    <a:pt x="198" y="391"/>
                  </a:lnTo>
                  <a:lnTo>
                    <a:pt x="206" y="395"/>
                  </a:lnTo>
                  <a:lnTo>
                    <a:pt x="213" y="396"/>
                  </a:lnTo>
                  <a:lnTo>
                    <a:pt x="218" y="398"/>
                  </a:lnTo>
                  <a:lnTo>
                    <a:pt x="223" y="398"/>
                  </a:lnTo>
                  <a:lnTo>
                    <a:pt x="224" y="398"/>
                  </a:lnTo>
                  <a:lnTo>
                    <a:pt x="231" y="395"/>
                  </a:lnTo>
                  <a:lnTo>
                    <a:pt x="238" y="393"/>
                  </a:lnTo>
                  <a:lnTo>
                    <a:pt x="244" y="391"/>
                  </a:lnTo>
                  <a:lnTo>
                    <a:pt x="248" y="387"/>
                  </a:lnTo>
                  <a:lnTo>
                    <a:pt x="248" y="386"/>
                  </a:lnTo>
                  <a:lnTo>
                    <a:pt x="250" y="385"/>
                  </a:lnTo>
                  <a:lnTo>
                    <a:pt x="251" y="384"/>
                  </a:lnTo>
                  <a:lnTo>
                    <a:pt x="252" y="384"/>
                  </a:lnTo>
                  <a:lnTo>
                    <a:pt x="254" y="381"/>
                  </a:lnTo>
                  <a:lnTo>
                    <a:pt x="256" y="378"/>
                  </a:lnTo>
                  <a:lnTo>
                    <a:pt x="258" y="376"/>
                  </a:lnTo>
                  <a:lnTo>
                    <a:pt x="259" y="373"/>
                  </a:lnTo>
                  <a:lnTo>
                    <a:pt x="263" y="355"/>
                  </a:lnTo>
                  <a:lnTo>
                    <a:pt x="262" y="335"/>
                  </a:lnTo>
                  <a:lnTo>
                    <a:pt x="256" y="318"/>
                  </a:lnTo>
                  <a:lnTo>
                    <a:pt x="252" y="306"/>
                  </a:lnTo>
                  <a:lnTo>
                    <a:pt x="250" y="308"/>
                  </a:lnTo>
                  <a:lnTo>
                    <a:pt x="247" y="308"/>
                  </a:lnTo>
                  <a:lnTo>
                    <a:pt x="244" y="309"/>
                  </a:lnTo>
                  <a:lnTo>
                    <a:pt x="239" y="309"/>
                  </a:lnTo>
                  <a:lnTo>
                    <a:pt x="235" y="308"/>
                  </a:lnTo>
                  <a:lnTo>
                    <a:pt x="230" y="306"/>
                  </a:lnTo>
                  <a:lnTo>
                    <a:pt x="225" y="304"/>
                  </a:lnTo>
                  <a:lnTo>
                    <a:pt x="222" y="301"/>
                  </a:lnTo>
                  <a:lnTo>
                    <a:pt x="217" y="297"/>
                  </a:lnTo>
                  <a:lnTo>
                    <a:pt x="213" y="293"/>
                  </a:lnTo>
                  <a:lnTo>
                    <a:pt x="208" y="288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202" y="279"/>
                  </a:lnTo>
                  <a:lnTo>
                    <a:pt x="202" y="278"/>
                  </a:lnTo>
                  <a:lnTo>
                    <a:pt x="203" y="277"/>
                  </a:lnTo>
                  <a:lnTo>
                    <a:pt x="205" y="275"/>
                  </a:lnTo>
                  <a:lnTo>
                    <a:pt x="207" y="275"/>
                  </a:lnTo>
                  <a:lnTo>
                    <a:pt x="208" y="275"/>
                  </a:lnTo>
                  <a:lnTo>
                    <a:pt x="209" y="277"/>
                  </a:lnTo>
                  <a:lnTo>
                    <a:pt x="217" y="287"/>
                  </a:lnTo>
                  <a:lnTo>
                    <a:pt x="225" y="294"/>
                  </a:lnTo>
                  <a:lnTo>
                    <a:pt x="232" y="298"/>
                  </a:lnTo>
                  <a:lnTo>
                    <a:pt x="240" y="301"/>
                  </a:lnTo>
                  <a:lnTo>
                    <a:pt x="245" y="301"/>
                  </a:lnTo>
                  <a:lnTo>
                    <a:pt x="248" y="298"/>
                  </a:lnTo>
                  <a:lnTo>
                    <a:pt x="251" y="297"/>
                  </a:lnTo>
                  <a:lnTo>
                    <a:pt x="252" y="297"/>
                  </a:lnTo>
                  <a:lnTo>
                    <a:pt x="253" y="296"/>
                  </a:lnTo>
                  <a:lnTo>
                    <a:pt x="254" y="294"/>
                  </a:lnTo>
                  <a:lnTo>
                    <a:pt x="258" y="292"/>
                  </a:lnTo>
                  <a:lnTo>
                    <a:pt x="260" y="287"/>
                  </a:lnTo>
                  <a:lnTo>
                    <a:pt x="259" y="286"/>
                  </a:lnTo>
                  <a:lnTo>
                    <a:pt x="259" y="283"/>
                  </a:lnTo>
                  <a:lnTo>
                    <a:pt x="260" y="282"/>
                  </a:lnTo>
                  <a:lnTo>
                    <a:pt x="261" y="281"/>
                  </a:lnTo>
                  <a:lnTo>
                    <a:pt x="261" y="280"/>
                  </a:lnTo>
                  <a:lnTo>
                    <a:pt x="262" y="280"/>
                  </a:lnTo>
                  <a:lnTo>
                    <a:pt x="263" y="280"/>
                  </a:lnTo>
                  <a:lnTo>
                    <a:pt x="264" y="275"/>
                  </a:lnTo>
                  <a:lnTo>
                    <a:pt x="267" y="271"/>
                  </a:lnTo>
                  <a:lnTo>
                    <a:pt x="268" y="265"/>
                  </a:lnTo>
                  <a:lnTo>
                    <a:pt x="268" y="260"/>
                  </a:lnTo>
                  <a:lnTo>
                    <a:pt x="266" y="249"/>
                  </a:lnTo>
                  <a:lnTo>
                    <a:pt x="260" y="237"/>
                  </a:lnTo>
                  <a:lnTo>
                    <a:pt x="250" y="226"/>
                  </a:lnTo>
                  <a:lnTo>
                    <a:pt x="237" y="215"/>
                  </a:lnTo>
                  <a:lnTo>
                    <a:pt x="235" y="214"/>
                  </a:lnTo>
                  <a:lnTo>
                    <a:pt x="235" y="212"/>
                  </a:lnTo>
                  <a:lnTo>
                    <a:pt x="235" y="206"/>
                  </a:lnTo>
                  <a:lnTo>
                    <a:pt x="233" y="196"/>
                  </a:lnTo>
                  <a:lnTo>
                    <a:pt x="226" y="183"/>
                  </a:lnTo>
                  <a:lnTo>
                    <a:pt x="212" y="176"/>
                  </a:lnTo>
                  <a:lnTo>
                    <a:pt x="206" y="175"/>
                  </a:lnTo>
                  <a:lnTo>
                    <a:pt x="208" y="171"/>
                  </a:lnTo>
                  <a:lnTo>
                    <a:pt x="209" y="167"/>
                  </a:lnTo>
                  <a:lnTo>
                    <a:pt x="212" y="159"/>
                  </a:lnTo>
                  <a:lnTo>
                    <a:pt x="213" y="147"/>
                  </a:lnTo>
                  <a:lnTo>
                    <a:pt x="212" y="134"/>
                  </a:lnTo>
                  <a:lnTo>
                    <a:pt x="210" y="132"/>
                  </a:lnTo>
                  <a:lnTo>
                    <a:pt x="210" y="131"/>
                  </a:lnTo>
                  <a:lnTo>
                    <a:pt x="210" y="129"/>
                  </a:lnTo>
                  <a:lnTo>
                    <a:pt x="210" y="128"/>
                  </a:lnTo>
                  <a:lnTo>
                    <a:pt x="209" y="126"/>
                  </a:lnTo>
                  <a:lnTo>
                    <a:pt x="208" y="122"/>
                  </a:lnTo>
                  <a:lnTo>
                    <a:pt x="207" y="120"/>
                  </a:lnTo>
                  <a:lnTo>
                    <a:pt x="206" y="118"/>
                  </a:lnTo>
                  <a:lnTo>
                    <a:pt x="202" y="112"/>
                  </a:lnTo>
                  <a:lnTo>
                    <a:pt x="198" y="107"/>
                  </a:lnTo>
                  <a:lnTo>
                    <a:pt x="193" y="103"/>
                  </a:lnTo>
                  <a:lnTo>
                    <a:pt x="188" y="99"/>
                  </a:lnTo>
                  <a:lnTo>
                    <a:pt x="182" y="96"/>
                  </a:lnTo>
                  <a:lnTo>
                    <a:pt x="175" y="92"/>
                  </a:lnTo>
                  <a:lnTo>
                    <a:pt x="168" y="90"/>
                  </a:lnTo>
                  <a:lnTo>
                    <a:pt x="160" y="88"/>
                  </a:lnTo>
                  <a:lnTo>
                    <a:pt x="157" y="88"/>
                  </a:lnTo>
                  <a:lnTo>
                    <a:pt x="152" y="88"/>
                  </a:lnTo>
                  <a:lnTo>
                    <a:pt x="144" y="88"/>
                  </a:lnTo>
                  <a:lnTo>
                    <a:pt x="134" y="90"/>
                  </a:lnTo>
                  <a:lnTo>
                    <a:pt x="124" y="94"/>
                  </a:lnTo>
                  <a:lnTo>
                    <a:pt x="114" y="103"/>
                  </a:lnTo>
                  <a:lnTo>
                    <a:pt x="104" y="114"/>
                  </a:lnTo>
                  <a:lnTo>
                    <a:pt x="97" y="130"/>
                  </a:lnTo>
                  <a:lnTo>
                    <a:pt x="96" y="131"/>
                  </a:lnTo>
                  <a:lnTo>
                    <a:pt x="95" y="132"/>
                  </a:lnTo>
                  <a:lnTo>
                    <a:pt x="93" y="132"/>
                  </a:lnTo>
                  <a:lnTo>
                    <a:pt x="92" y="132"/>
                  </a:lnTo>
                  <a:lnTo>
                    <a:pt x="91" y="132"/>
                  </a:lnTo>
                  <a:lnTo>
                    <a:pt x="89" y="131"/>
                  </a:lnTo>
                  <a:lnTo>
                    <a:pt x="89" y="129"/>
                  </a:lnTo>
                  <a:lnTo>
                    <a:pt x="89" y="128"/>
                  </a:lnTo>
                  <a:lnTo>
                    <a:pt x="93" y="118"/>
                  </a:lnTo>
                  <a:lnTo>
                    <a:pt x="97" y="109"/>
                  </a:lnTo>
                  <a:lnTo>
                    <a:pt x="102" y="103"/>
                  </a:lnTo>
                  <a:lnTo>
                    <a:pt x="108" y="97"/>
                  </a:lnTo>
                  <a:lnTo>
                    <a:pt x="106" y="96"/>
                  </a:lnTo>
                  <a:lnTo>
                    <a:pt x="102" y="94"/>
                  </a:lnTo>
                  <a:lnTo>
                    <a:pt x="97" y="94"/>
                  </a:lnTo>
                  <a:lnTo>
                    <a:pt x="93" y="94"/>
                  </a:lnTo>
                  <a:lnTo>
                    <a:pt x="88" y="94"/>
                  </a:lnTo>
                  <a:lnTo>
                    <a:pt x="84" y="94"/>
                  </a:lnTo>
                  <a:lnTo>
                    <a:pt x="78" y="97"/>
                  </a:lnTo>
                  <a:lnTo>
                    <a:pt x="73" y="99"/>
                  </a:lnTo>
                  <a:lnTo>
                    <a:pt x="66" y="105"/>
                  </a:lnTo>
                  <a:lnTo>
                    <a:pt x="59" y="113"/>
                  </a:lnTo>
                  <a:lnTo>
                    <a:pt x="55" y="122"/>
                  </a:lnTo>
                  <a:lnTo>
                    <a:pt x="50" y="134"/>
                  </a:lnTo>
                  <a:lnTo>
                    <a:pt x="50" y="135"/>
                  </a:lnTo>
                  <a:lnTo>
                    <a:pt x="50" y="136"/>
                  </a:lnTo>
                  <a:lnTo>
                    <a:pt x="50" y="137"/>
                  </a:lnTo>
                  <a:lnTo>
                    <a:pt x="49" y="138"/>
                  </a:lnTo>
                  <a:lnTo>
                    <a:pt x="48" y="144"/>
                  </a:lnTo>
                  <a:lnTo>
                    <a:pt x="48" y="150"/>
                  </a:lnTo>
                  <a:lnTo>
                    <a:pt x="47" y="156"/>
                  </a:lnTo>
                  <a:lnTo>
                    <a:pt x="46" y="161"/>
                  </a:lnTo>
                  <a:lnTo>
                    <a:pt x="46" y="162"/>
                  </a:lnTo>
                  <a:lnTo>
                    <a:pt x="45" y="164"/>
                  </a:lnTo>
                  <a:lnTo>
                    <a:pt x="42" y="165"/>
                  </a:lnTo>
                  <a:lnTo>
                    <a:pt x="41" y="165"/>
                  </a:lnTo>
                  <a:lnTo>
                    <a:pt x="40" y="165"/>
                  </a:lnTo>
                  <a:lnTo>
                    <a:pt x="39" y="164"/>
                  </a:lnTo>
                  <a:lnTo>
                    <a:pt x="38" y="161"/>
                  </a:lnTo>
                  <a:lnTo>
                    <a:pt x="38" y="160"/>
                  </a:lnTo>
                  <a:lnTo>
                    <a:pt x="39" y="154"/>
                  </a:lnTo>
                  <a:lnTo>
                    <a:pt x="40" y="149"/>
                  </a:lnTo>
                  <a:lnTo>
                    <a:pt x="40" y="144"/>
                  </a:lnTo>
                  <a:lnTo>
                    <a:pt x="41" y="138"/>
                  </a:lnTo>
                  <a:lnTo>
                    <a:pt x="38" y="137"/>
                  </a:lnTo>
                  <a:lnTo>
                    <a:pt x="33" y="137"/>
                  </a:lnTo>
                  <a:lnTo>
                    <a:pt x="30" y="136"/>
                  </a:lnTo>
                  <a:lnTo>
                    <a:pt x="25" y="137"/>
                  </a:lnTo>
                  <a:lnTo>
                    <a:pt x="20" y="138"/>
                  </a:lnTo>
                  <a:lnTo>
                    <a:pt x="16" y="143"/>
                  </a:lnTo>
                  <a:lnTo>
                    <a:pt x="11" y="147"/>
                  </a:lnTo>
                  <a:lnTo>
                    <a:pt x="7" y="156"/>
                  </a:lnTo>
                  <a:lnTo>
                    <a:pt x="7" y="157"/>
                  </a:lnTo>
                  <a:lnTo>
                    <a:pt x="4" y="158"/>
                  </a:lnTo>
                  <a:lnTo>
                    <a:pt x="3" y="158"/>
                  </a:lnTo>
                  <a:lnTo>
                    <a:pt x="2" y="157"/>
                  </a:lnTo>
                  <a:lnTo>
                    <a:pt x="1" y="157"/>
                  </a:lnTo>
                  <a:lnTo>
                    <a:pt x="0" y="154"/>
                  </a:lnTo>
                  <a:lnTo>
                    <a:pt x="0" y="153"/>
                  </a:lnTo>
                  <a:lnTo>
                    <a:pt x="0" y="152"/>
                  </a:lnTo>
                  <a:lnTo>
                    <a:pt x="5" y="143"/>
                  </a:lnTo>
                  <a:lnTo>
                    <a:pt x="11" y="136"/>
                  </a:lnTo>
                  <a:lnTo>
                    <a:pt x="18" y="131"/>
                  </a:lnTo>
                  <a:lnTo>
                    <a:pt x="24" y="129"/>
                  </a:lnTo>
                  <a:lnTo>
                    <a:pt x="30" y="128"/>
                  </a:lnTo>
                  <a:lnTo>
                    <a:pt x="35" y="128"/>
                  </a:lnTo>
                  <a:lnTo>
                    <a:pt x="40" y="129"/>
                  </a:lnTo>
                  <a:lnTo>
                    <a:pt x="43" y="130"/>
                  </a:lnTo>
                  <a:lnTo>
                    <a:pt x="48" y="118"/>
                  </a:lnTo>
                  <a:lnTo>
                    <a:pt x="54" y="107"/>
                  </a:lnTo>
                  <a:lnTo>
                    <a:pt x="61" y="99"/>
                  </a:lnTo>
                  <a:lnTo>
                    <a:pt x="69" y="92"/>
                  </a:lnTo>
                  <a:lnTo>
                    <a:pt x="77" y="89"/>
                  </a:lnTo>
                  <a:lnTo>
                    <a:pt x="85" y="86"/>
                  </a:lnTo>
                  <a:lnTo>
                    <a:pt x="92" y="85"/>
                  </a:lnTo>
                  <a:lnTo>
                    <a:pt x="99" y="85"/>
                  </a:lnTo>
                  <a:lnTo>
                    <a:pt x="104" y="86"/>
                  </a:lnTo>
                  <a:lnTo>
                    <a:pt x="109" y="88"/>
                  </a:lnTo>
                  <a:lnTo>
                    <a:pt x="112" y="89"/>
                  </a:lnTo>
                  <a:lnTo>
                    <a:pt x="114" y="90"/>
                  </a:lnTo>
                  <a:lnTo>
                    <a:pt x="115" y="91"/>
                  </a:lnTo>
                  <a:lnTo>
                    <a:pt x="122" y="86"/>
                  </a:lnTo>
                  <a:lnTo>
                    <a:pt x="127" y="84"/>
                  </a:lnTo>
                  <a:lnTo>
                    <a:pt x="134" y="82"/>
                  </a:lnTo>
                  <a:lnTo>
                    <a:pt x="140" y="79"/>
                  </a:lnTo>
                  <a:lnTo>
                    <a:pt x="146" y="79"/>
                  </a:lnTo>
                  <a:lnTo>
                    <a:pt x="150" y="79"/>
                  </a:lnTo>
                  <a:lnTo>
                    <a:pt x="155" y="79"/>
                  </a:lnTo>
                  <a:lnTo>
                    <a:pt x="159" y="79"/>
                  </a:lnTo>
                  <a:lnTo>
                    <a:pt x="156" y="74"/>
                  </a:lnTo>
                  <a:lnTo>
                    <a:pt x="152" y="66"/>
                  </a:lnTo>
                  <a:lnTo>
                    <a:pt x="145" y="58"/>
                  </a:lnTo>
                  <a:lnTo>
                    <a:pt x="136" y="52"/>
                  </a:lnTo>
                  <a:lnTo>
                    <a:pt x="129" y="51"/>
                  </a:lnTo>
                  <a:lnTo>
                    <a:pt x="121" y="52"/>
                  </a:lnTo>
                  <a:lnTo>
                    <a:pt x="111" y="55"/>
                  </a:lnTo>
                  <a:lnTo>
                    <a:pt x="102" y="62"/>
                  </a:lnTo>
                  <a:lnTo>
                    <a:pt x="97" y="66"/>
                  </a:lnTo>
                  <a:lnTo>
                    <a:pt x="95" y="60"/>
                  </a:lnTo>
                  <a:lnTo>
                    <a:pt x="95" y="59"/>
                  </a:lnTo>
                  <a:lnTo>
                    <a:pt x="94" y="56"/>
                  </a:lnTo>
                  <a:lnTo>
                    <a:pt x="92" y="53"/>
                  </a:lnTo>
                  <a:lnTo>
                    <a:pt x="87" y="51"/>
                  </a:lnTo>
                  <a:lnTo>
                    <a:pt x="81" y="50"/>
                  </a:lnTo>
                  <a:lnTo>
                    <a:pt x="76" y="51"/>
                  </a:lnTo>
                  <a:lnTo>
                    <a:pt x="69" y="53"/>
                  </a:lnTo>
                  <a:lnTo>
                    <a:pt x="61" y="58"/>
                  </a:lnTo>
                  <a:lnTo>
                    <a:pt x="55" y="61"/>
                  </a:lnTo>
                  <a:lnTo>
                    <a:pt x="55" y="54"/>
                  </a:lnTo>
                  <a:lnTo>
                    <a:pt x="55" y="50"/>
                  </a:lnTo>
                  <a:lnTo>
                    <a:pt x="51" y="39"/>
                  </a:lnTo>
                  <a:lnTo>
                    <a:pt x="45" y="28"/>
                  </a:lnTo>
                  <a:lnTo>
                    <a:pt x="32" y="21"/>
                  </a:lnTo>
                  <a:lnTo>
                    <a:pt x="23" y="17"/>
                  </a:lnTo>
                  <a:lnTo>
                    <a:pt x="51" y="1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6" y="1"/>
                  </a:lnTo>
                  <a:lnTo>
                    <a:pt x="57" y="2"/>
                  </a:lnTo>
                  <a:lnTo>
                    <a:pt x="57" y="3"/>
                  </a:lnTo>
                  <a:lnTo>
                    <a:pt x="57" y="6"/>
                  </a:lnTo>
                  <a:lnTo>
                    <a:pt x="56" y="7"/>
                  </a:lnTo>
                  <a:lnTo>
                    <a:pt x="55" y="8"/>
                  </a:lnTo>
                  <a:lnTo>
                    <a:pt x="42" y="16"/>
                  </a:lnTo>
                  <a:lnTo>
                    <a:pt x="50" y="22"/>
                  </a:lnTo>
                  <a:lnTo>
                    <a:pt x="56" y="30"/>
                  </a:lnTo>
                  <a:lnTo>
                    <a:pt x="59" y="39"/>
                  </a:lnTo>
                  <a:lnTo>
                    <a:pt x="62" y="47"/>
                  </a:lnTo>
                  <a:lnTo>
                    <a:pt x="65" y="46"/>
                  </a:lnTo>
                  <a:lnTo>
                    <a:pt x="69" y="45"/>
                  </a:lnTo>
                  <a:lnTo>
                    <a:pt x="72" y="44"/>
                  </a:lnTo>
                  <a:lnTo>
                    <a:pt x="76" y="43"/>
                  </a:lnTo>
                  <a:lnTo>
                    <a:pt x="76" y="41"/>
                  </a:lnTo>
                  <a:lnTo>
                    <a:pt x="77" y="41"/>
                  </a:lnTo>
                  <a:lnTo>
                    <a:pt x="77" y="40"/>
                  </a:lnTo>
                  <a:lnTo>
                    <a:pt x="78" y="40"/>
                  </a:lnTo>
                  <a:lnTo>
                    <a:pt x="85" y="38"/>
                  </a:lnTo>
                  <a:lnTo>
                    <a:pt x="91" y="36"/>
                  </a:lnTo>
                  <a:lnTo>
                    <a:pt x="95" y="32"/>
                  </a:lnTo>
                  <a:lnTo>
                    <a:pt x="97" y="28"/>
                  </a:lnTo>
                  <a:lnTo>
                    <a:pt x="100" y="21"/>
                  </a:lnTo>
                  <a:lnTo>
                    <a:pt x="100" y="14"/>
                  </a:lnTo>
                  <a:lnTo>
                    <a:pt x="99" y="9"/>
                  </a:lnTo>
                  <a:lnTo>
                    <a:pt x="97" y="7"/>
                  </a:lnTo>
                  <a:lnTo>
                    <a:pt x="96" y="6"/>
                  </a:lnTo>
                  <a:lnTo>
                    <a:pt x="96" y="3"/>
                  </a:lnTo>
                  <a:lnTo>
                    <a:pt x="97" y="2"/>
                  </a:lnTo>
                  <a:lnTo>
                    <a:pt x="99" y="1"/>
                  </a:lnTo>
                  <a:lnTo>
                    <a:pt x="100" y="1"/>
                  </a:lnTo>
                  <a:lnTo>
                    <a:pt x="102" y="1"/>
                  </a:lnTo>
                  <a:lnTo>
                    <a:pt x="103" y="2"/>
                  </a:lnTo>
                  <a:lnTo>
                    <a:pt x="104" y="3"/>
                  </a:lnTo>
                  <a:lnTo>
                    <a:pt x="106" y="7"/>
                  </a:lnTo>
                  <a:lnTo>
                    <a:pt x="107" y="13"/>
                  </a:lnTo>
                  <a:lnTo>
                    <a:pt x="108" y="22"/>
                  </a:lnTo>
                  <a:lnTo>
                    <a:pt x="106" y="31"/>
                  </a:lnTo>
                  <a:lnTo>
                    <a:pt x="103" y="36"/>
                  </a:lnTo>
                  <a:lnTo>
                    <a:pt x="100" y="39"/>
                  </a:lnTo>
                  <a:lnTo>
                    <a:pt x="95" y="41"/>
                  </a:lnTo>
                  <a:lnTo>
                    <a:pt x="91" y="44"/>
                  </a:lnTo>
                  <a:lnTo>
                    <a:pt x="94" y="46"/>
                  </a:lnTo>
                  <a:lnTo>
                    <a:pt x="97" y="48"/>
                  </a:lnTo>
                  <a:lnTo>
                    <a:pt x="100" y="51"/>
                  </a:lnTo>
                  <a:lnTo>
                    <a:pt x="101" y="53"/>
                  </a:lnTo>
                  <a:lnTo>
                    <a:pt x="106" y="50"/>
                  </a:lnTo>
                  <a:lnTo>
                    <a:pt x="111" y="47"/>
                  </a:lnTo>
                  <a:lnTo>
                    <a:pt x="116" y="45"/>
                  </a:lnTo>
                  <a:lnTo>
                    <a:pt x="121" y="44"/>
                  </a:lnTo>
                  <a:lnTo>
                    <a:pt x="125" y="43"/>
                  </a:lnTo>
                  <a:lnTo>
                    <a:pt x="130" y="43"/>
                  </a:lnTo>
                  <a:lnTo>
                    <a:pt x="134" y="43"/>
                  </a:lnTo>
                  <a:lnTo>
                    <a:pt x="139" y="44"/>
                  </a:lnTo>
                  <a:lnTo>
                    <a:pt x="140" y="45"/>
                  </a:lnTo>
                  <a:lnTo>
                    <a:pt x="141" y="45"/>
                  </a:lnTo>
                  <a:lnTo>
                    <a:pt x="142" y="46"/>
                  </a:lnTo>
                  <a:lnTo>
                    <a:pt x="142" y="45"/>
                  </a:lnTo>
                  <a:lnTo>
                    <a:pt x="142" y="44"/>
                  </a:lnTo>
                  <a:lnTo>
                    <a:pt x="144" y="43"/>
                  </a:lnTo>
                  <a:lnTo>
                    <a:pt x="144" y="39"/>
                  </a:lnTo>
                  <a:lnTo>
                    <a:pt x="142" y="35"/>
                  </a:lnTo>
                  <a:lnTo>
                    <a:pt x="140" y="30"/>
                  </a:lnTo>
                  <a:lnTo>
                    <a:pt x="138" y="26"/>
                  </a:lnTo>
                  <a:lnTo>
                    <a:pt x="138" y="25"/>
                  </a:lnTo>
                  <a:lnTo>
                    <a:pt x="138" y="24"/>
                  </a:lnTo>
                  <a:lnTo>
                    <a:pt x="138" y="22"/>
                  </a:lnTo>
                  <a:lnTo>
                    <a:pt x="139" y="21"/>
                  </a:lnTo>
                  <a:lnTo>
                    <a:pt x="140" y="21"/>
                  </a:lnTo>
                  <a:lnTo>
                    <a:pt x="142" y="21"/>
                  </a:lnTo>
                  <a:lnTo>
                    <a:pt x="144" y="21"/>
                  </a:lnTo>
                  <a:lnTo>
                    <a:pt x="145" y="22"/>
                  </a:lnTo>
                  <a:lnTo>
                    <a:pt x="147" y="25"/>
                  </a:lnTo>
                  <a:lnTo>
                    <a:pt x="150" y="32"/>
                  </a:lnTo>
                  <a:lnTo>
                    <a:pt x="152" y="40"/>
                  </a:lnTo>
                  <a:lnTo>
                    <a:pt x="149" y="48"/>
                  </a:lnTo>
                  <a:lnTo>
                    <a:pt x="148" y="50"/>
                  </a:lnTo>
                  <a:lnTo>
                    <a:pt x="156" y="59"/>
                  </a:lnTo>
                  <a:lnTo>
                    <a:pt x="162" y="68"/>
                  </a:lnTo>
                  <a:lnTo>
                    <a:pt x="165" y="76"/>
                  </a:lnTo>
                  <a:lnTo>
                    <a:pt x="167" y="79"/>
                  </a:lnTo>
                  <a:lnTo>
                    <a:pt x="167" y="81"/>
                  </a:lnTo>
                  <a:lnTo>
                    <a:pt x="167" y="82"/>
                  </a:lnTo>
                  <a:lnTo>
                    <a:pt x="175" y="84"/>
                  </a:lnTo>
                  <a:lnTo>
                    <a:pt x="182" y="86"/>
                  </a:lnTo>
                  <a:lnTo>
                    <a:pt x="188" y="90"/>
                  </a:lnTo>
                  <a:lnTo>
                    <a:pt x="195" y="93"/>
                  </a:lnTo>
                  <a:lnTo>
                    <a:pt x="200" y="98"/>
                  </a:lnTo>
                  <a:lnTo>
                    <a:pt x="205" y="103"/>
                  </a:lnTo>
                  <a:lnTo>
                    <a:pt x="209" y="108"/>
                  </a:lnTo>
                  <a:lnTo>
                    <a:pt x="213" y="114"/>
                  </a:lnTo>
                  <a:lnTo>
                    <a:pt x="214" y="115"/>
                  </a:lnTo>
                  <a:lnTo>
                    <a:pt x="214" y="116"/>
                  </a:lnTo>
                  <a:lnTo>
                    <a:pt x="215" y="118"/>
                  </a:lnTo>
                  <a:lnTo>
                    <a:pt x="215" y="119"/>
                  </a:lnTo>
                  <a:lnTo>
                    <a:pt x="220" y="112"/>
                  </a:lnTo>
                  <a:lnTo>
                    <a:pt x="224" y="107"/>
                  </a:lnTo>
                  <a:lnTo>
                    <a:pt x="228" y="104"/>
                  </a:lnTo>
                  <a:lnTo>
                    <a:pt x="230" y="101"/>
                  </a:lnTo>
                  <a:lnTo>
                    <a:pt x="230" y="100"/>
                  </a:lnTo>
                  <a:lnTo>
                    <a:pt x="231" y="99"/>
                  </a:lnTo>
                  <a:lnTo>
                    <a:pt x="233" y="99"/>
                  </a:lnTo>
                  <a:lnTo>
                    <a:pt x="235" y="99"/>
                  </a:lnTo>
                  <a:lnTo>
                    <a:pt x="236" y="100"/>
                  </a:lnTo>
                  <a:lnTo>
                    <a:pt x="237" y="101"/>
                  </a:lnTo>
                  <a:lnTo>
                    <a:pt x="237" y="104"/>
                  </a:lnTo>
                  <a:lnTo>
                    <a:pt x="237" y="105"/>
                  </a:lnTo>
                  <a:lnTo>
                    <a:pt x="236" y="106"/>
                  </a:lnTo>
                  <a:lnTo>
                    <a:pt x="236" y="107"/>
                  </a:lnTo>
                  <a:lnTo>
                    <a:pt x="235" y="107"/>
                  </a:lnTo>
                  <a:lnTo>
                    <a:pt x="232" y="109"/>
                  </a:lnTo>
                  <a:lnTo>
                    <a:pt x="229" y="114"/>
                  </a:lnTo>
                  <a:lnTo>
                    <a:pt x="223" y="120"/>
                  </a:lnTo>
                  <a:lnTo>
                    <a:pt x="218" y="129"/>
                  </a:lnTo>
                  <a:lnTo>
                    <a:pt x="221" y="142"/>
                  </a:lnTo>
                  <a:lnTo>
                    <a:pt x="221" y="152"/>
                  </a:lnTo>
                  <a:lnTo>
                    <a:pt x="220" y="162"/>
                  </a:lnTo>
                  <a:lnTo>
                    <a:pt x="217" y="169"/>
                  </a:lnTo>
                  <a:lnTo>
                    <a:pt x="230" y="176"/>
                  </a:lnTo>
                  <a:lnTo>
                    <a:pt x="238" y="185"/>
                  </a:lnTo>
                  <a:lnTo>
                    <a:pt x="241" y="197"/>
                  </a:lnTo>
                  <a:lnTo>
                    <a:pt x="243" y="207"/>
                  </a:lnTo>
                  <a:lnTo>
                    <a:pt x="252" y="204"/>
                  </a:lnTo>
                  <a:lnTo>
                    <a:pt x="259" y="198"/>
                  </a:lnTo>
                  <a:lnTo>
                    <a:pt x="263" y="192"/>
                  </a:lnTo>
                  <a:lnTo>
                    <a:pt x="264" y="189"/>
                  </a:lnTo>
                  <a:lnTo>
                    <a:pt x="266" y="188"/>
                  </a:lnTo>
                  <a:lnTo>
                    <a:pt x="267" y="187"/>
                  </a:lnTo>
                  <a:lnTo>
                    <a:pt x="268" y="187"/>
                  </a:lnTo>
                  <a:lnTo>
                    <a:pt x="269" y="187"/>
                  </a:lnTo>
                  <a:lnTo>
                    <a:pt x="270" y="188"/>
                  </a:lnTo>
                  <a:lnTo>
                    <a:pt x="271" y="189"/>
                  </a:lnTo>
                  <a:lnTo>
                    <a:pt x="271" y="191"/>
                  </a:lnTo>
                  <a:lnTo>
                    <a:pt x="271" y="192"/>
                  </a:lnTo>
                  <a:lnTo>
                    <a:pt x="270" y="195"/>
                  </a:lnTo>
                  <a:lnTo>
                    <a:pt x="267" y="202"/>
                  </a:lnTo>
                  <a:lnTo>
                    <a:pt x="259" y="210"/>
                  </a:lnTo>
                  <a:lnTo>
                    <a:pt x="248" y="215"/>
                  </a:lnTo>
                  <a:lnTo>
                    <a:pt x="259" y="224"/>
                  </a:lnTo>
                  <a:lnTo>
                    <a:pt x="266" y="233"/>
                  </a:lnTo>
                  <a:lnTo>
                    <a:pt x="271" y="242"/>
                  </a:lnTo>
                  <a:lnTo>
                    <a:pt x="275" y="251"/>
                  </a:lnTo>
                  <a:lnTo>
                    <a:pt x="282" y="244"/>
                  </a:lnTo>
                  <a:lnTo>
                    <a:pt x="290" y="241"/>
                  </a:lnTo>
                  <a:lnTo>
                    <a:pt x="296" y="239"/>
                  </a:lnTo>
                  <a:lnTo>
                    <a:pt x="298" y="237"/>
                  </a:lnTo>
                  <a:lnTo>
                    <a:pt x="299" y="237"/>
                  </a:lnTo>
                  <a:lnTo>
                    <a:pt x="300" y="237"/>
                  </a:lnTo>
                  <a:lnTo>
                    <a:pt x="301" y="239"/>
                  </a:lnTo>
                  <a:lnTo>
                    <a:pt x="302" y="240"/>
                  </a:lnTo>
                  <a:lnTo>
                    <a:pt x="302" y="241"/>
                  </a:lnTo>
                  <a:lnTo>
                    <a:pt x="301" y="243"/>
                  </a:lnTo>
                  <a:lnTo>
                    <a:pt x="300" y="244"/>
                  </a:lnTo>
                  <a:lnTo>
                    <a:pt x="299" y="244"/>
                  </a:lnTo>
                  <a:lnTo>
                    <a:pt x="297" y="245"/>
                  </a:lnTo>
                  <a:lnTo>
                    <a:pt x="290" y="249"/>
                  </a:lnTo>
                  <a:lnTo>
                    <a:pt x="283" y="255"/>
                  </a:lnTo>
                  <a:lnTo>
                    <a:pt x="276" y="264"/>
                  </a:lnTo>
                  <a:lnTo>
                    <a:pt x="276" y="265"/>
                  </a:lnTo>
                  <a:lnTo>
                    <a:pt x="275" y="270"/>
                  </a:lnTo>
                  <a:lnTo>
                    <a:pt x="274" y="275"/>
                  </a:lnTo>
                  <a:lnTo>
                    <a:pt x="271" y="280"/>
                  </a:lnTo>
                  <a:lnTo>
                    <a:pt x="270" y="285"/>
                  </a:lnTo>
                  <a:lnTo>
                    <a:pt x="281" y="293"/>
                  </a:lnTo>
                  <a:lnTo>
                    <a:pt x="290" y="298"/>
                  </a:lnTo>
                  <a:lnTo>
                    <a:pt x="300" y="302"/>
                  </a:lnTo>
                  <a:lnTo>
                    <a:pt x="308" y="304"/>
                  </a:lnTo>
                  <a:lnTo>
                    <a:pt x="316" y="304"/>
                  </a:lnTo>
                  <a:lnTo>
                    <a:pt x="322" y="304"/>
                  </a:lnTo>
                  <a:lnTo>
                    <a:pt x="327" y="304"/>
                  </a:lnTo>
                  <a:lnTo>
                    <a:pt x="328" y="303"/>
                  </a:lnTo>
                  <a:lnTo>
                    <a:pt x="329" y="303"/>
                  </a:lnTo>
                  <a:lnTo>
                    <a:pt x="331" y="304"/>
                  </a:lnTo>
                  <a:lnTo>
                    <a:pt x="332" y="305"/>
                  </a:lnTo>
                  <a:lnTo>
                    <a:pt x="332" y="306"/>
                  </a:lnTo>
                  <a:lnTo>
                    <a:pt x="332" y="308"/>
                  </a:lnTo>
                  <a:lnTo>
                    <a:pt x="332" y="310"/>
                  </a:lnTo>
                  <a:lnTo>
                    <a:pt x="331" y="311"/>
                  </a:lnTo>
                  <a:lnTo>
                    <a:pt x="330" y="311"/>
                  </a:lnTo>
                  <a:lnTo>
                    <a:pt x="328" y="312"/>
                  </a:lnTo>
                  <a:lnTo>
                    <a:pt x="323" y="312"/>
                  </a:lnTo>
                  <a:lnTo>
                    <a:pt x="317" y="313"/>
                  </a:lnTo>
                  <a:lnTo>
                    <a:pt x="308" y="312"/>
                  </a:lnTo>
                  <a:lnTo>
                    <a:pt x="299" y="311"/>
                  </a:lnTo>
                  <a:lnTo>
                    <a:pt x="289" y="308"/>
                  </a:lnTo>
                  <a:lnTo>
                    <a:pt x="277" y="302"/>
                  </a:lnTo>
                  <a:lnTo>
                    <a:pt x="266" y="293"/>
                  </a:lnTo>
                  <a:lnTo>
                    <a:pt x="264" y="295"/>
                  </a:lnTo>
                  <a:lnTo>
                    <a:pt x="262" y="297"/>
                  </a:lnTo>
                  <a:lnTo>
                    <a:pt x="261" y="300"/>
                  </a:lnTo>
                  <a:lnTo>
                    <a:pt x="259" y="301"/>
                  </a:lnTo>
                  <a:lnTo>
                    <a:pt x="261" y="305"/>
                  </a:lnTo>
                  <a:lnTo>
                    <a:pt x="263" y="311"/>
                  </a:lnTo>
                  <a:lnTo>
                    <a:pt x="267" y="319"/>
                  </a:lnTo>
                  <a:lnTo>
                    <a:pt x="269" y="328"/>
                  </a:lnTo>
                  <a:lnTo>
                    <a:pt x="283" y="328"/>
                  </a:lnTo>
                  <a:lnTo>
                    <a:pt x="293" y="331"/>
                  </a:lnTo>
                  <a:lnTo>
                    <a:pt x="301" y="335"/>
                  </a:lnTo>
                  <a:lnTo>
                    <a:pt x="308" y="339"/>
                  </a:lnTo>
                  <a:lnTo>
                    <a:pt x="313" y="343"/>
                  </a:lnTo>
                  <a:lnTo>
                    <a:pt x="315" y="348"/>
                  </a:lnTo>
                  <a:lnTo>
                    <a:pt x="317" y="351"/>
                  </a:lnTo>
                  <a:lnTo>
                    <a:pt x="317" y="353"/>
                  </a:lnTo>
                  <a:lnTo>
                    <a:pt x="317" y="354"/>
                  </a:lnTo>
                  <a:lnTo>
                    <a:pt x="317" y="356"/>
                  </a:lnTo>
                  <a:lnTo>
                    <a:pt x="316" y="357"/>
                  </a:lnTo>
                  <a:lnTo>
                    <a:pt x="315" y="357"/>
                  </a:lnTo>
                  <a:lnTo>
                    <a:pt x="314" y="357"/>
                  </a:lnTo>
                  <a:lnTo>
                    <a:pt x="312" y="357"/>
                  </a:lnTo>
                  <a:lnTo>
                    <a:pt x="311" y="356"/>
                  </a:lnTo>
                  <a:lnTo>
                    <a:pt x="311" y="355"/>
                  </a:lnTo>
                  <a:lnTo>
                    <a:pt x="309" y="354"/>
                  </a:lnTo>
                  <a:lnTo>
                    <a:pt x="308" y="351"/>
                  </a:lnTo>
                  <a:lnTo>
                    <a:pt x="306" y="349"/>
                  </a:lnTo>
                  <a:lnTo>
                    <a:pt x="302" y="346"/>
                  </a:lnTo>
                  <a:lnTo>
                    <a:pt x="297" y="342"/>
                  </a:lnTo>
                  <a:lnTo>
                    <a:pt x="290" y="339"/>
                  </a:lnTo>
                  <a:lnTo>
                    <a:pt x="282" y="336"/>
                  </a:lnTo>
                  <a:lnTo>
                    <a:pt x="270" y="336"/>
                  </a:lnTo>
                  <a:lnTo>
                    <a:pt x="271" y="347"/>
                  </a:lnTo>
                  <a:lnTo>
                    <a:pt x="271" y="357"/>
                  </a:lnTo>
                  <a:lnTo>
                    <a:pt x="270" y="368"/>
                  </a:lnTo>
                  <a:lnTo>
                    <a:pt x="267" y="377"/>
                  </a:lnTo>
                  <a:lnTo>
                    <a:pt x="266" y="379"/>
                  </a:lnTo>
                  <a:lnTo>
                    <a:pt x="264" y="381"/>
                  </a:lnTo>
                  <a:lnTo>
                    <a:pt x="262" y="383"/>
                  </a:lnTo>
                  <a:lnTo>
                    <a:pt x="261" y="385"/>
                  </a:lnTo>
                  <a:lnTo>
                    <a:pt x="270" y="389"/>
                  </a:lnTo>
                  <a:lnTo>
                    <a:pt x="277" y="395"/>
                  </a:lnTo>
                  <a:lnTo>
                    <a:pt x="281" y="402"/>
                  </a:lnTo>
                  <a:lnTo>
                    <a:pt x="283" y="408"/>
                  </a:lnTo>
                  <a:lnTo>
                    <a:pt x="283" y="409"/>
                  </a:lnTo>
                  <a:lnTo>
                    <a:pt x="283" y="411"/>
                  </a:lnTo>
                  <a:lnTo>
                    <a:pt x="282" y="413"/>
                  </a:lnTo>
                  <a:lnTo>
                    <a:pt x="281" y="414"/>
                  </a:lnTo>
                  <a:lnTo>
                    <a:pt x="279" y="414"/>
                  </a:lnTo>
                  <a:lnTo>
                    <a:pt x="277" y="413"/>
                  </a:lnTo>
                  <a:lnTo>
                    <a:pt x="276" y="411"/>
                  </a:lnTo>
                  <a:lnTo>
                    <a:pt x="275" y="410"/>
                  </a:lnTo>
                  <a:lnTo>
                    <a:pt x="274" y="407"/>
                  </a:lnTo>
                  <a:lnTo>
                    <a:pt x="271" y="401"/>
                  </a:lnTo>
                  <a:lnTo>
                    <a:pt x="266" y="395"/>
                  </a:lnTo>
                  <a:lnTo>
                    <a:pt x="255" y="392"/>
                  </a:lnTo>
                  <a:lnTo>
                    <a:pt x="250" y="396"/>
                  </a:lnTo>
                  <a:lnTo>
                    <a:pt x="243" y="400"/>
                  </a:lnTo>
                  <a:lnTo>
                    <a:pt x="235" y="403"/>
                  </a:lnTo>
                  <a:lnTo>
                    <a:pt x="226" y="406"/>
                  </a:lnTo>
                  <a:lnTo>
                    <a:pt x="224" y="406"/>
                  </a:lnTo>
                  <a:lnTo>
                    <a:pt x="220" y="406"/>
                  </a:lnTo>
                  <a:lnTo>
                    <a:pt x="213" y="406"/>
                  </a:lnTo>
                  <a:lnTo>
                    <a:pt x="205" y="403"/>
                  </a:lnTo>
                  <a:lnTo>
                    <a:pt x="195" y="399"/>
                  </a:lnTo>
                  <a:lnTo>
                    <a:pt x="185" y="392"/>
                  </a:lnTo>
                  <a:lnTo>
                    <a:pt x="176" y="381"/>
                  </a:lnTo>
                  <a:lnTo>
                    <a:pt x="167" y="366"/>
                  </a:lnTo>
                  <a:lnTo>
                    <a:pt x="167" y="365"/>
                  </a:lnTo>
                  <a:lnTo>
                    <a:pt x="167" y="363"/>
                  </a:lnTo>
                  <a:lnTo>
                    <a:pt x="168" y="362"/>
                  </a:lnTo>
                  <a:lnTo>
                    <a:pt x="169" y="361"/>
                  </a:lnTo>
                  <a:lnTo>
                    <a:pt x="170" y="361"/>
                  </a:lnTo>
                  <a:lnTo>
                    <a:pt x="172" y="361"/>
                  </a:lnTo>
                  <a:lnTo>
                    <a:pt x="174" y="362"/>
                  </a:lnTo>
                  <a:lnTo>
                    <a:pt x="175" y="36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 flipH="1">
              <a:off x="2214" y="995"/>
              <a:ext cx="38" cy="35"/>
            </a:xfrm>
            <a:custGeom>
              <a:avLst/>
              <a:gdLst>
                <a:gd name="T0" fmla="*/ 12 w 76"/>
                <a:gd name="T1" fmla="*/ 9 h 70"/>
                <a:gd name="T2" fmla="*/ 11 w 76"/>
                <a:gd name="T3" fmla="*/ 8 h 70"/>
                <a:gd name="T4" fmla="*/ 11 w 76"/>
                <a:gd name="T5" fmla="*/ 8 h 70"/>
                <a:gd name="T6" fmla="*/ 10 w 76"/>
                <a:gd name="T7" fmla="*/ 7 h 70"/>
                <a:gd name="T8" fmla="*/ 10 w 76"/>
                <a:gd name="T9" fmla="*/ 7 h 70"/>
                <a:gd name="T10" fmla="*/ 9 w 76"/>
                <a:gd name="T11" fmla="*/ 8 h 70"/>
                <a:gd name="T12" fmla="*/ 6 w 76"/>
                <a:gd name="T13" fmla="*/ 9 h 70"/>
                <a:gd name="T14" fmla="*/ 5 w 76"/>
                <a:gd name="T15" fmla="*/ 10 h 70"/>
                <a:gd name="T16" fmla="*/ 3 w 76"/>
                <a:gd name="T17" fmla="*/ 13 h 70"/>
                <a:gd name="T18" fmla="*/ 2 w 76"/>
                <a:gd name="T19" fmla="*/ 17 h 70"/>
                <a:gd name="T20" fmla="*/ 1 w 76"/>
                <a:gd name="T21" fmla="*/ 18 h 70"/>
                <a:gd name="T22" fmla="*/ 1 w 76"/>
                <a:gd name="T23" fmla="*/ 18 h 70"/>
                <a:gd name="T24" fmla="*/ 1 w 76"/>
                <a:gd name="T25" fmla="*/ 18 h 70"/>
                <a:gd name="T26" fmla="*/ 1 w 76"/>
                <a:gd name="T27" fmla="*/ 18 h 70"/>
                <a:gd name="T28" fmla="*/ 1 w 76"/>
                <a:gd name="T29" fmla="*/ 18 h 70"/>
                <a:gd name="T30" fmla="*/ 0 w 76"/>
                <a:gd name="T31" fmla="*/ 18 h 70"/>
                <a:gd name="T32" fmla="*/ 0 w 76"/>
                <a:gd name="T33" fmla="*/ 17 h 70"/>
                <a:gd name="T34" fmla="*/ 0 w 76"/>
                <a:gd name="T35" fmla="*/ 17 h 70"/>
                <a:gd name="T36" fmla="*/ 1 w 76"/>
                <a:gd name="T37" fmla="*/ 12 h 70"/>
                <a:gd name="T38" fmla="*/ 3 w 76"/>
                <a:gd name="T39" fmla="*/ 9 h 70"/>
                <a:gd name="T40" fmla="*/ 5 w 76"/>
                <a:gd name="T41" fmla="*/ 7 h 70"/>
                <a:gd name="T42" fmla="*/ 7 w 76"/>
                <a:gd name="T43" fmla="*/ 6 h 70"/>
                <a:gd name="T44" fmla="*/ 9 w 76"/>
                <a:gd name="T45" fmla="*/ 5 h 70"/>
                <a:gd name="T46" fmla="*/ 10 w 76"/>
                <a:gd name="T47" fmla="*/ 5 h 70"/>
                <a:gd name="T48" fmla="*/ 10 w 76"/>
                <a:gd name="T49" fmla="*/ 5 h 70"/>
                <a:gd name="T50" fmla="*/ 11 w 76"/>
                <a:gd name="T51" fmla="*/ 6 h 70"/>
                <a:gd name="T52" fmla="*/ 12 w 76"/>
                <a:gd name="T53" fmla="*/ 3 h 70"/>
                <a:gd name="T54" fmla="*/ 14 w 76"/>
                <a:gd name="T55" fmla="*/ 1 h 70"/>
                <a:gd name="T56" fmla="*/ 17 w 76"/>
                <a:gd name="T57" fmla="*/ 1 h 70"/>
                <a:gd name="T58" fmla="*/ 18 w 76"/>
                <a:gd name="T59" fmla="*/ 0 h 70"/>
                <a:gd name="T60" fmla="*/ 18 w 76"/>
                <a:gd name="T61" fmla="*/ 0 h 70"/>
                <a:gd name="T62" fmla="*/ 19 w 76"/>
                <a:gd name="T63" fmla="*/ 0 h 70"/>
                <a:gd name="T64" fmla="*/ 19 w 76"/>
                <a:gd name="T65" fmla="*/ 1 h 70"/>
                <a:gd name="T66" fmla="*/ 19 w 76"/>
                <a:gd name="T67" fmla="*/ 1 h 70"/>
                <a:gd name="T68" fmla="*/ 19 w 76"/>
                <a:gd name="T69" fmla="*/ 1 h 70"/>
                <a:gd name="T70" fmla="*/ 19 w 76"/>
                <a:gd name="T71" fmla="*/ 1 h 70"/>
                <a:gd name="T72" fmla="*/ 19 w 76"/>
                <a:gd name="T73" fmla="*/ 1 h 70"/>
                <a:gd name="T74" fmla="*/ 19 w 76"/>
                <a:gd name="T75" fmla="*/ 2 h 70"/>
                <a:gd name="T76" fmla="*/ 18 w 76"/>
                <a:gd name="T77" fmla="*/ 2 h 70"/>
                <a:gd name="T78" fmla="*/ 18 w 76"/>
                <a:gd name="T79" fmla="*/ 2 h 70"/>
                <a:gd name="T80" fmla="*/ 18 w 76"/>
                <a:gd name="T81" fmla="*/ 2 h 70"/>
                <a:gd name="T82" fmla="*/ 15 w 76"/>
                <a:gd name="T83" fmla="*/ 2 h 70"/>
                <a:gd name="T84" fmla="*/ 14 w 76"/>
                <a:gd name="T85" fmla="*/ 4 h 70"/>
                <a:gd name="T86" fmla="*/ 12 w 76"/>
                <a:gd name="T87" fmla="*/ 7 h 70"/>
                <a:gd name="T88" fmla="*/ 12 w 76"/>
                <a:gd name="T89" fmla="*/ 9 h 7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76"/>
                <a:gd name="T136" fmla="*/ 0 h 70"/>
                <a:gd name="T137" fmla="*/ 76 w 76"/>
                <a:gd name="T138" fmla="*/ 70 h 7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76" h="70">
                  <a:moveTo>
                    <a:pt x="50" y="35"/>
                  </a:moveTo>
                  <a:lnTo>
                    <a:pt x="46" y="32"/>
                  </a:lnTo>
                  <a:lnTo>
                    <a:pt x="45" y="32"/>
                  </a:lnTo>
                  <a:lnTo>
                    <a:pt x="42" y="31"/>
                  </a:lnTo>
                  <a:lnTo>
                    <a:pt x="39" y="31"/>
                  </a:lnTo>
                  <a:lnTo>
                    <a:pt x="33" y="32"/>
                  </a:lnTo>
                  <a:lnTo>
                    <a:pt x="27" y="35"/>
                  </a:lnTo>
                  <a:lnTo>
                    <a:pt x="21" y="41"/>
                  </a:lnTo>
                  <a:lnTo>
                    <a:pt x="15" y="52"/>
                  </a:lnTo>
                  <a:lnTo>
                    <a:pt x="8" y="68"/>
                  </a:lnTo>
                  <a:lnTo>
                    <a:pt x="7" y="69"/>
                  </a:lnTo>
                  <a:lnTo>
                    <a:pt x="5" y="70"/>
                  </a:lnTo>
                  <a:lnTo>
                    <a:pt x="3" y="70"/>
                  </a:lnTo>
                  <a:lnTo>
                    <a:pt x="2" y="70"/>
                  </a:lnTo>
                  <a:lnTo>
                    <a:pt x="1" y="70"/>
                  </a:lnTo>
                  <a:lnTo>
                    <a:pt x="0" y="69"/>
                  </a:lnTo>
                  <a:lnTo>
                    <a:pt x="0" y="66"/>
                  </a:lnTo>
                  <a:lnTo>
                    <a:pt x="0" y="65"/>
                  </a:lnTo>
                  <a:lnTo>
                    <a:pt x="7" y="49"/>
                  </a:lnTo>
                  <a:lnTo>
                    <a:pt x="13" y="38"/>
                  </a:lnTo>
                  <a:lnTo>
                    <a:pt x="21" y="28"/>
                  </a:lnTo>
                  <a:lnTo>
                    <a:pt x="31" y="24"/>
                  </a:lnTo>
                  <a:lnTo>
                    <a:pt x="35" y="23"/>
                  </a:lnTo>
                  <a:lnTo>
                    <a:pt x="39" y="23"/>
                  </a:lnTo>
                  <a:lnTo>
                    <a:pt x="42" y="23"/>
                  </a:lnTo>
                  <a:lnTo>
                    <a:pt x="46" y="24"/>
                  </a:lnTo>
                  <a:lnTo>
                    <a:pt x="50" y="12"/>
                  </a:lnTo>
                  <a:lnTo>
                    <a:pt x="58" y="4"/>
                  </a:lnTo>
                  <a:lnTo>
                    <a:pt x="65" y="1"/>
                  </a:lnTo>
                  <a:lnTo>
                    <a:pt x="72" y="0"/>
                  </a:lnTo>
                  <a:lnTo>
                    <a:pt x="73" y="0"/>
                  </a:lnTo>
                  <a:lnTo>
                    <a:pt x="74" y="1"/>
                  </a:lnTo>
                  <a:lnTo>
                    <a:pt x="76" y="2"/>
                  </a:lnTo>
                  <a:lnTo>
                    <a:pt x="76" y="3"/>
                  </a:lnTo>
                  <a:lnTo>
                    <a:pt x="76" y="4"/>
                  </a:lnTo>
                  <a:lnTo>
                    <a:pt x="76" y="7"/>
                  </a:lnTo>
                  <a:lnTo>
                    <a:pt x="73" y="8"/>
                  </a:lnTo>
                  <a:lnTo>
                    <a:pt x="72" y="8"/>
                  </a:lnTo>
                  <a:lnTo>
                    <a:pt x="69" y="8"/>
                  </a:lnTo>
                  <a:lnTo>
                    <a:pt x="63" y="11"/>
                  </a:lnTo>
                  <a:lnTo>
                    <a:pt x="56" y="17"/>
                  </a:lnTo>
                  <a:lnTo>
                    <a:pt x="51" y="30"/>
                  </a:lnTo>
                  <a:lnTo>
                    <a:pt x="50" y="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 flipH="1">
              <a:off x="2316" y="935"/>
              <a:ext cx="15" cy="20"/>
            </a:xfrm>
            <a:custGeom>
              <a:avLst/>
              <a:gdLst>
                <a:gd name="T0" fmla="*/ 6 w 31"/>
                <a:gd name="T1" fmla="*/ 2 h 39"/>
                <a:gd name="T2" fmla="*/ 6 w 31"/>
                <a:gd name="T3" fmla="*/ 2 h 39"/>
                <a:gd name="T4" fmla="*/ 6 w 31"/>
                <a:gd name="T5" fmla="*/ 2 h 39"/>
                <a:gd name="T6" fmla="*/ 4 w 31"/>
                <a:gd name="T7" fmla="*/ 3 h 39"/>
                <a:gd name="T8" fmla="*/ 3 w 31"/>
                <a:gd name="T9" fmla="*/ 5 h 39"/>
                <a:gd name="T10" fmla="*/ 2 w 31"/>
                <a:gd name="T11" fmla="*/ 9 h 39"/>
                <a:gd name="T12" fmla="*/ 2 w 31"/>
                <a:gd name="T13" fmla="*/ 10 h 39"/>
                <a:gd name="T14" fmla="*/ 1 w 31"/>
                <a:gd name="T15" fmla="*/ 10 h 39"/>
                <a:gd name="T16" fmla="*/ 1 w 31"/>
                <a:gd name="T17" fmla="*/ 10 h 39"/>
                <a:gd name="T18" fmla="*/ 0 w 31"/>
                <a:gd name="T19" fmla="*/ 10 h 39"/>
                <a:gd name="T20" fmla="*/ 0 w 31"/>
                <a:gd name="T21" fmla="*/ 10 h 39"/>
                <a:gd name="T22" fmla="*/ 0 w 31"/>
                <a:gd name="T23" fmla="*/ 10 h 39"/>
                <a:gd name="T24" fmla="*/ 0 w 31"/>
                <a:gd name="T25" fmla="*/ 9 h 39"/>
                <a:gd name="T26" fmla="*/ 0 w 31"/>
                <a:gd name="T27" fmla="*/ 9 h 39"/>
                <a:gd name="T28" fmla="*/ 1 w 31"/>
                <a:gd name="T29" fmla="*/ 4 h 39"/>
                <a:gd name="T30" fmla="*/ 4 w 31"/>
                <a:gd name="T31" fmla="*/ 1 h 39"/>
                <a:gd name="T32" fmla="*/ 6 w 31"/>
                <a:gd name="T33" fmla="*/ 0 h 39"/>
                <a:gd name="T34" fmla="*/ 6 w 31"/>
                <a:gd name="T35" fmla="*/ 0 h 39"/>
                <a:gd name="T36" fmla="*/ 6 w 31"/>
                <a:gd name="T37" fmla="*/ 0 h 39"/>
                <a:gd name="T38" fmla="*/ 7 w 31"/>
                <a:gd name="T39" fmla="*/ 0 h 39"/>
                <a:gd name="T40" fmla="*/ 7 w 31"/>
                <a:gd name="T41" fmla="*/ 1 h 39"/>
                <a:gd name="T42" fmla="*/ 7 w 31"/>
                <a:gd name="T43" fmla="*/ 1 h 39"/>
                <a:gd name="T44" fmla="*/ 7 w 31"/>
                <a:gd name="T45" fmla="*/ 1 h 39"/>
                <a:gd name="T46" fmla="*/ 7 w 31"/>
                <a:gd name="T47" fmla="*/ 1 h 39"/>
                <a:gd name="T48" fmla="*/ 7 w 31"/>
                <a:gd name="T49" fmla="*/ 2 h 39"/>
                <a:gd name="T50" fmla="*/ 6 w 31"/>
                <a:gd name="T51" fmla="*/ 2 h 39"/>
                <a:gd name="T52" fmla="*/ 6 w 31"/>
                <a:gd name="T53" fmla="*/ 2 h 3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1"/>
                <a:gd name="T82" fmla="*/ 0 h 39"/>
                <a:gd name="T83" fmla="*/ 31 w 31"/>
                <a:gd name="T84" fmla="*/ 39 h 3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1" h="39">
                  <a:moveTo>
                    <a:pt x="26" y="8"/>
                  </a:moveTo>
                  <a:lnTo>
                    <a:pt x="26" y="8"/>
                  </a:lnTo>
                  <a:lnTo>
                    <a:pt x="24" y="8"/>
                  </a:lnTo>
                  <a:lnTo>
                    <a:pt x="19" y="11"/>
                  </a:lnTo>
                  <a:lnTo>
                    <a:pt x="12" y="19"/>
                  </a:lnTo>
                  <a:lnTo>
                    <a:pt x="8" y="36"/>
                  </a:lnTo>
                  <a:lnTo>
                    <a:pt x="8" y="37"/>
                  </a:lnTo>
                  <a:lnTo>
                    <a:pt x="7" y="38"/>
                  </a:lnTo>
                  <a:lnTo>
                    <a:pt x="4" y="39"/>
                  </a:lnTo>
                  <a:lnTo>
                    <a:pt x="3" y="39"/>
                  </a:lnTo>
                  <a:lnTo>
                    <a:pt x="2" y="39"/>
                  </a:lnTo>
                  <a:lnTo>
                    <a:pt x="1" y="38"/>
                  </a:lnTo>
                  <a:lnTo>
                    <a:pt x="0" y="36"/>
                  </a:lnTo>
                  <a:lnTo>
                    <a:pt x="0" y="34"/>
                  </a:lnTo>
                  <a:lnTo>
                    <a:pt x="7" y="14"/>
                  </a:lnTo>
                  <a:lnTo>
                    <a:pt x="16" y="3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1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1" y="4"/>
                  </a:lnTo>
                  <a:lnTo>
                    <a:pt x="30" y="7"/>
                  </a:lnTo>
                  <a:lnTo>
                    <a:pt x="27" y="8"/>
                  </a:lnTo>
                  <a:lnTo>
                    <a:pt x="26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 flipH="1">
              <a:off x="2155" y="1007"/>
              <a:ext cx="15" cy="15"/>
            </a:xfrm>
            <a:custGeom>
              <a:avLst/>
              <a:gdLst>
                <a:gd name="T0" fmla="*/ 2 w 30"/>
                <a:gd name="T1" fmla="*/ 8 h 29"/>
                <a:gd name="T2" fmla="*/ 1 w 30"/>
                <a:gd name="T3" fmla="*/ 8 h 29"/>
                <a:gd name="T4" fmla="*/ 1 w 30"/>
                <a:gd name="T5" fmla="*/ 7 h 29"/>
                <a:gd name="T6" fmla="*/ 0 w 30"/>
                <a:gd name="T7" fmla="*/ 7 h 29"/>
                <a:gd name="T8" fmla="*/ 0 w 30"/>
                <a:gd name="T9" fmla="*/ 7 h 29"/>
                <a:gd name="T10" fmla="*/ 0 w 30"/>
                <a:gd name="T11" fmla="*/ 6 h 29"/>
                <a:gd name="T12" fmla="*/ 0 w 30"/>
                <a:gd name="T13" fmla="*/ 6 h 29"/>
                <a:gd name="T14" fmla="*/ 1 w 30"/>
                <a:gd name="T15" fmla="*/ 6 h 29"/>
                <a:gd name="T16" fmla="*/ 1 w 30"/>
                <a:gd name="T17" fmla="*/ 6 h 29"/>
                <a:gd name="T18" fmla="*/ 4 w 30"/>
                <a:gd name="T19" fmla="*/ 4 h 29"/>
                <a:gd name="T20" fmla="*/ 5 w 30"/>
                <a:gd name="T21" fmla="*/ 3 h 29"/>
                <a:gd name="T22" fmla="*/ 6 w 30"/>
                <a:gd name="T23" fmla="*/ 2 h 29"/>
                <a:gd name="T24" fmla="*/ 6 w 30"/>
                <a:gd name="T25" fmla="*/ 1 h 29"/>
                <a:gd name="T26" fmla="*/ 6 w 30"/>
                <a:gd name="T27" fmla="*/ 1 h 29"/>
                <a:gd name="T28" fmla="*/ 6 w 30"/>
                <a:gd name="T29" fmla="*/ 1 h 29"/>
                <a:gd name="T30" fmla="*/ 6 w 30"/>
                <a:gd name="T31" fmla="*/ 1 h 29"/>
                <a:gd name="T32" fmla="*/ 7 w 30"/>
                <a:gd name="T33" fmla="*/ 0 h 29"/>
                <a:gd name="T34" fmla="*/ 7 w 30"/>
                <a:gd name="T35" fmla="*/ 0 h 29"/>
                <a:gd name="T36" fmla="*/ 7 w 30"/>
                <a:gd name="T37" fmla="*/ 1 h 29"/>
                <a:gd name="T38" fmla="*/ 8 w 30"/>
                <a:gd name="T39" fmla="*/ 1 h 29"/>
                <a:gd name="T40" fmla="*/ 8 w 30"/>
                <a:gd name="T41" fmla="*/ 1 h 29"/>
                <a:gd name="T42" fmla="*/ 8 w 30"/>
                <a:gd name="T43" fmla="*/ 1 h 29"/>
                <a:gd name="T44" fmla="*/ 8 w 30"/>
                <a:gd name="T45" fmla="*/ 2 h 29"/>
                <a:gd name="T46" fmla="*/ 7 w 30"/>
                <a:gd name="T47" fmla="*/ 4 h 29"/>
                <a:gd name="T48" fmla="*/ 5 w 30"/>
                <a:gd name="T49" fmla="*/ 6 h 29"/>
                <a:gd name="T50" fmla="*/ 2 w 30"/>
                <a:gd name="T51" fmla="*/ 8 h 2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30"/>
                <a:gd name="T79" fmla="*/ 0 h 29"/>
                <a:gd name="T80" fmla="*/ 30 w 30"/>
                <a:gd name="T81" fmla="*/ 29 h 2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30" h="29">
                  <a:moveTo>
                    <a:pt x="5" y="29"/>
                  </a:moveTo>
                  <a:lnTo>
                    <a:pt x="4" y="29"/>
                  </a:lnTo>
                  <a:lnTo>
                    <a:pt x="1" y="28"/>
                  </a:lnTo>
                  <a:lnTo>
                    <a:pt x="0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2"/>
                  </a:lnTo>
                  <a:lnTo>
                    <a:pt x="1" y="21"/>
                  </a:lnTo>
                  <a:lnTo>
                    <a:pt x="2" y="21"/>
                  </a:lnTo>
                  <a:lnTo>
                    <a:pt x="13" y="16"/>
                  </a:lnTo>
                  <a:lnTo>
                    <a:pt x="19" y="10"/>
                  </a:lnTo>
                  <a:lnTo>
                    <a:pt x="21" y="6"/>
                  </a:lnTo>
                  <a:lnTo>
                    <a:pt x="22" y="3"/>
                  </a:lnTo>
                  <a:lnTo>
                    <a:pt x="23" y="2"/>
                  </a:lnTo>
                  <a:lnTo>
                    <a:pt x="24" y="1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8" y="1"/>
                  </a:lnTo>
                  <a:lnTo>
                    <a:pt x="29" y="2"/>
                  </a:lnTo>
                  <a:lnTo>
                    <a:pt x="30" y="3"/>
                  </a:lnTo>
                  <a:lnTo>
                    <a:pt x="30" y="4"/>
                  </a:lnTo>
                  <a:lnTo>
                    <a:pt x="29" y="8"/>
                  </a:lnTo>
                  <a:lnTo>
                    <a:pt x="25" y="15"/>
                  </a:lnTo>
                  <a:lnTo>
                    <a:pt x="17" y="23"/>
                  </a:lnTo>
                  <a:lnTo>
                    <a:pt x="5" y="2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 flipH="1">
              <a:off x="2198" y="952"/>
              <a:ext cx="6" cy="17"/>
            </a:xfrm>
            <a:custGeom>
              <a:avLst/>
              <a:gdLst>
                <a:gd name="T0" fmla="*/ 0 w 13"/>
                <a:gd name="T1" fmla="*/ 8 h 35"/>
                <a:gd name="T2" fmla="*/ 0 w 13"/>
                <a:gd name="T3" fmla="*/ 8 h 35"/>
                <a:gd name="T4" fmla="*/ 0 w 13"/>
                <a:gd name="T5" fmla="*/ 8 h 35"/>
                <a:gd name="T6" fmla="*/ 0 w 13"/>
                <a:gd name="T7" fmla="*/ 7 h 35"/>
                <a:gd name="T8" fmla="*/ 0 w 13"/>
                <a:gd name="T9" fmla="*/ 7 h 35"/>
                <a:gd name="T10" fmla="*/ 1 w 13"/>
                <a:gd name="T11" fmla="*/ 5 h 35"/>
                <a:gd name="T12" fmla="*/ 1 w 13"/>
                <a:gd name="T13" fmla="*/ 3 h 35"/>
                <a:gd name="T14" fmla="*/ 1 w 13"/>
                <a:gd name="T15" fmla="*/ 1 h 35"/>
                <a:gd name="T16" fmla="*/ 1 w 13"/>
                <a:gd name="T17" fmla="*/ 1 h 35"/>
                <a:gd name="T18" fmla="*/ 1 w 13"/>
                <a:gd name="T19" fmla="*/ 1 h 35"/>
                <a:gd name="T20" fmla="*/ 1 w 13"/>
                <a:gd name="T21" fmla="*/ 1 h 35"/>
                <a:gd name="T22" fmla="*/ 1 w 13"/>
                <a:gd name="T23" fmla="*/ 0 h 35"/>
                <a:gd name="T24" fmla="*/ 1 w 13"/>
                <a:gd name="T25" fmla="*/ 0 h 35"/>
                <a:gd name="T26" fmla="*/ 2 w 13"/>
                <a:gd name="T27" fmla="*/ 0 h 35"/>
                <a:gd name="T28" fmla="*/ 2 w 13"/>
                <a:gd name="T29" fmla="*/ 0 h 35"/>
                <a:gd name="T30" fmla="*/ 2 w 13"/>
                <a:gd name="T31" fmla="*/ 0 h 35"/>
                <a:gd name="T32" fmla="*/ 3 w 13"/>
                <a:gd name="T33" fmla="*/ 0 h 35"/>
                <a:gd name="T34" fmla="*/ 3 w 13"/>
                <a:gd name="T35" fmla="*/ 0 h 35"/>
                <a:gd name="T36" fmla="*/ 3 w 13"/>
                <a:gd name="T37" fmla="*/ 1 h 35"/>
                <a:gd name="T38" fmla="*/ 3 w 13"/>
                <a:gd name="T39" fmla="*/ 3 h 35"/>
                <a:gd name="T40" fmla="*/ 3 w 13"/>
                <a:gd name="T41" fmla="*/ 5 h 35"/>
                <a:gd name="T42" fmla="*/ 1 w 13"/>
                <a:gd name="T43" fmla="*/ 8 h 35"/>
                <a:gd name="T44" fmla="*/ 1 w 13"/>
                <a:gd name="T45" fmla="*/ 8 h 35"/>
                <a:gd name="T46" fmla="*/ 1 w 13"/>
                <a:gd name="T47" fmla="*/ 8 h 35"/>
                <a:gd name="T48" fmla="*/ 1 w 13"/>
                <a:gd name="T49" fmla="*/ 8 h 35"/>
                <a:gd name="T50" fmla="*/ 0 w 13"/>
                <a:gd name="T51" fmla="*/ 8 h 3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"/>
                <a:gd name="T79" fmla="*/ 0 h 35"/>
                <a:gd name="T80" fmla="*/ 13 w 13"/>
                <a:gd name="T81" fmla="*/ 35 h 3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" h="35">
                  <a:moveTo>
                    <a:pt x="2" y="35"/>
                  </a:moveTo>
                  <a:lnTo>
                    <a:pt x="1" y="34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0" y="29"/>
                  </a:lnTo>
                  <a:lnTo>
                    <a:pt x="4" y="20"/>
                  </a:lnTo>
                  <a:lnTo>
                    <a:pt x="5" y="12"/>
                  </a:lnTo>
                  <a:lnTo>
                    <a:pt x="5" y="7"/>
                  </a:lnTo>
                  <a:lnTo>
                    <a:pt x="5" y="5"/>
                  </a:lnTo>
                  <a:lnTo>
                    <a:pt x="5" y="4"/>
                  </a:lnTo>
                  <a:lnTo>
                    <a:pt x="5" y="1"/>
                  </a:lnTo>
                  <a:lnTo>
                    <a:pt x="7" y="0"/>
                  </a:lnTo>
                  <a:lnTo>
                    <a:pt x="8" y="0"/>
                  </a:lnTo>
                  <a:lnTo>
                    <a:pt x="9" y="0"/>
                  </a:lnTo>
                  <a:lnTo>
                    <a:pt x="10" y="0"/>
                  </a:lnTo>
                  <a:lnTo>
                    <a:pt x="12" y="1"/>
                  </a:lnTo>
                  <a:lnTo>
                    <a:pt x="13" y="2"/>
                  </a:lnTo>
                  <a:lnTo>
                    <a:pt x="13" y="6"/>
                  </a:lnTo>
                  <a:lnTo>
                    <a:pt x="13" y="12"/>
                  </a:lnTo>
                  <a:lnTo>
                    <a:pt x="12" y="21"/>
                  </a:lnTo>
                  <a:lnTo>
                    <a:pt x="7" y="32"/>
                  </a:lnTo>
                  <a:lnTo>
                    <a:pt x="7" y="34"/>
                  </a:lnTo>
                  <a:lnTo>
                    <a:pt x="6" y="35"/>
                  </a:lnTo>
                  <a:lnTo>
                    <a:pt x="4" y="35"/>
                  </a:lnTo>
                  <a:lnTo>
                    <a:pt x="2" y="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 flipH="1">
              <a:off x="2196" y="1081"/>
              <a:ext cx="33" cy="36"/>
            </a:xfrm>
            <a:custGeom>
              <a:avLst/>
              <a:gdLst>
                <a:gd name="T0" fmla="*/ 16 w 64"/>
                <a:gd name="T1" fmla="*/ 0 h 72"/>
                <a:gd name="T2" fmla="*/ 17 w 64"/>
                <a:gd name="T3" fmla="*/ 0 h 72"/>
                <a:gd name="T4" fmla="*/ 17 w 64"/>
                <a:gd name="T5" fmla="*/ 1 h 72"/>
                <a:gd name="T6" fmla="*/ 17 w 64"/>
                <a:gd name="T7" fmla="*/ 1 h 72"/>
                <a:gd name="T8" fmla="*/ 17 w 64"/>
                <a:gd name="T9" fmla="*/ 1 h 72"/>
                <a:gd name="T10" fmla="*/ 17 w 64"/>
                <a:gd name="T11" fmla="*/ 1 h 72"/>
                <a:gd name="T12" fmla="*/ 17 w 64"/>
                <a:gd name="T13" fmla="*/ 1 h 72"/>
                <a:gd name="T14" fmla="*/ 16 w 64"/>
                <a:gd name="T15" fmla="*/ 2 h 72"/>
                <a:gd name="T16" fmla="*/ 16 w 64"/>
                <a:gd name="T17" fmla="*/ 2 h 72"/>
                <a:gd name="T18" fmla="*/ 16 w 64"/>
                <a:gd name="T19" fmla="*/ 2 h 72"/>
                <a:gd name="T20" fmla="*/ 15 w 64"/>
                <a:gd name="T21" fmla="*/ 2 h 72"/>
                <a:gd name="T22" fmla="*/ 15 w 64"/>
                <a:gd name="T23" fmla="*/ 2 h 72"/>
                <a:gd name="T24" fmla="*/ 14 w 64"/>
                <a:gd name="T25" fmla="*/ 2 h 72"/>
                <a:gd name="T26" fmla="*/ 12 w 64"/>
                <a:gd name="T27" fmla="*/ 2 h 72"/>
                <a:gd name="T28" fmla="*/ 10 w 64"/>
                <a:gd name="T29" fmla="*/ 2 h 72"/>
                <a:gd name="T30" fmla="*/ 9 w 64"/>
                <a:gd name="T31" fmla="*/ 3 h 72"/>
                <a:gd name="T32" fmla="*/ 7 w 64"/>
                <a:gd name="T33" fmla="*/ 5 h 72"/>
                <a:gd name="T34" fmla="*/ 5 w 64"/>
                <a:gd name="T35" fmla="*/ 5 h 72"/>
                <a:gd name="T36" fmla="*/ 4 w 64"/>
                <a:gd name="T37" fmla="*/ 7 h 72"/>
                <a:gd name="T38" fmla="*/ 3 w 64"/>
                <a:gd name="T39" fmla="*/ 10 h 72"/>
                <a:gd name="T40" fmla="*/ 2 w 64"/>
                <a:gd name="T41" fmla="*/ 13 h 72"/>
                <a:gd name="T42" fmla="*/ 2 w 64"/>
                <a:gd name="T43" fmla="*/ 17 h 72"/>
                <a:gd name="T44" fmla="*/ 2 w 64"/>
                <a:gd name="T45" fmla="*/ 17 h 72"/>
                <a:gd name="T46" fmla="*/ 2 w 64"/>
                <a:gd name="T47" fmla="*/ 18 h 72"/>
                <a:gd name="T48" fmla="*/ 2 w 64"/>
                <a:gd name="T49" fmla="*/ 18 h 72"/>
                <a:gd name="T50" fmla="*/ 1 w 64"/>
                <a:gd name="T51" fmla="*/ 18 h 72"/>
                <a:gd name="T52" fmla="*/ 1 w 64"/>
                <a:gd name="T53" fmla="*/ 18 h 72"/>
                <a:gd name="T54" fmla="*/ 1 w 64"/>
                <a:gd name="T55" fmla="*/ 18 h 72"/>
                <a:gd name="T56" fmla="*/ 1 w 64"/>
                <a:gd name="T57" fmla="*/ 18 h 72"/>
                <a:gd name="T58" fmla="*/ 0 w 64"/>
                <a:gd name="T59" fmla="*/ 17 h 72"/>
                <a:gd name="T60" fmla="*/ 0 w 64"/>
                <a:gd name="T61" fmla="*/ 17 h 72"/>
                <a:gd name="T62" fmla="*/ 0 w 64"/>
                <a:gd name="T63" fmla="*/ 13 h 72"/>
                <a:gd name="T64" fmla="*/ 1 w 64"/>
                <a:gd name="T65" fmla="*/ 9 h 72"/>
                <a:gd name="T66" fmla="*/ 2 w 64"/>
                <a:gd name="T67" fmla="*/ 6 h 72"/>
                <a:gd name="T68" fmla="*/ 4 w 64"/>
                <a:gd name="T69" fmla="*/ 4 h 72"/>
                <a:gd name="T70" fmla="*/ 6 w 64"/>
                <a:gd name="T71" fmla="*/ 2 h 72"/>
                <a:gd name="T72" fmla="*/ 7 w 64"/>
                <a:gd name="T73" fmla="*/ 1 h 72"/>
                <a:gd name="T74" fmla="*/ 10 w 64"/>
                <a:gd name="T75" fmla="*/ 1 h 72"/>
                <a:gd name="T76" fmla="*/ 11 w 64"/>
                <a:gd name="T77" fmla="*/ 1 h 72"/>
                <a:gd name="T78" fmla="*/ 13 w 64"/>
                <a:gd name="T79" fmla="*/ 0 h 72"/>
                <a:gd name="T80" fmla="*/ 14 w 64"/>
                <a:gd name="T81" fmla="*/ 0 h 72"/>
                <a:gd name="T82" fmla="*/ 16 w 64"/>
                <a:gd name="T83" fmla="*/ 0 h 72"/>
                <a:gd name="T84" fmla="*/ 16 w 64"/>
                <a:gd name="T85" fmla="*/ 0 h 7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4"/>
                <a:gd name="T130" fmla="*/ 0 h 72"/>
                <a:gd name="T131" fmla="*/ 64 w 64"/>
                <a:gd name="T132" fmla="*/ 72 h 7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4" h="72">
                  <a:moveTo>
                    <a:pt x="61" y="0"/>
                  </a:moveTo>
                  <a:lnTo>
                    <a:pt x="62" y="0"/>
                  </a:lnTo>
                  <a:lnTo>
                    <a:pt x="63" y="2"/>
                  </a:lnTo>
                  <a:lnTo>
                    <a:pt x="64" y="3"/>
                  </a:lnTo>
                  <a:lnTo>
                    <a:pt x="64" y="4"/>
                  </a:lnTo>
                  <a:lnTo>
                    <a:pt x="64" y="5"/>
                  </a:lnTo>
                  <a:lnTo>
                    <a:pt x="63" y="7"/>
                  </a:lnTo>
                  <a:lnTo>
                    <a:pt x="61" y="8"/>
                  </a:lnTo>
                  <a:lnTo>
                    <a:pt x="60" y="8"/>
                  </a:lnTo>
                  <a:lnTo>
                    <a:pt x="58" y="8"/>
                  </a:lnTo>
                  <a:lnTo>
                    <a:pt x="56" y="8"/>
                  </a:lnTo>
                  <a:lnTo>
                    <a:pt x="52" y="8"/>
                  </a:lnTo>
                  <a:lnTo>
                    <a:pt x="46" y="10"/>
                  </a:lnTo>
                  <a:lnTo>
                    <a:pt x="39" y="11"/>
                  </a:lnTo>
                  <a:lnTo>
                    <a:pt x="33" y="14"/>
                  </a:lnTo>
                  <a:lnTo>
                    <a:pt x="26" y="18"/>
                  </a:lnTo>
                  <a:lnTo>
                    <a:pt x="20" y="22"/>
                  </a:lnTo>
                  <a:lnTo>
                    <a:pt x="14" y="30"/>
                  </a:lnTo>
                  <a:lnTo>
                    <a:pt x="10" y="41"/>
                  </a:lnTo>
                  <a:lnTo>
                    <a:pt x="8" y="53"/>
                  </a:lnTo>
                  <a:lnTo>
                    <a:pt x="8" y="67"/>
                  </a:lnTo>
                  <a:lnTo>
                    <a:pt x="8" y="68"/>
                  </a:lnTo>
                  <a:lnTo>
                    <a:pt x="8" y="71"/>
                  </a:lnTo>
                  <a:lnTo>
                    <a:pt x="5" y="72"/>
                  </a:lnTo>
                  <a:lnTo>
                    <a:pt x="4" y="72"/>
                  </a:lnTo>
                  <a:lnTo>
                    <a:pt x="3" y="72"/>
                  </a:lnTo>
                  <a:lnTo>
                    <a:pt x="2" y="71"/>
                  </a:lnTo>
                  <a:lnTo>
                    <a:pt x="1" y="70"/>
                  </a:lnTo>
                  <a:lnTo>
                    <a:pt x="0" y="68"/>
                  </a:lnTo>
                  <a:lnTo>
                    <a:pt x="0" y="52"/>
                  </a:lnTo>
                  <a:lnTo>
                    <a:pt x="2" y="38"/>
                  </a:lnTo>
                  <a:lnTo>
                    <a:pt x="8" y="26"/>
                  </a:lnTo>
                  <a:lnTo>
                    <a:pt x="15" y="16"/>
                  </a:lnTo>
                  <a:lnTo>
                    <a:pt x="22" y="11"/>
                  </a:lnTo>
                  <a:lnTo>
                    <a:pt x="28" y="6"/>
                  </a:lnTo>
                  <a:lnTo>
                    <a:pt x="37" y="4"/>
                  </a:lnTo>
                  <a:lnTo>
                    <a:pt x="43" y="2"/>
                  </a:lnTo>
                  <a:lnTo>
                    <a:pt x="50" y="0"/>
                  </a:lnTo>
                  <a:lnTo>
                    <a:pt x="55" y="0"/>
                  </a:lnTo>
                  <a:lnTo>
                    <a:pt x="60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 flipH="1">
              <a:off x="2190" y="1041"/>
              <a:ext cx="27" cy="25"/>
            </a:xfrm>
            <a:custGeom>
              <a:avLst/>
              <a:gdLst>
                <a:gd name="T0" fmla="*/ 0 w 55"/>
                <a:gd name="T1" fmla="*/ 13 h 49"/>
                <a:gd name="T2" fmla="*/ 0 w 55"/>
                <a:gd name="T3" fmla="*/ 13 h 49"/>
                <a:gd name="T4" fmla="*/ 0 w 55"/>
                <a:gd name="T5" fmla="*/ 12 h 49"/>
                <a:gd name="T6" fmla="*/ 0 w 55"/>
                <a:gd name="T7" fmla="*/ 12 h 49"/>
                <a:gd name="T8" fmla="*/ 0 w 55"/>
                <a:gd name="T9" fmla="*/ 12 h 49"/>
                <a:gd name="T10" fmla="*/ 0 w 55"/>
                <a:gd name="T11" fmla="*/ 8 h 49"/>
                <a:gd name="T12" fmla="*/ 1 w 55"/>
                <a:gd name="T13" fmla="*/ 5 h 49"/>
                <a:gd name="T14" fmla="*/ 3 w 55"/>
                <a:gd name="T15" fmla="*/ 3 h 49"/>
                <a:gd name="T16" fmla="*/ 4 w 55"/>
                <a:gd name="T17" fmla="*/ 1 h 49"/>
                <a:gd name="T18" fmla="*/ 6 w 55"/>
                <a:gd name="T19" fmla="*/ 1 h 49"/>
                <a:gd name="T20" fmla="*/ 7 w 55"/>
                <a:gd name="T21" fmla="*/ 1 h 49"/>
                <a:gd name="T22" fmla="*/ 9 w 55"/>
                <a:gd name="T23" fmla="*/ 1 h 49"/>
                <a:gd name="T24" fmla="*/ 10 w 55"/>
                <a:gd name="T25" fmla="*/ 1 h 49"/>
                <a:gd name="T26" fmla="*/ 10 w 55"/>
                <a:gd name="T27" fmla="*/ 1 h 49"/>
                <a:gd name="T28" fmla="*/ 11 w 55"/>
                <a:gd name="T29" fmla="*/ 1 h 49"/>
                <a:gd name="T30" fmla="*/ 11 w 55"/>
                <a:gd name="T31" fmla="*/ 1 h 49"/>
                <a:gd name="T32" fmla="*/ 12 w 55"/>
                <a:gd name="T33" fmla="*/ 1 h 49"/>
                <a:gd name="T34" fmla="*/ 12 w 55"/>
                <a:gd name="T35" fmla="*/ 1 h 49"/>
                <a:gd name="T36" fmla="*/ 12 w 55"/>
                <a:gd name="T37" fmla="*/ 1 h 49"/>
                <a:gd name="T38" fmla="*/ 12 w 55"/>
                <a:gd name="T39" fmla="*/ 1 h 49"/>
                <a:gd name="T40" fmla="*/ 12 w 55"/>
                <a:gd name="T41" fmla="*/ 1 h 49"/>
                <a:gd name="T42" fmla="*/ 12 w 55"/>
                <a:gd name="T43" fmla="*/ 1 h 49"/>
                <a:gd name="T44" fmla="*/ 12 w 55"/>
                <a:gd name="T45" fmla="*/ 0 h 49"/>
                <a:gd name="T46" fmla="*/ 13 w 55"/>
                <a:gd name="T47" fmla="*/ 1 h 49"/>
                <a:gd name="T48" fmla="*/ 13 w 55"/>
                <a:gd name="T49" fmla="*/ 1 h 49"/>
                <a:gd name="T50" fmla="*/ 13 w 55"/>
                <a:gd name="T51" fmla="*/ 1 h 49"/>
                <a:gd name="T52" fmla="*/ 13 w 55"/>
                <a:gd name="T53" fmla="*/ 1 h 49"/>
                <a:gd name="T54" fmla="*/ 13 w 55"/>
                <a:gd name="T55" fmla="*/ 2 h 49"/>
                <a:gd name="T56" fmla="*/ 13 w 55"/>
                <a:gd name="T57" fmla="*/ 2 h 49"/>
                <a:gd name="T58" fmla="*/ 12 w 55"/>
                <a:gd name="T59" fmla="*/ 3 h 49"/>
                <a:gd name="T60" fmla="*/ 12 w 55"/>
                <a:gd name="T61" fmla="*/ 3 h 49"/>
                <a:gd name="T62" fmla="*/ 11 w 55"/>
                <a:gd name="T63" fmla="*/ 3 h 49"/>
                <a:gd name="T64" fmla="*/ 10 w 55"/>
                <a:gd name="T65" fmla="*/ 3 h 49"/>
                <a:gd name="T66" fmla="*/ 8 w 55"/>
                <a:gd name="T67" fmla="*/ 3 h 49"/>
                <a:gd name="T68" fmla="*/ 5 w 55"/>
                <a:gd name="T69" fmla="*/ 3 h 49"/>
                <a:gd name="T70" fmla="*/ 3 w 55"/>
                <a:gd name="T71" fmla="*/ 6 h 49"/>
                <a:gd name="T72" fmla="*/ 2 w 55"/>
                <a:gd name="T73" fmla="*/ 12 h 49"/>
                <a:gd name="T74" fmla="*/ 2 w 55"/>
                <a:gd name="T75" fmla="*/ 12 h 49"/>
                <a:gd name="T76" fmla="*/ 1 w 55"/>
                <a:gd name="T77" fmla="*/ 12 h 49"/>
                <a:gd name="T78" fmla="*/ 1 w 55"/>
                <a:gd name="T79" fmla="*/ 13 h 49"/>
                <a:gd name="T80" fmla="*/ 0 w 55"/>
                <a:gd name="T81" fmla="*/ 13 h 4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5"/>
                <a:gd name="T124" fmla="*/ 0 h 49"/>
                <a:gd name="T125" fmla="*/ 55 w 55"/>
                <a:gd name="T126" fmla="*/ 49 h 4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5" h="49">
                  <a:moveTo>
                    <a:pt x="3" y="49"/>
                  </a:moveTo>
                  <a:lnTo>
                    <a:pt x="2" y="49"/>
                  </a:lnTo>
                  <a:lnTo>
                    <a:pt x="1" y="48"/>
                  </a:lnTo>
                  <a:lnTo>
                    <a:pt x="0" y="46"/>
                  </a:lnTo>
                  <a:lnTo>
                    <a:pt x="0" y="45"/>
                  </a:lnTo>
                  <a:lnTo>
                    <a:pt x="3" y="30"/>
                  </a:lnTo>
                  <a:lnTo>
                    <a:pt x="7" y="18"/>
                  </a:lnTo>
                  <a:lnTo>
                    <a:pt x="12" y="10"/>
                  </a:lnTo>
                  <a:lnTo>
                    <a:pt x="18" y="4"/>
                  </a:lnTo>
                  <a:lnTo>
                    <a:pt x="25" y="2"/>
                  </a:lnTo>
                  <a:lnTo>
                    <a:pt x="31" y="1"/>
                  </a:lnTo>
                  <a:lnTo>
                    <a:pt x="37" y="1"/>
                  </a:lnTo>
                  <a:lnTo>
                    <a:pt x="42" y="1"/>
                  </a:lnTo>
                  <a:lnTo>
                    <a:pt x="43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8" y="2"/>
                  </a:lnTo>
                  <a:lnTo>
                    <a:pt x="49" y="1"/>
                  </a:lnTo>
                  <a:lnTo>
                    <a:pt x="50" y="0"/>
                  </a:lnTo>
                  <a:lnTo>
                    <a:pt x="52" y="1"/>
                  </a:lnTo>
                  <a:lnTo>
                    <a:pt x="53" y="2"/>
                  </a:lnTo>
                  <a:lnTo>
                    <a:pt x="54" y="3"/>
                  </a:lnTo>
                  <a:lnTo>
                    <a:pt x="55" y="4"/>
                  </a:lnTo>
                  <a:lnTo>
                    <a:pt x="54" y="7"/>
                  </a:lnTo>
                  <a:lnTo>
                    <a:pt x="53" y="8"/>
                  </a:lnTo>
                  <a:lnTo>
                    <a:pt x="50" y="9"/>
                  </a:lnTo>
                  <a:lnTo>
                    <a:pt x="48" y="10"/>
                  </a:lnTo>
                  <a:lnTo>
                    <a:pt x="45" y="10"/>
                  </a:lnTo>
                  <a:lnTo>
                    <a:pt x="41" y="9"/>
                  </a:lnTo>
                  <a:lnTo>
                    <a:pt x="32" y="9"/>
                  </a:lnTo>
                  <a:lnTo>
                    <a:pt x="23" y="11"/>
                  </a:lnTo>
                  <a:lnTo>
                    <a:pt x="14" y="23"/>
                  </a:lnTo>
                  <a:lnTo>
                    <a:pt x="8" y="46"/>
                  </a:lnTo>
                  <a:lnTo>
                    <a:pt x="8" y="47"/>
                  </a:lnTo>
                  <a:lnTo>
                    <a:pt x="7" y="48"/>
                  </a:lnTo>
                  <a:lnTo>
                    <a:pt x="4" y="49"/>
                  </a:lnTo>
                  <a:lnTo>
                    <a:pt x="3" y="4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 flipH="1">
              <a:off x="2127" y="1122"/>
              <a:ext cx="18" cy="14"/>
            </a:xfrm>
            <a:custGeom>
              <a:avLst/>
              <a:gdLst>
                <a:gd name="T0" fmla="*/ 0 w 36"/>
                <a:gd name="T1" fmla="*/ 1 h 30"/>
                <a:gd name="T2" fmla="*/ 0 w 36"/>
                <a:gd name="T3" fmla="*/ 1 h 30"/>
                <a:gd name="T4" fmla="*/ 0 w 36"/>
                <a:gd name="T5" fmla="*/ 0 h 30"/>
                <a:gd name="T6" fmla="*/ 1 w 36"/>
                <a:gd name="T7" fmla="*/ 0 h 30"/>
                <a:gd name="T8" fmla="*/ 1 w 36"/>
                <a:gd name="T9" fmla="*/ 0 h 30"/>
                <a:gd name="T10" fmla="*/ 1 w 36"/>
                <a:gd name="T11" fmla="*/ 0 h 30"/>
                <a:gd name="T12" fmla="*/ 1 w 36"/>
                <a:gd name="T13" fmla="*/ 0 h 30"/>
                <a:gd name="T14" fmla="*/ 1 w 36"/>
                <a:gd name="T15" fmla="*/ 0 h 30"/>
                <a:gd name="T16" fmla="*/ 1 w 36"/>
                <a:gd name="T17" fmla="*/ 0 h 30"/>
                <a:gd name="T18" fmla="*/ 1 w 36"/>
                <a:gd name="T19" fmla="*/ 0 h 30"/>
                <a:gd name="T20" fmla="*/ 3 w 36"/>
                <a:gd name="T21" fmla="*/ 3 h 30"/>
                <a:gd name="T22" fmla="*/ 5 w 36"/>
                <a:gd name="T23" fmla="*/ 4 h 30"/>
                <a:gd name="T24" fmla="*/ 7 w 36"/>
                <a:gd name="T25" fmla="*/ 5 h 30"/>
                <a:gd name="T26" fmla="*/ 8 w 36"/>
                <a:gd name="T27" fmla="*/ 5 h 30"/>
                <a:gd name="T28" fmla="*/ 8 w 36"/>
                <a:gd name="T29" fmla="*/ 5 h 30"/>
                <a:gd name="T30" fmla="*/ 9 w 36"/>
                <a:gd name="T31" fmla="*/ 5 h 30"/>
                <a:gd name="T32" fmla="*/ 9 w 36"/>
                <a:gd name="T33" fmla="*/ 5 h 30"/>
                <a:gd name="T34" fmla="*/ 9 w 36"/>
                <a:gd name="T35" fmla="*/ 5 h 30"/>
                <a:gd name="T36" fmla="*/ 9 w 36"/>
                <a:gd name="T37" fmla="*/ 6 h 30"/>
                <a:gd name="T38" fmla="*/ 9 w 36"/>
                <a:gd name="T39" fmla="*/ 6 h 30"/>
                <a:gd name="T40" fmla="*/ 9 w 36"/>
                <a:gd name="T41" fmla="*/ 7 h 30"/>
                <a:gd name="T42" fmla="*/ 8 w 36"/>
                <a:gd name="T43" fmla="*/ 7 h 30"/>
                <a:gd name="T44" fmla="*/ 7 w 36"/>
                <a:gd name="T45" fmla="*/ 7 h 30"/>
                <a:gd name="T46" fmla="*/ 6 w 36"/>
                <a:gd name="T47" fmla="*/ 7 h 30"/>
                <a:gd name="T48" fmla="*/ 5 w 36"/>
                <a:gd name="T49" fmla="*/ 6 h 30"/>
                <a:gd name="T50" fmla="*/ 2 w 36"/>
                <a:gd name="T51" fmla="*/ 4 h 30"/>
                <a:gd name="T52" fmla="*/ 0 w 36"/>
                <a:gd name="T53" fmla="*/ 1 h 30"/>
                <a:gd name="T54" fmla="*/ 0 w 36"/>
                <a:gd name="T55" fmla="*/ 1 h 3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36"/>
                <a:gd name="T85" fmla="*/ 0 h 30"/>
                <a:gd name="T86" fmla="*/ 36 w 36"/>
                <a:gd name="T87" fmla="*/ 30 h 3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36" h="30">
                  <a:moveTo>
                    <a:pt x="0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6" y="1"/>
                  </a:lnTo>
                  <a:lnTo>
                    <a:pt x="7" y="2"/>
                  </a:lnTo>
                  <a:lnTo>
                    <a:pt x="15" y="13"/>
                  </a:lnTo>
                  <a:lnTo>
                    <a:pt x="23" y="18"/>
                  </a:lnTo>
                  <a:lnTo>
                    <a:pt x="29" y="21"/>
                  </a:lnTo>
                  <a:lnTo>
                    <a:pt x="32" y="22"/>
                  </a:lnTo>
                  <a:lnTo>
                    <a:pt x="33" y="22"/>
                  </a:lnTo>
                  <a:lnTo>
                    <a:pt x="34" y="23"/>
                  </a:lnTo>
                  <a:lnTo>
                    <a:pt x="36" y="24"/>
                  </a:lnTo>
                  <a:lnTo>
                    <a:pt x="36" y="25"/>
                  </a:lnTo>
                  <a:lnTo>
                    <a:pt x="36" y="27"/>
                  </a:lnTo>
                  <a:lnTo>
                    <a:pt x="34" y="29"/>
                  </a:lnTo>
                  <a:lnTo>
                    <a:pt x="32" y="30"/>
                  </a:lnTo>
                  <a:lnTo>
                    <a:pt x="31" y="30"/>
                  </a:lnTo>
                  <a:lnTo>
                    <a:pt x="27" y="29"/>
                  </a:lnTo>
                  <a:lnTo>
                    <a:pt x="19" y="25"/>
                  </a:lnTo>
                  <a:lnTo>
                    <a:pt x="10" y="1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auto">
            <a:xfrm flipH="1">
              <a:off x="2173" y="1049"/>
              <a:ext cx="20" cy="20"/>
            </a:xfrm>
            <a:custGeom>
              <a:avLst/>
              <a:gdLst>
                <a:gd name="T0" fmla="*/ 0 w 39"/>
                <a:gd name="T1" fmla="*/ 2 h 39"/>
                <a:gd name="T2" fmla="*/ 0 w 39"/>
                <a:gd name="T3" fmla="*/ 2 h 39"/>
                <a:gd name="T4" fmla="*/ 0 w 39"/>
                <a:gd name="T5" fmla="*/ 2 h 39"/>
                <a:gd name="T6" fmla="*/ 0 w 39"/>
                <a:gd name="T7" fmla="*/ 1 h 39"/>
                <a:gd name="T8" fmla="*/ 1 w 39"/>
                <a:gd name="T9" fmla="*/ 1 h 39"/>
                <a:gd name="T10" fmla="*/ 1 w 39"/>
                <a:gd name="T11" fmla="*/ 0 h 39"/>
                <a:gd name="T12" fmla="*/ 1 w 39"/>
                <a:gd name="T13" fmla="*/ 0 h 39"/>
                <a:gd name="T14" fmla="*/ 2 w 39"/>
                <a:gd name="T15" fmla="*/ 0 h 39"/>
                <a:gd name="T16" fmla="*/ 2 w 39"/>
                <a:gd name="T17" fmla="*/ 1 h 39"/>
                <a:gd name="T18" fmla="*/ 2 w 39"/>
                <a:gd name="T19" fmla="*/ 1 h 39"/>
                <a:gd name="T20" fmla="*/ 3 w 39"/>
                <a:gd name="T21" fmla="*/ 3 h 39"/>
                <a:gd name="T22" fmla="*/ 5 w 39"/>
                <a:gd name="T23" fmla="*/ 5 h 39"/>
                <a:gd name="T24" fmla="*/ 7 w 39"/>
                <a:gd name="T25" fmla="*/ 7 h 39"/>
                <a:gd name="T26" fmla="*/ 9 w 39"/>
                <a:gd name="T27" fmla="*/ 8 h 39"/>
                <a:gd name="T28" fmla="*/ 9 w 39"/>
                <a:gd name="T29" fmla="*/ 8 h 39"/>
                <a:gd name="T30" fmla="*/ 10 w 39"/>
                <a:gd name="T31" fmla="*/ 8 h 39"/>
                <a:gd name="T32" fmla="*/ 10 w 39"/>
                <a:gd name="T33" fmla="*/ 9 h 39"/>
                <a:gd name="T34" fmla="*/ 10 w 39"/>
                <a:gd name="T35" fmla="*/ 9 h 39"/>
                <a:gd name="T36" fmla="*/ 10 w 39"/>
                <a:gd name="T37" fmla="*/ 10 h 39"/>
                <a:gd name="T38" fmla="*/ 10 w 39"/>
                <a:gd name="T39" fmla="*/ 10 h 39"/>
                <a:gd name="T40" fmla="*/ 9 w 39"/>
                <a:gd name="T41" fmla="*/ 10 h 39"/>
                <a:gd name="T42" fmla="*/ 9 w 39"/>
                <a:gd name="T43" fmla="*/ 10 h 39"/>
                <a:gd name="T44" fmla="*/ 9 w 39"/>
                <a:gd name="T45" fmla="*/ 10 h 39"/>
                <a:gd name="T46" fmla="*/ 7 w 39"/>
                <a:gd name="T47" fmla="*/ 10 h 39"/>
                <a:gd name="T48" fmla="*/ 6 w 39"/>
                <a:gd name="T49" fmla="*/ 9 h 39"/>
                <a:gd name="T50" fmla="*/ 4 w 39"/>
                <a:gd name="T51" fmla="*/ 8 h 39"/>
                <a:gd name="T52" fmla="*/ 3 w 39"/>
                <a:gd name="T53" fmla="*/ 6 h 39"/>
                <a:gd name="T54" fmla="*/ 2 w 39"/>
                <a:gd name="T55" fmla="*/ 5 h 39"/>
                <a:gd name="T56" fmla="*/ 1 w 39"/>
                <a:gd name="T57" fmla="*/ 4 h 39"/>
                <a:gd name="T58" fmla="*/ 1 w 39"/>
                <a:gd name="T59" fmla="*/ 2 h 39"/>
                <a:gd name="T60" fmla="*/ 0 w 39"/>
                <a:gd name="T61" fmla="*/ 2 h 3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9"/>
                <a:gd name="T94" fmla="*/ 0 h 39"/>
                <a:gd name="T95" fmla="*/ 39 w 39"/>
                <a:gd name="T96" fmla="*/ 39 h 3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9" h="39">
                  <a:moveTo>
                    <a:pt x="0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7" y="1"/>
                  </a:lnTo>
                  <a:lnTo>
                    <a:pt x="8" y="2"/>
                  </a:lnTo>
                  <a:lnTo>
                    <a:pt x="12" y="10"/>
                  </a:lnTo>
                  <a:lnTo>
                    <a:pt x="19" y="20"/>
                  </a:lnTo>
                  <a:lnTo>
                    <a:pt x="27" y="28"/>
                  </a:lnTo>
                  <a:lnTo>
                    <a:pt x="35" y="31"/>
                  </a:lnTo>
                  <a:lnTo>
                    <a:pt x="36" y="31"/>
                  </a:lnTo>
                  <a:lnTo>
                    <a:pt x="38" y="32"/>
                  </a:lnTo>
                  <a:lnTo>
                    <a:pt x="39" y="35"/>
                  </a:lnTo>
                  <a:lnTo>
                    <a:pt x="39" y="36"/>
                  </a:lnTo>
                  <a:lnTo>
                    <a:pt x="39" y="37"/>
                  </a:lnTo>
                  <a:lnTo>
                    <a:pt x="38" y="38"/>
                  </a:lnTo>
                  <a:lnTo>
                    <a:pt x="36" y="39"/>
                  </a:lnTo>
                  <a:lnTo>
                    <a:pt x="35" y="39"/>
                  </a:lnTo>
                  <a:lnTo>
                    <a:pt x="28" y="38"/>
                  </a:lnTo>
                  <a:lnTo>
                    <a:pt x="22" y="35"/>
                  </a:lnTo>
                  <a:lnTo>
                    <a:pt x="16" y="30"/>
                  </a:lnTo>
                  <a:lnTo>
                    <a:pt x="12" y="24"/>
                  </a:lnTo>
                  <a:lnTo>
                    <a:pt x="7" y="17"/>
                  </a:lnTo>
                  <a:lnTo>
                    <a:pt x="4" y="13"/>
                  </a:lnTo>
                  <a:lnTo>
                    <a:pt x="1" y="8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 flipH="1">
              <a:off x="2370" y="1066"/>
              <a:ext cx="15" cy="21"/>
            </a:xfrm>
            <a:custGeom>
              <a:avLst/>
              <a:gdLst>
                <a:gd name="T0" fmla="*/ 1 w 32"/>
                <a:gd name="T1" fmla="*/ 9 h 42"/>
                <a:gd name="T2" fmla="*/ 1 w 32"/>
                <a:gd name="T3" fmla="*/ 9 h 42"/>
                <a:gd name="T4" fmla="*/ 2 w 32"/>
                <a:gd name="T5" fmla="*/ 9 h 42"/>
                <a:gd name="T6" fmla="*/ 2 w 32"/>
                <a:gd name="T7" fmla="*/ 9 h 42"/>
                <a:gd name="T8" fmla="*/ 3 w 32"/>
                <a:gd name="T9" fmla="*/ 8 h 42"/>
                <a:gd name="T10" fmla="*/ 4 w 32"/>
                <a:gd name="T11" fmla="*/ 6 h 42"/>
                <a:gd name="T12" fmla="*/ 4 w 32"/>
                <a:gd name="T13" fmla="*/ 5 h 42"/>
                <a:gd name="T14" fmla="*/ 5 w 32"/>
                <a:gd name="T15" fmla="*/ 3 h 42"/>
                <a:gd name="T16" fmla="*/ 5 w 32"/>
                <a:gd name="T17" fmla="*/ 1 h 42"/>
                <a:gd name="T18" fmla="*/ 5 w 32"/>
                <a:gd name="T19" fmla="*/ 1 h 42"/>
                <a:gd name="T20" fmla="*/ 6 w 32"/>
                <a:gd name="T21" fmla="*/ 1 h 42"/>
                <a:gd name="T22" fmla="*/ 6 w 32"/>
                <a:gd name="T23" fmla="*/ 0 h 42"/>
                <a:gd name="T24" fmla="*/ 6 w 32"/>
                <a:gd name="T25" fmla="*/ 0 h 42"/>
                <a:gd name="T26" fmla="*/ 7 w 32"/>
                <a:gd name="T27" fmla="*/ 0 h 42"/>
                <a:gd name="T28" fmla="*/ 7 w 32"/>
                <a:gd name="T29" fmla="*/ 1 h 42"/>
                <a:gd name="T30" fmla="*/ 7 w 32"/>
                <a:gd name="T31" fmla="*/ 1 h 42"/>
                <a:gd name="T32" fmla="*/ 7 w 32"/>
                <a:gd name="T33" fmla="*/ 1 h 42"/>
                <a:gd name="T34" fmla="*/ 7 w 32"/>
                <a:gd name="T35" fmla="*/ 1 h 42"/>
                <a:gd name="T36" fmla="*/ 7 w 32"/>
                <a:gd name="T37" fmla="*/ 3 h 42"/>
                <a:gd name="T38" fmla="*/ 6 w 32"/>
                <a:gd name="T39" fmla="*/ 5 h 42"/>
                <a:gd name="T40" fmla="*/ 5 w 32"/>
                <a:gd name="T41" fmla="*/ 7 h 42"/>
                <a:gd name="T42" fmla="*/ 4 w 32"/>
                <a:gd name="T43" fmla="*/ 10 h 42"/>
                <a:gd name="T44" fmla="*/ 3 w 32"/>
                <a:gd name="T45" fmla="*/ 10 h 42"/>
                <a:gd name="T46" fmla="*/ 2 w 32"/>
                <a:gd name="T47" fmla="*/ 11 h 42"/>
                <a:gd name="T48" fmla="*/ 1 w 32"/>
                <a:gd name="T49" fmla="*/ 11 h 42"/>
                <a:gd name="T50" fmla="*/ 1 w 32"/>
                <a:gd name="T51" fmla="*/ 11 h 42"/>
                <a:gd name="T52" fmla="*/ 1 w 32"/>
                <a:gd name="T53" fmla="*/ 11 h 42"/>
                <a:gd name="T54" fmla="*/ 0 w 32"/>
                <a:gd name="T55" fmla="*/ 11 h 42"/>
                <a:gd name="T56" fmla="*/ 0 w 32"/>
                <a:gd name="T57" fmla="*/ 11 h 42"/>
                <a:gd name="T58" fmla="*/ 0 w 32"/>
                <a:gd name="T59" fmla="*/ 10 h 42"/>
                <a:gd name="T60" fmla="*/ 0 w 32"/>
                <a:gd name="T61" fmla="*/ 10 h 42"/>
                <a:gd name="T62" fmla="*/ 0 w 32"/>
                <a:gd name="T63" fmla="*/ 9 h 42"/>
                <a:gd name="T64" fmla="*/ 0 w 32"/>
                <a:gd name="T65" fmla="*/ 9 h 42"/>
                <a:gd name="T66" fmla="*/ 1 w 32"/>
                <a:gd name="T67" fmla="*/ 9 h 42"/>
                <a:gd name="T68" fmla="*/ 1 w 32"/>
                <a:gd name="T69" fmla="*/ 9 h 4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2"/>
                <a:gd name="T106" fmla="*/ 0 h 42"/>
                <a:gd name="T107" fmla="*/ 32 w 32"/>
                <a:gd name="T108" fmla="*/ 42 h 4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2" h="42">
                  <a:moveTo>
                    <a:pt x="5" y="34"/>
                  </a:moveTo>
                  <a:lnTo>
                    <a:pt x="7" y="34"/>
                  </a:lnTo>
                  <a:lnTo>
                    <a:pt x="8" y="34"/>
                  </a:lnTo>
                  <a:lnTo>
                    <a:pt x="11" y="33"/>
                  </a:lnTo>
                  <a:lnTo>
                    <a:pt x="12" y="32"/>
                  </a:lnTo>
                  <a:lnTo>
                    <a:pt x="17" y="26"/>
                  </a:lnTo>
                  <a:lnTo>
                    <a:pt x="20" y="18"/>
                  </a:lnTo>
                  <a:lnTo>
                    <a:pt x="22" y="10"/>
                  </a:lnTo>
                  <a:lnTo>
                    <a:pt x="23" y="4"/>
                  </a:lnTo>
                  <a:lnTo>
                    <a:pt x="23" y="3"/>
                  </a:lnTo>
                  <a:lnTo>
                    <a:pt x="25" y="2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2"/>
                  </a:lnTo>
                  <a:lnTo>
                    <a:pt x="32" y="4"/>
                  </a:lnTo>
                  <a:lnTo>
                    <a:pt x="32" y="5"/>
                  </a:lnTo>
                  <a:lnTo>
                    <a:pt x="30" y="10"/>
                  </a:lnTo>
                  <a:lnTo>
                    <a:pt x="28" y="19"/>
                  </a:lnTo>
                  <a:lnTo>
                    <a:pt x="23" y="29"/>
                  </a:lnTo>
                  <a:lnTo>
                    <a:pt x="17" y="38"/>
                  </a:lnTo>
                  <a:lnTo>
                    <a:pt x="14" y="40"/>
                  </a:lnTo>
                  <a:lnTo>
                    <a:pt x="11" y="41"/>
                  </a:lnTo>
                  <a:lnTo>
                    <a:pt x="7" y="42"/>
                  </a:lnTo>
                  <a:lnTo>
                    <a:pt x="4" y="42"/>
                  </a:lnTo>
                  <a:lnTo>
                    <a:pt x="3" y="42"/>
                  </a:lnTo>
                  <a:lnTo>
                    <a:pt x="2" y="41"/>
                  </a:lnTo>
                  <a:lnTo>
                    <a:pt x="0" y="38"/>
                  </a:lnTo>
                  <a:lnTo>
                    <a:pt x="0" y="37"/>
                  </a:lnTo>
                  <a:lnTo>
                    <a:pt x="2" y="36"/>
                  </a:lnTo>
                  <a:lnTo>
                    <a:pt x="3" y="35"/>
                  </a:lnTo>
                  <a:lnTo>
                    <a:pt x="4" y="34"/>
                  </a:lnTo>
                  <a:lnTo>
                    <a:pt x="5" y="3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auto">
            <a:xfrm flipH="1">
              <a:off x="2349" y="990"/>
              <a:ext cx="42" cy="59"/>
            </a:xfrm>
            <a:custGeom>
              <a:avLst/>
              <a:gdLst>
                <a:gd name="T0" fmla="*/ 3 w 84"/>
                <a:gd name="T1" fmla="*/ 11 h 119"/>
                <a:gd name="T2" fmla="*/ 7 w 84"/>
                <a:gd name="T3" fmla="*/ 8 h 119"/>
                <a:gd name="T4" fmla="*/ 12 w 84"/>
                <a:gd name="T5" fmla="*/ 7 h 119"/>
                <a:gd name="T6" fmla="*/ 16 w 84"/>
                <a:gd name="T7" fmla="*/ 6 h 119"/>
                <a:gd name="T8" fmla="*/ 18 w 84"/>
                <a:gd name="T9" fmla="*/ 4 h 119"/>
                <a:gd name="T10" fmla="*/ 19 w 84"/>
                <a:gd name="T11" fmla="*/ 2 h 119"/>
                <a:gd name="T12" fmla="*/ 19 w 84"/>
                <a:gd name="T13" fmla="*/ 1 h 119"/>
                <a:gd name="T14" fmla="*/ 19 w 84"/>
                <a:gd name="T15" fmla="*/ 1 h 119"/>
                <a:gd name="T16" fmla="*/ 19 w 84"/>
                <a:gd name="T17" fmla="*/ 1 h 119"/>
                <a:gd name="T18" fmla="*/ 20 w 84"/>
                <a:gd name="T19" fmla="*/ 0 h 119"/>
                <a:gd name="T20" fmla="*/ 21 w 84"/>
                <a:gd name="T21" fmla="*/ 0 h 119"/>
                <a:gd name="T22" fmla="*/ 21 w 84"/>
                <a:gd name="T23" fmla="*/ 0 h 119"/>
                <a:gd name="T24" fmla="*/ 21 w 84"/>
                <a:gd name="T25" fmla="*/ 1 h 119"/>
                <a:gd name="T26" fmla="*/ 21 w 84"/>
                <a:gd name="T27" fmla="*/ 1 h 119"/>
                <a:gd name="T28" fmla="*/ 21 w 84"/>
                <a:gd name="T29" fmla="*/ 2 h 119"/>
                <a:gd name="T30" fmla="*/ 21 w 84"/>
                <a:gd name="T31" fmla="*/ 3 h 119"/>
                <a:gd name="T32" fmla="*/ 20 w 84"/>
                <a:gd name="T33" fmla="*/ 6 h 119"/>
                <a:gd name="T34" fmla="*/ 21 w 84"/>
                <a:gd name="T35" fmla="*/ 7 h 119"/>
                <a:gd name="T36" fmla="*/ 20 w 84"/>
                <a:gd name="T37" fmla="*/ 7 h 119"/>
                <a:gd name="T38" fmla="*/ 21 w 84"/>
                <a:gd name="T39" fmla="*/ 9 h 119"/>
                <a:gd name="T40" fmla="*/ 21 w 84"/>
                <a:gd name="T41" fmla="*/ 11 h 119"/>
                <a:gd name="T42" fmla="*/ 21 w 84"/>
                <a:gd name="T43" fmla="*/ 12 h 119"/>
                <a:gd name="T44" fmla="*/ 20 w 84"/>
                <a:gd name="T45" fmla="*/ 13 h 119"/>
                <a:gd name="T46" fmla="*/ 20 w 84"/>
                <a:gd name="T47" fmla="*/ 13 h 119"/>
                <a:gd name="T48" fmla="*/ 19 w 84"/>
                <a:gd name="T49" fmla="*/ 12 h 119"/>
                <a:gd name="T50" fmla="*/ 18 w 84"/>
                <a:gd name="T51" fmla="*/ 11 h 119"/>
                <a:gd name="T52" fmla="*/ 18 w 84"/>
                <a:gd name="T53" fmla="*/ 9 h 119"/>
                <a:gd name="T54" fmla="*/ 17 w 84"/>
                <a:gd name="T55" fmla="*/ 8 h 119"/>
                <a:gd name="T56" fmla="*/ 13 w 84"/>
                <a:gd name="T57" fmla="*/ 9 h 119"/>
                <a:gd name="T58" fmla="*/ 9 w 84"/>
                <a:gd name="T59" fmla="*/ 10 h 119"/>
                <a:gd name="T60" fmla="*/ 5 w 84"/>
                <a:gd name="T61" fmla="*/ 12 h 119"/>
                <a:gd name="T62" fmla="*/ 3 w 84"/>
                <a:gd name="T63" fmla="*/ 17 h 119"/>
                <a:gd name="T64" fmla="*/ 3 w 84"/>
                <a:gd name="T65" fmla="*/ 24 h 119"/>
                <a:gd name="T66" fmla="*/ 5 w 84"/>
                <a:gd name="T67" fmla="*/ 28 h 119"/>
                <a:gd name="T68" fmla="*/ 5 w 84"/>
                <a:gd name="T69" fmla="*/ 29 h 119"/>
                <a:gd name="T70" fmla="*/ 3 w 84"/>
                <a:gd name="T71" fmla="*/ 29 h 119"/>
                <a:gd name="T72" fmla="*/ 3 w 84"/>
                <a:gd name="T73" fmla="*/ 29 h 119"/>
                <a:gd name="T74" fmla="*/ 3 w 84"/>
                <a:gd name="T75" fmla="*/ 29 h 119"/>
                <a:gd name="T76" fmla="*/ 1 w 84"/>
                <a:gd name="T77" fmla="*/ 24 h 119"/>
                <a:gd name="T78" fmla="*/ 1 w 84"/>
                <a:gd name="T79" fmla="*/ 16 h 11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4"/>
                <a:gd name="T121" fmla="*/ 0 h 119"/>
                <a:gd name="T122" fmla="*/ 84 w 84"/>
                <a:gd name="T123" fmla="*/ 119 h 11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4" h="119">
                  <a:moveTo>
                    <a:pt x="7" y="53"/>
                  </a:moveTo>
                  <a:lnTo>
                    <a:pt x="14" y="45"/>
                  </a:lnTo>
                  <a:lnTo>
                    <a:pt x="22" y="39"/>
                  </a:lnTo>
                  <a:lnTo>
                    <a:pt x="31" y="34"/>
                  </a:lnTo>
                  <a:lnTo>
                    <a:pt x="40" y="30"/>
                  </a:lnTo>
                  <a:lnTo>
                    <a:pt x="48" y="28"/>
                  </a:lnTo>
                  <a:lnTo>
                    <a:pt x="57" y="25"/>
                  </a:lnTo>
                  <a:lnTo>
                    <a:pt x="64" y="24"/>
                  </a:lnTo>
                  <a:lnTo>
                    <a:pt x="70" y="24"/>
                  </a:lnTo>
                  <a:lnTo>
                    <a:pt x="71" y="17"/>
                  </a:lnTo>
                  <a:lnTo>
                    <a:pt x="72" y="12"/>
                  </a:lnTo>
                  <a:lnTo>
                    <a:pt x="74" y="8"/>
                  </a:lnTo>
                  <a:lnTo>
                    <a:pt x="75" y="5"/>
                  </a:lnTo>
                  <a:lnTo>
                    <a:pt x="76" y="4"/>
                  </a:lnTo>
                  <a:lnTo>
                    <a:pt x="76" y="2"/>
                  </a:lnTo>
                  <a:lnTo>
                    <a:pt x="77" y="1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2" y="1"/>
                  </a:lnTo>
                  <a:lnTo>
                    <a:pt x="83" y="2"/>
                  </a:lnTo>
                  <a:lnTo>
                    <a:pt x="84" y="5"/>
                  </a:lnTo>
                  <a:lnTo>
                    <a:pt x="84" y="6"/>
                  </a:lnTo>
                  <a:lnTo>
                    <a:pt x="84" y="7"/>
                  </a:lnTo>
                  <a:lnTo>
                    <a:pt x="83" y="7"/>
                  </a:lnTo>
                  <a:lnTo>
                    <a:pt x="83" y="8"/>
                  </a:lnTo>
                  <a:lnTo>
                    <a:pt x="82" y="11"/>
                  </a:lnTo>
                  <a:lnTo>
                    <a:pt x="81" y="14"/>
                  </a:lnTo>
                  <a:lnTo>
                    <a:pt x="79" y="19"/>
                  </a:lnTo>
                  <a:lnTo>
                    <a:pt x="78" y="24"/>
                  </a:lnTo>
                  <a:lnTo>
                    <a:pt x="79" y="25"/>
                  </a:lnTo>
                  <a:lnTo>
                    <a:pt x="81" y="28"/>
                  </a:lnTo>
                  <a:lnTo>
                    <a:pt x="81" y="29"/>
                  </a:lnTo>
                  <a:lnTo>
                    <a:pt x="79" y="31"/>
                  </a:lnTo>
                  <a:lnTo>
                    <a:pt x="79" y="35"/>
                  </a:lnTo>
                  <a:lnTo>
                    <a:pt x="81" y="38"/>
                  </a:lnTo>
                  <a:lnTo>
                    <a:pt x="81" y="43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1" y="51"/>
                  </a:lnTo>
                  <a:lnTo>
                    <a:pt x="79" y="52"/>
                  </a:lnTo>
                  <a:lnTo>
                    <a:pt x="78" y="52"/>
                  </a:lnTo>
                  <a:lnTo>
                    <a:pt x="77" y="52"/>
                  </a:lnTo>
                  <a:lnTo>
                    <a:pt x="76" y="52"/>
                  </a:lnTo>
                  <a:lnTo>
                    <a:pt x="75" y="51"/>
                  </a:lnTo>
                  <a:lnTo>
                    <a:pt x="74" y="50"/>
                  </a:lnTo>
                  <a:lnTo>
                    <a:pt x="72" y="45"/>
                  </a:lnTo>
                  <a:lnTo>
                    <a:pt x="72" y="40"/>
                  </a:lnTo>
                  <a:lnTo>
                    <a:pt x="71" y="36"/>
                  </a:lnTo>
                  <a:lnTo>
                    <a:pt x="71" y="32"/>
                  </a:lnTo>
                  <a:lnTo>
                    <a:pt x="66" y="32"/>
                  </a:lnTo>
                  <a:lnTo>
                    <a:pt x="59" y="34"/>
                  </a:lnTo>
                  <a:lnTo>
                    <a:pt x="52" y="36"/>
                  </a:lnTo>
                  <a:lnTo>
                    <a:pt x="43" y="38"/>
                  </a:lnTo>
                  <a:lnTo>
                    <a:pt x="34" y="40"/>
                  </a:lnTo>
                  <a:lnTo>
                    <a:pt x="26" y="45"/>
                  </a:lnTo>
                  <a:lnTo>
                    <a:pt x="19" y="51"/>
                  </a:lnTo>
                  <a:lnTo>
                    <a:pt x="14" y="58"/>
                  </a:lnTo>
                  <a:lnTo>
                    <a:pt x="9" y="69"/>
                  </a:lnTo>
                  <a:lnTo>
                    <a:pt x="9" y="82"/>
                  </a:lnTo>
                  <a:lnTo>
                    <a:pt x="11" y="97"/>
                  </a:lnTo>
                  <a:lnTo>
                    <a:pt x="17" y="114"/>
                  </a:lnTo>
                  <a:lnTo>
                    <a:pt x="17" y="115"/>
                  </a:lnTo>
                  <a:lnTo>
                    <a:pt x="17" y="117"/>
                  </a:lnTo>
                  <a:lnTo>
                    <a:pt x="16" y="119"/>
                  </a:lnTo>
                  <a:lnTo>
                    <a:pt x="15" y="119"/>
                  </a:lnTo>
                  <a:lnTo>
                    <a:pt x="14" y="119"/>
                  </a:lnTo>
                  <a:lnTo>
                    <a:pt x="11" y="119"/>
                  </a:lnTo>
                  <a:lnTo>
                    <a:pt x="10" y="119"/>
                  </a:lnTo>
                  <a:lnTo>
                    <a:pt x="9" y="118"/>
                  </a:lnTo>
                  <a:lnTo>
                    <a:pt x="2" y="99"/>
                  </a:lnTo>
                  <a:lnTo>
                    <a:pt x="0" y="82"/>
                  </a:lnTo>
                  <a:lnTo>
                    <a:pt x="1" y="66"/>
                  </a:lnTo>
                  <a:lnTo>
                    <a:pt x="7" y="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 flipH="1">
              <a:off x="2217" y="962"/>
              <a:ext cx="163" cy="150"/>
            </a:xfrm>
            <a:custGeom>
              <a:avLst/>
              <a:gdLst>
                <a:gd name="T0" fmla="*/ 6 w 326"/>
                <a:gd name="T1" fmla="*/ 32 h 298"/>
                <a:gd name="T2" fmla="*/ 11 w 326"/>
                <a:gd name="T3" fmla="*/ 34 h 298"/>
                <a:gd name="T4" fmla="*/ 20 w 326"/>
                <a:gd name="T5" fmla="*/ 29 h 298"/>
                <a:gd name="T6" fmla="*/ 22 w 326"/>
                <a:gd name="T7" fmla="*/ 21 h 298"/>
                <a:gd name="T8" fmla="*/ 22 w 326"/>
                <a:gd name="T9" fmla="*/ 17 h 298"/>
                <a:gd name="T10" fmla="*/ 14 w 326"/>
                <a:gd name="T11" fmla="*/ 11 h 298"/>
                <a:gd name="T12" fmla="*/ 21 w 326"/>
                <a:gd name="T13" fmla="*/ 12 h 298"/>
                <a:gd name="T14" fmla="*/ 28 w 326"/>
                <a:gd name="T15" fmla="*/ 23 h 298"/>
                <a:gd name="T16" fmla="*/ 34 w 326"/>
                <a:gd name="T17" fmla="*/ 1 h 298"/>
                <a:gd name="T18" fmla="*/ 36 w 326"/>
                <a:gd name="T19" fmla="*/ 12 h 298"/>
                <a:gd name="T20" fmla="*/ 22 w 326"/>
                <a:gd name="T21" fmla="*/ 28 h 298"/>
                <a:gd name="T22" fmla="*/ 28 w 326"/>
                <a:gd name="T23" fmla="*/ 33 h 298"/>
                <a:gd name="T24" fmla="*/ 31 w 326"/>
                <a:gd name="T25" fmla="*/ 38 h 298"/>
                <a:gd name="T26" fmla="*/ 41 w 326"/>
                <a:gd name="T27" fmla="*/ 28 h 298"/>
                <a:gd name="T28" fmla="*/ 38 w 326"/>
                <a:gd name="T29" fmla="*/ 31 h 298"/>
                <a:gd name="T30" fmla="*/ 44 w 326"/>
                <a:gd name="T31" fmla="*/ 46 h 298"/>
                <a:gd name="T32" fmla="*/ 51 w 326"/>
                <a:gd name="T33" fmla="*/ 46 h 298"/>
                <a:gd name="T34" fmla="*/ 57 w 326"/>
                <a:gd name="T35" fmla="*/ 39 h 298"/>
                <a:gd name="T36" fmla="*/ 59 w 326"/>
                <a:gd name="T37" fmla="*/ 41 h 298"/>
                <a:gd name="T38" fmla="*/ 63 w 326"/>
                <a:gd name="T39" fmla="*/ 54 h 298"/>
                <a:gd name="T40" fmla="*/ 77 w 326"/>
                <a:gd name="T41" fmla="*/ 52 h 298"/>
                <a:gd name="T42" fmla="*/ 82 w 326"/>
                <a:gd name="T43" fmla="*/ 55 h 298"/>
                <a:gd name="T44" fmla="*/ 78 w 326"/>
                <a:gd name="T45" fmla="*/ 56 h 298"/>
                <a:gd name="T46" fmla="*/ 67 w 326"/>
                <a:gd name="T47" fmla="*/ 53 h 298"/>
                <a:gd name="T48" fmla="*/ 65 w 326"/>
                <a:gd name="T49" fmla="*/ 63 h 298"/>
                <a:gd name="T50" fmla="*/ 73 w 326"/>
                <a:gd name="T51" fmla="*/ 62 h 298"/>
                <a:gd name="T52" fmla="*/ 67 w 326"/>
                <a:gd name="T53" fmla="*/ 67 h 298"/>
                <a:gd name="T54" fmla="*/ 59 w 326"/>
                <a:gd name="T55" fmla="*/ 75 h 298"/>
                <a:gd name="T56" fmla="*/ 61 w 326"/>
                <a:gd name="T57" fmla="*/ 70 h 298"/>
                <a:gd name="T58" fmla="*/ 56 w 326"/>
                <a:gd name="T59" fmla="*/ 52 h 298"/>
                <a:gd name="T60" fmla="*/ 53 w 326"/>
                <a:gd name="T61" fmla="*/ 49 h 298"/>
                <a:gd name="T62" fmla="*/ 38 w 326"/>
                <a:gd name="T63" fmla="*/ 50 h 298"/>
                <a:gd name="T64" fmla="*/ 37 w 326"/>
                <a:gd name="T65" fmla="*/ 48 h 298"/>
                <a:gd name="T66" fmla="*/ 38 w 326"/>
                <a:gd name="T67" fmla="*/ 43 h 298"/>
                <a:gd name="T68" fmla="*/ 33 w 326"/>
                <a:gd name="T69" fmla="*/ 41 h 298"/>
                <a:gd name="T70" fmla="*/ 23 w 326"/>
                <a:gd name="T71" fmla="*/ 41 h 298"/>
                <a:gd name="T72" fmla="*/ 15 w 326"/>
                <a:gd name="T73" fmla="*/ 48 h 298"/>
                <a:gd name="T74" fmla="*/ 22 w 326"/>
                <a:gd name="T75" fmla="*/ 39 h 298"/>
                <a:gd name="T76" fmla="*/ 26 w 326"/>
                <a:gd name="T77" fmla="*/ 34 h 298"/>
                <a:gd name="T78" fmla="*/ 12 w 326"/>
                <a:gd name="T79" fmla="*/ 36 h 298"/>
                <a:gd name="T80" fmla="*/ 16 w 326"/>
                <a:gd name="T81" fmla="*/ 54 h 298"/>
                <a:gd name="T82" fmla="*/ 24 w 326"/>
                <a:gd name="T83" fmla="*/ 52 h 298"/>
                <a:gd name="T84" fmla="*/ 28 w 326"/>
                <a:gd name="T85" fmla="*/ 47 h 298"/>
                <a:gd name="T86" fmla="*/ 29 w 326"/>
                <a:gd name="T87" fmla="*/ 51 h 298"/>
                <a:gd name="T88" fmla="*/ 31 w 326"/>
                <a:gd name="T89" fmla="*/ 59 h 298"/>
                <a:gd name="T90" fmla="*/ 42 w 326"/>
                <a:gd name="T91" fmla="*/ 63 h 298"/>
                <a:gd name="T92" fmla="*/ 43 w 326"/>
                <a:gd name="T93" fmla="*/ 52 h 298"/>
                <a:gd name="T94" fmla="*/ 43 w 326"/>
                <a:gd name="T95" fmla="*/ 60 h 298"/>
                <a:gd name="T96" fmla="*/ 53 w 326"/>
                <a:gd name="T97" fmla="*/ 72 h 298"/>
                <a:gd name="T98" fmla="*/ 45 w 326"/>
                <a:gd name="T99" fmla="*/ 69 h 298"/>
                <a:gd name="T100" fmla="*/ 37 w 326"/>
                <a:gd name="T101" fmla="*/ 65 h 298"/>
                <a:gd name="T102" fmla="*/ 33 w 326"/>
                <a:gd name="T103" fmla="*/ 75 h 298"/>
                <a:gd name="T104" fmla="*/ 31 w 326"/>
                <a:gd name="T105" fmla="*/ 65 h 298"/>
                <a:gd name="T106" fmla="*/ 27 w 326"/>
                <a:gd name="T107" fmla="*/ 56 h 298"/>
                <a:gd name="T108" fmla="*/ 18 w 326"/>
                <a:gd name="T109" fmla="*/ 55 h 298"/>
                <a:gd name="T110" fmla="*/ 14 w 326"/>
                <a:gd name="T111" fmla="*/ 66 h 298"/>
                <a:gd name="T112" fmla="*/ 13 w 326"/>
                <a:gd name="T113" fmla="*/ 58 h 298"/>
                <a:gd name="T114" fmla="*/ 10 w 326"/>
                <a:gd name="T115" fmla="*/ 37 h 298"/>
                <a:gd name="T116" fmla="*/ 1 w 326"/>
                <a:gd name="T117" fmla="*/ 36 h 29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26"/>
                <a:gd name="T178" fmla="*/ 0 h 298"/>
                <a:gd name="T179" fmla="*/ 326 w 326"/>
                <a:gd name="T180" fmla="*/ 298 h 29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26" h="298">
                  <a:moveTo>
                    <a:pt x="1" y="139"/>
                  </a:moveTo>
                  <a:lnTo>
                    <a:pt x="0" y="138"/>
                  </a:lnTo>
                  <a:lnTo>
                    <a:pt x="0" y="137"/>
                  </a:lnTo>
                  <a:lnTo>
                    <a:pt x="0" y="135"/>
                  </a:lnTo>
                  <a:lnTo>
                    <a:pt x="1" y="134"/>
                  </a:lnTo>
                  <a:lnTo>
                    <a:pt x="9" y="129"/>
                  </a:lnTo>
                  <a:lnTo>
                    <a:pt x="16" y="127"/>
                  </a:lnTo>
                  <a:lnTo>
                    <a:pt x="22" y="127"/>
                  </a:lnTo>
                  <a:lnTo>
                    <a:pt x="27" y="128"/>
                  </a:lnTo>
                  <a:lnTo>
                    <a:pt x="31" y="130"/>
                  </a:lnTo>
                  <a:lnTo>
                    <a:pt x="34" y="132"/>
                  </a:lnTo>
                  <a:lnTo>
                    <a:pt x="37" y="136"/>
                  </a:lnTo>
                  <a:lnTo>
                    <a:pt x="39" y="138"/>
                  </a:lnTo>
                  <a:lnTo>
                    <a:pt x="40" y="139"/>
                  </a:lnTo>
                  <a:lnTo>
                    <a:pt x="45" y="135"/>
                  </a:lnTo>
                  <a:lnTo>
                    <a:pt x="49" y="130"/>
                  </a:lnTo>
                  <a:lnTo>
                    <a:pt x="54" y="127"/>
                  </a:lnTo>
                  <a:lnTo>
                    <a:pt x="59" y="123"/>
                  </a:lnTo>
                  <a:lnTo>
                    <a:pt x="63" y="120"/>
                  </a:lnTo>
                  <a:lnTo>
                    <a:pt x="68" y="118"/>
                  </a:lnTo>
                  <a:lnTo>
                    <a:pt x="72" y="116"/>
                  </a:lnTo>
                  <a:lnTo>
                    <a:pt x="77" y="115"/>
                  </a:lnTo>
                  <a:lnTo>
                    <a:pt x="82" y="107"/>
                  </a:lnTo>
                  <a:lnTo>
                    <a:pt x="86" y="100"/>
                  </a:lnTo>
                  <a:lnTo>
                    <a:pt x="88" y="93"/>
                  </a:lnTo>
                  <a:lnTo>
                    <a:pt x="91" y="88"/>
                  </a:lnTo>
                  <a:lnTo>
                    <a:pt x="90" y="86"/>
                  </a:lnTo>
                  <a:lnTo>
                    <a:pt x="90" y="85"/>
                  </a:lnTo>
                  <a:lnTo>
                    <a:pt x="90" y="83"/>
                  </a:lnTo>
                  <a:lnTo>
                    <a:pt x="91" y="82"/>
                  </a:lnTo>
                  <a:lnTo>
                    <a:pt x="91" y="81"/>
                  </a:lnTo>
                  <a:lnTo>
                    <a:pt x="92" y="81"/>
                  </a:lnTo>
                  <a:lnTo>
                    <a:pt x="93" y="81"/>
                  </a:lnTo>
                  <a:lnTo>
                    <a:pt x="93" y="76"/>
                  </a:lnTo>
                  <a:lnTo>
                    <a:pt x="93" y="73"/>
                  </a:lnTo>
                  <a:lnTo>
                    <a:pt x="92" y="69"/>
                  </a:lnTo>
                  <a:lnTo>
                    <a:pt x="91" y="66"/>
                  </a:lnTo>
                  <a:lnTo>
                    <a:pt x="84" y="55"/>
                  </a:lnTo>
                  <a:lnTo>
                    <a:pt x="73" y="50"/>
                  </a:lnTo>
                  <a:lnTo>
                    <a:pt x="65" y="47"/>
                  </a:lnTo>
                  <a:lnTo>
                    <a:pt x="62" y="46"/>
                  </a:lnTo>
                  <a:lnTo>
                    <a:pt x="61" y="46"/>
                  </a:lnTo>
                  <a:lnTo>
                    <a:pt x="60" y="45"/>
                  </a:lnTo>
                  <a:lnTo>
                    <a:pt x="59" y="43"/>
                  </a:lnTo>
                  <a:lnTo>
                    <a:pt x="59" y="41"/>
                  </a:lnTo>
                  <a:lnTo>
                    <a:pt x="59" y="40"/>
                  </a:lnTo>
                  <a:lnTo>
                    <a:pt x="60" y="39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4" y="38"/>
                  </a:lnTo>
                  <a:lnTo>
                    <a:pt x="68" y="39"/>
                  </a:lnTo>
                  <a:lnTo>
                    <a:pt x="72" y="40"/>
                  </a:lnTo>
                  <a:lnTo>
                    <a:pt x="78" y="43"/>
                  </a:lnTo>
                  <a:lnTo>
                    <a:pt x="84" y="46"/>
                  </a:lnTo>
                  <a:lnTo>
                    <a:pt x="90" y="51"/>
                  </a:lnTo>
                  <a:lnTo>
                    <a:pt x="94" y="55"/>
                  </a:lnTo>
                  <a:lnTo>
                    <a:pt x="99" y="62"/>
                  </a:lnTo>
                  <a:lnTo>
                    <a:pt x="100" y="67"/>
                  </a:lnTo>
                  <a:lnTo>
                    <a:pt x="101" y="73"/>
                  </a:lnTo>
                  <a:lnTo>
                    <a:pt x="101" y="78"/>
                  </a:lnTo>
                  <a:lnTo>
                    <a:pt x="100" y="84"/>
                  </a:lnTo>
                  <a:lnTo>
                    <a:pt x="107" y="88"/>
                  </a:lnTo>
                  <a:lnTo>
                    <a:pt x="113" y="90"/>
                  </a:lnTo>
                  <a:lnTo>
                    <a:pt x="118" y="90"/>
                  </a:lnTo>
                  <a:lnTo>
                    <a:pt x="123" y="89"/>
                  </a:lnTo>
                  <a:lnTo>
                    <a:pt x="132" y="74"/>
                  </a:lnTo>
                  <a:lnTo>
                    <a:pt x="136" y="51"/>
                  </a:lnTo>
                  <a:lnTo>
                    <a:pt x="135" y="25"/>
                  </a:lnTo>
                  <a:lnTo>
                    <a:pt x="133" y="5"/>
                  </a:lnTo>
                  <a:lnTo>
                    <a:pt x="133" y="3"/>
                  </a:lnTo>
                  <a:lnTo>
                    <a:pt x="133" y="2"/>
                  </a:lnTo>
                  <a:lnTo>
                    <a:pt x="136" y="1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1"/>
                  </a:lnTo>
                  <a:lnTo>
                    <a:pt x="140" y="2"/>
                  </a:lnTo>
                  <a:lnTo>
                    <a:pt x="141" y="3"/>
                  </a:lnTo>
                  <a:lnTo>
                    <a:pt x="143" y="20"/>
                  </a:lnTo>
                  <a:lnTo>
                    <a:pt x="144" y="47"/>
                  </a:lnTo>
                  <a:lnTo>
                    <a:pt x="139" y="76"/>
                  </a:lnTo>
                  <a:lnTo>
                    <a:pt x="126" y="96"/>
                  </a:lnTo>
                  <a:lnTo>
                    <a:pt x="121" y="98"/>
                  </a:lnTo>
                  <a:lnTo>
                    <a:pt x="114" y="98"/>
                  </a:lnTo>
                  <a:lnTo>
                    <a:pt x="106" y="97"/>
                  </a:lnTo>
                  <a:lnTo>
                    <a:pt x="98" y="92"/>
                  </a:lnTo>
                  <a:lnTo>
                    <a:pt x="95" y="98"/>
                  </a:lnTo>
                  <a:lnTo>
                    <a:pt x="93" y="104"/>
                  </a:lnTo>
                  <a:lnTo>
                    <a:pt x="90" y="109"/>
                  </a:lnTo>
                  <a:lnTo>
                    <a:pt x="86" y="115"/>
                  </a:lnTo>
                  <a:lnTo>
                    <a:pt x="87" y="115"/>
                  </a:lnTo>
                  <a:lnTo>
                    <a:pt x="95" y="118"/>
                  </a:lnTo>
                  <a:lnTo>
                    <a:pt x="102" y="121"/>
                  </a:lnTo>
                  <a:lnTo>
                    <a:pt x="109" y="127"/>
                  </a:lnTo>
                  <a:lnTo>
                    <a:pt x="114" y="132"/>
                  </a:lnTo>
                  <a:lnTo>
                    <a:pt x="118" y="137"/>
                  </a:lnTo>
                  <a:lnTo>
                    <a:pt x="121" y="143"/>
                  </a:lnTo>
                  <a:lnTo>
                    <a:pt x="123" y="146"/>
                  </a:lnTo>
                  <a:lnTo>
                    <a:pt x="124" y="147"/>
                  </a:lnTo>
                  <a:lnTo>
                    <a:pt x="124" y="149"/>
                  </a:lnTo>
                  <a:lnTo>
                    <a:pt x="124" y="150"/>
                  </a:lnTo>
                  <a:lnTo>
                    <a:pt x="125" y="150"/>
                  </a:lnTo>
                  <a:lnTo>
                    <a:pt x="128" y="150"/>
                  </a:lnTo>
                  <a:lnTo>
                    <a:pt x="129" y="150"/>
                  </a:lnTo>
                  <a:lnTo>
                    <a:pt x="130" y="151"/>
                  </a:lnTo>
                  <a:lnTo>
                    <a:pt x="136" y="130"/>
                  </a:lnTo>
                  <a:lnTo>
                    <a:pt x="147" y="118"/>
                  </a:lnTo>
                  <a:lnTo>
                    <a:pt x="158" y="112"/>
                  </a:lnTo>
                  <a:lnTo>
                    <a:pt x="162" y="111"/>
                  </a:lnTo>
                  <a:lnTo>
                    <a:pt x="163" y="111"/>
                  </a:lnTo>
                  <a:lnTo>
                    <a:pt x="166" y="111"/>
                  </a:lnTo>
                  <a:lnTo>
                    <a:pt x="167" y="113"/>
                  </a:lnTo>
                  <a:lnTo>
                    <a:pt x="167" y="114"/>
                  </a:lnTo>
                  <a:lnTo>
                    <a:pt x="167" y="115"/>
                  </a:lnTo>
                  <a:lnTo>
                    <a:pt x="167" y="116"/>
                  </a:lnTo>
                  <a:lnTo>
                    <a:pt x="166" y="118"/>
                  </a:lnTo>
                  <a:lnTo>
                    <a:pt x="164" y="119"/>
                  </a:lnTo>
                  <a:lnTo>
                    <a:pt x="160" y="120"/>
                  </a:lnTo>
                  <a:lnTo>
                    <a:pt x="152" y="124"/>
                  </a:lnTo>
                  <a:lnTo>
                    <a:pt x="143" y="135"/>
                  </a:lnTo>
                  <a:lnTo>
                    <a:pt x="138" y="153"/>
                  </a:lnTo>
                  <a:lnTo>
                    <a:pt x="146" y="157"/>
                  </a:lnTo>
                  <a:lnTo>
                    <a:pt x="154" y="161"/>
                  </a:lnTo>
                  <a:lnTo>
                    <a:pt x="161" y="165"/>
                  </a:lnTo>
                  <a:lnTo>
                    <a:pt x="167" y="169"/>
                  </a:lnTo>
                  <a:lnTo>
                    <a:pt x="171" y="174"/>
                  </a:lnTo>
                  <a:lnTo>
                    <a:pt x="175" y="177"/>
                  </a:lnTo>
                  <a:lnTo>
                    <a:pt x="177" y="180"/>
                  </a:lnTo>
                  <a:lnTo>
                    <a:pt x="178" y="181"/>
                  </a:lnTo>
                  <a:lnTo>
                    <a:pt x="178" y="182"/>
                  </a:lnTo>
                  <a:lnTo>
                    <a:pt x="186" y="181"/>
                  </a:lnTo>
                  <a:lnTo>
                    <a:pt x="194" y="181"/>
                  </a:lnTo>
                  <a:lnTo>
                    <a:pt x="204" y="183"/>
                  </a:lnTo>
                  <a:lnTo>
                    <a:pt x="212" y="186"/>
                  </a:lnTo>
                  <a:lnTo>
                    <a:pt x="214" y="187"/>
                  </a:lnTo>
                  <a:lnTo>
                    <a:pt x="216" y="187"/>
                  </a:lnTo>
                  <a:lnTo>
                    <a:pt x="217" y="188"/>
                  </a:lnTo>
                  <a:lnTo>
                    <a:pt x="220" y="189"/>
                  </a:lnTo>
                  <a:lnTo>
                    <a:pt x="221" y="174"/>
                  </a:lnTo>
                  <a:lnTo>
                    <a:pt x="224" y="164"/>
                  </a:lnTo>
                  <a:lnTo>
                    <a:pt x="229" y="157"/>
                  </a:lnTo>
                  <a:lnTo>
                    <a:pt x="231" y="154"/>
                  </a:lnTo>
                  <a:lnTo>
                    <a:pt x="232" y="153"/>
                  </a:lnTo>
                  <a:lnTo>
                    <a:pt x="235" y="153"/>
                  </a:lnTo>
                  <a:lnTo>
                    <a:pt x="236" y="154"/>
                  </a:lnTo>
                  <a:lnTo>
                    <a:pt x="237" y="156"/>
                  </a:lnTo>
                  <a:lnTo>
                    <a:pt x="238" y="157"/>
                  </a:lnTo>
                  <a:lnTo>
                    <a:pt x="238" y="158"/>
                  </a:lnTo>
                  <a:lnTo>
                    <a:pt x="238" y="160"/>
                  </a:lnTo>
                  <a:lnTo>
                    <a:pt x="237" y="161"/>
                  </a:lnTo>
                  <a:lnTo>
                    <a:pt x="235" y="164"/>
                  </a:lnTo>
                  <a:lnTo>
                    <a:pt x="230" y="169"/>
                  </a:lnTo>
                  <a:lnTo>
                    <a:pt x="228" y="181"/>
                  </a:lnTo>
                  <a:lnTo>
                    <a:pt x="229" y="196"/>
                  </a:lnTo>
                  <a:lnTo>
                    <a:pt x="234" y="202"/>
                  </a:lnTo>
                  <a:lnTo>
                    <a:pt x="238" y="207"/>
                  </a:lnTo>
                  <a:lnTo>
                    <a:pt x="243" y="214"/>
                  </a:lnTo>
                  <a:lnTo>
                    <a:pt x="247" y="221"/>
                  </a:lnTo>
                  <a:lnTo>
                    <a:pt x="252" y="213"/>
                  </a:lnTo>
                  <a:lnTo>
                    <a:pt x="258" y="207"/>
                  </a:lnTo>
                  <a:lnTo>
                    <a:pt x="264" y="203"/>
                  </a:lnTo>
                  <a:lnTo>
                    <a:pt x="270" y="199"/>
                  </a:lnTo>
                  <a:lnTo>
                    <a:pt x="277" y="198"/>
                  </a:lnTo>
                  <a:lnTo>
                    <a:pt x="283" y="198"/>
                  </a:lnTo>
                  <a:lnTo>
                    <a:pt x="290" y="199"/>
                  </a:lnTo>
                  <a:lnTo>
                    <a:pt x="296" y="202"/>
                  </a:lnTo>
                  <a:lnTo>
                    <a:pt x="302" y="205"/>
                  </a:lnTo>
                  <a:lnTo>
                    <a:pt x="307" y="207"/>
                  </a:lnTo>
                  <a:lnTo>
                    <a:pt x="312" y="211"/>
                  </a:lnTo>
                  <a:lnTo>
                    <a:pt x="315" y="213"/>
                  </a:lnTo>
                  <a:lnTo>
                    <a:pt x="318" y="214"/>
                  </a:lnTo>
                  <a:lnTo>
                    <a:pt x="319" y="215"/>
                  </a:lnTo>
                  <a:lnTo>
                    <a:pt x="321" y="217"/>
                  </a:lnTo>
                  <a:lnTo>
                    <a:pt x="322" y="217"/>
                  </a:lnTo>
                  <a:lnTo>
                    <a:pt x="323" y="218"/>
                  </a:lnTo>
                  <a:lnTo>
                    <a:pt x="325" y="219"/>
                  </a:lnTo>
                  <a:lnTo>
                    <a:pt x="326" y="220"/>
                  </a:lnTo>
                  <a:lnTo>
                    <a:pt x="326" y="221"/>
                  </a:lnTo>
                  <a:lnTo>
                    <a:pt x="325" y="224"/>
                  </a:lnTo>
                  <a:lnTo>
                    <a:pt x="323" y="225"/>
                  </a:lnTo>
                  <a:lnTo>
                    <a:pt x="322" y="225"/>
                  </a:lnTo>
                  <a:lnTo>
                    <a:pt x="320" y="225"/>
                  </a:lnTo>
                  <a:lnTo>
                    <a:pt x="318" y="224"/>
                  </a:lnTo>
                  <a:lnTo>
                    <a:pt x="314" y="222"/>
                  </a:lnTo>
                  <a:lnTo>
                    <a:pt x="311" y="220"/>
                  </a:lnTo>
                  <a:lnTo>
                    <a:pt x="307" y="218"/>
                  </a:lnTo>
                  <a:lnTo>
                    <a:pt x="303" y="215"/>
                  </a:lnTo>
                  <a:lnTo>
                    <a:pt x="298" y="212"/>
                  </a:lnTo>
                  <a:lnTo>
                    <a:pt x="293" y="210"/>
                  </a:lnTo>
                  <a:lnTo>
                    <a:pt x="289" y="207"/>
                  </a:lnTo>
                  <a:lnTo>
                    <a:pt x="283" y="206"/>
                  </a:lnTo>
                  <a:lnTo>
                    <a:pt x="278" y="206"/>
                  </a:lnTo>
                  <a:lnTo>
                    <a:pt x="273" y="207"/>
                  </a:lnTo>
                  <a:lnTo>
                    <a:pt x="267" y="210"/>
                  </a:lnTo>
                  <a:lnTo>
                    <a:pt x="261" y="215"/>
                  </a:lnTo>
                  <a:lnTo>
                    <a:pt x="257" y="222"/>
                  </a:lnTo>
                  <a:lnTo>
                    <a:pt x="252" y="230"/>
                  </a:lnTo>
                  <a:lnTo>
                    <a:pt x="253" y="234"/>
                  </a:lnTo>
                  <a:lnTo>
                    <a:pt x="254" y="237"/>
                  </a:lnTo>
                  <a:lnTo>
                    <a:pt x="255" y="241"/>
                  </a:lnTo>
                  <a:lnTo>
                    <a:pt x="257" y="245"/>
                  </a:lnTo>
                  <a:lnTo>
                    <a:pt x="257" y="247"/>
                  </a:lnTo>
                  <a:lnTo>
                    <a:pt x="258" y="249"/>
                  </a:lnTo>
                  <a:lnTo>
                    <a:pt x="258" y="253"/>
                  </a:lnTo>
                  <a:lnTo>
                    <a:pt x="258" y="259"/>
                  </a:lnTo>
                  <a:lnTo>
                    <a:pt x="268" y="250"/>
                  </a:lnTo>
                  <a:lnTo>
                    <a:pt x="277" y="245"/>
                  </a:lnTo>
                  <a:lnTo>
                    <a:pt x="283" y="243"/>
                  </a:lnTo>
                  <a:lnTo>
                    <a:pt x="287" y="243"/>
                  </a:lnTo>
                  <a:lnTo>
                    <a:pt x="288" y="243"/>
                  </a:lnTo>
                  <a:lnTo>
                    <a:pt x="290" y="244"/>
                  </a:lnTo>
                  <a:lnTo>
                    <a:pt x="291" y="247"/>
                  </a:lnTo>
                  <a:lnTo>
                    <a:pt x="291" y="248"/>
                  </a:lnTo>
                  <a:lnTo>
                    <a:pt x="291" y="249"/>
                  </a:lnTo>
                  <a:lnTo>
                    <a:pt x="290" y="250"/>
                  </a:lnTo>
                  <a:lnTo>
                    <a:pt x="288" y="251"/>
                  </a:lnTo>
                  <a:lnTo>
                    <a:pt x="287" y="251"/>
                  </a:lnTo>
                  <a:lnTo>
                    <a:pt x="283" y="252"/>
                  </a:lnTo>
                  <a:lnTo>
                    <a:pt x="275" y="255"/>
                  </a:lnTo>
                  <a:lnTo>
                    <a:pt x="265" y="264"/>
                  </a:lnTo>
                  <a:lnTo>
                    <a:pt x="254" y="280"/>
                  </a:lnTo>
                  <a:lnTo>
                    <a:pt x="254" y="281"/>
                  </a:lnTo>
                  <a:lnTo>
                    <a:pt x="253" y="281"/>
                  </a:lnTo>
                  <a:lnTo>
                    <a:pt x="253" y="282"/>
                  </a:lnTo>
                  <a:lnTo>
                    <a:pt x="252" y="282"/>
                  </a:lnTo>
                  <a:lnTo>
                    <a:pt x="250" y="286"/>
                  </a:lnTo>
                  <a:lnTo>
                    <a:pt x="246" y="289"/>
                  </a:lnTo>
                  <a:lnTo>
                    <a:pt x="243" y="293"/>
                  </a:lnTo>
                  <a:lnTo>
                    <a:pt x="238" y="296"/>
                  </a:lnTo>
                  <a:lnTo>
                    <a:pt x="237" y="296"/>
                  </a:lnTo>
                  <a:lnTo>
                    <a:pt x="235" y="296"/>
                  </a:lnTo>
                  <a:lnTo>
                    <a:pt x="234" y="295"/>
                  </a:lnTo>
                  <a:lnTo>
                    <a:pt x="232" y="294"/>
                  </a:lnTo>
                  <a:lnTo>
                    <a:pt x="231" y="293"/>
                  </a:lnTo>
                  <a:lnTo>
                    <a:pt x="231" y="290"/>
                  </a:lnTo>
                  <a:lnTo>
                    <a:pt x="232" y="289"/>
                  </a:lnTo>
                  <a:lnTo>
                    <a:pt x="234" y="288"/>
                  </a:lnTo>
                  <a:lnTo>
                    <a:pt x="245" y="277"/>
                  </a:lnTo>
                  <a:lnTo>
                    <a:pt x="250" y="264"/>
                  </a:lnTo>
                  <a:lnTo>
                    <a:pt x="250" y="252"/>
                  </a:lnTo>
                  <a:lnTo>
                    <a:pt x="249" y="247"/>
                  </a:lnTo>
                  <a:lnTo>
                    <a:pt x="244" y="234"/>
                  </a:lnTo>
                  <a:lnTo>
                    <a:pt x="239" y="224"/>
                  </a:lnTo>
                  <a:lnTo>
                    <a:pt x="234" y="213"/>
                  </a:lnTo>
                  <a:lnTo>
                    <a:pt x="227" y="205"/>
                  </a:lnTo>
                  <a:lnTo>
                    <a:pt x="226" y="205"/>
                  </a:lnTo>
                  <a:lnTo>
                    <a:pt x="224" y="205"/>
                  </a:lnTo>
                  <a:lnTo>
                    <a:pt x="223" y="204"/>
                  </a:lnTo>
                  <a:lnTo>
                    <a:pt x="222" y="203"/>
                  </a:lnTo>
                  <a:lnTo>
                    <a:pt x="222" y="202"/>
                  </a:lnTo>
                  <a:lnTo>
                    <a:pt x="222" y="200"/>
                  </a:lnTo>
                  <a:lnTo>
                    <a:pt x="219" y="198"/>
                  </a:lnTo>
                  <a:lnTo>
                    <a:pt x="216" y="196"/>
                  </a:lnTo>
                  <a:lnTo>
                    <a:pt x="213" y="195"/>
                  </a:lnTo>
                  <a:lnTo>
                    <a:pt x="209" y="194"/>
                  </a:lnTo>
                  <a:lnTo>
                    <a:pt x="199" y="190"/>
                  </a:lnTo>
                  <a:lnTo>
                    <a:pt x="189" y="189"/>
                  </a:lnTo>
                  <a:lnTo>
                    <a:pt x="179" y="190"/>
                  </a:lnTo>
                  <a:lnTo>
                    <a:pt x="170" y="191"/>
                  </a:lnTo>
                  <a:lnTo>
                    <a:pt x="162" y="194"/>
                  </a:lnTo>
                  <a:lnTo>
                    <a:pt x="156" y="196"/>
                  </a:lnTo>
                  <a:lnTo>
                    <a:pt x="153" y="197"/>
                  </a:lnTo>
                  <a:lnTo>
                    <a:pt x="152" y="198"/>
                  </a:lnTo>
                  <a:lnTo>
                    <a:pt x="151" y="198"/>
                  </a:lnTo>
                  <a:lnTo>
                    <a:pt x="148" y="198"/>
                  </a:lnTo>
                  <a:lnTo>
                    <a:pt x="147" y="198"/>
                  </a:lnTo>
                  <a:lnTo>
                    <a:pt x="146" y="197"/>
                  </a:lnTo>
                  <a:lnTo>
                    <a:pt x="146" y="196"/>
                  </a:lnTo>
                  <a:lnTo>
                    <a:pt x="146" y="194"/>
                  </a:lnTo>
                  <a:lnTo>
                    <a:pt x="147" y="192"/>
                  </a:lnTo>
                  <a:lnTo>
                    <a:pt x="148" y="191"/>
                  </a:lnTo>
                  <a:lnTo>
                    <a:pt x="150" y="190"/>
                  </a:lnTo>
                  <a:lnTo>
                    <a:pt x="154" y="188"/>
                  </a:lnTo>
                  <a:lnTo>
                    <a:pt x="161" y="186"/>
                  </a:lnTo>
                  <a:lnTo>
                    <a:pt x="169" y="183"/>
                  </a:lnTo>
                  <a:lnTo>
                    <a:pt x="167" y="181"/>
                  </a:lnTo>
                  <a:lnTo>
                    <a:pt x="163" y="177"/>
                  </a:lnTo>
                  <a:lnTo>
                    <a:pt x="160" y="175"/>
                  </a:lnTo>
                  <a:lnTo>
                    <a:pt x="155" y="172"/>
                  </a:lnTo>
                  <a:lnTo>
                    <a:pt x="151" y="168"/>
                  </a:lnTo>
                  <a:lnTo>
                    <a:pt x="146" y="166"/>
                  </a:lnTo>
                  <a:lnTo>
                    <a:pt x="140" y="162"/>
                  </a:lnTo>
                  <a:lnTo>
                    <a:pt x="135" y="160"/>
                  </a:lnTo>
                  <a:lnTo>
                    <a:pt x="133" y="160"/>
                  </a:lnTo>
                  <a:lnTo>
                    <a:pt x="132" y="160"/>
                  </a:lnTo>
                  <a:lnTo>
                    <a:pt x="131" y="160"/>
                  </a:lnTo>
                  <a:lnTo>
                    <a:pt x="131" y="159"/>
                  </a:lnTo>
                  <a:lnTo>
                    <a:pt x="126" y="158"/>
                  </a:lnTo>
                  <a:lnTo>
                    <a:pt x="122" y="158"/>
                  </a:lnTo>
                  <a:lnTo>
                    <a:pt x="117" y="157"/>
                  </a:lnTo>
                  <a:lnTo>
                    <a:pt x="113" y="157"/>
                  </a:lnTo>
                  <a:lnTo>
                    <a:pt x="106" y="158"/>
                  </a:lnTo>
                  <a:lnTo>
                    <a:pt x="100" y="159"/>
                  </a:lnTo>
                  <a:lnTo>
                    <a:pt x="94" y="162"/>
                  </a:lnTo>
                  <a:lnTo>
                    <a:pt x="87" y="166"/>
                  </a:lnTo>
                  <a:lnTo>
                    <a:pt x="82" y="171"/>
                  </a:lnTo>
                  <a:lnTo>
                    <a:pt x="76" y="176"/>
                  </a:lnTo>
                  <a:lnTo>
                    <a:pt x="71" y="183"/>
                  </a:lnTo>
                  <a:lnTo>
                    <a:pt x="65" y="190"/>
                  </a:lnTo>
                  <a:lnTo>
                    <a:pt x="64" y="191"/>
                  </a:lnTo>
                  <a:lnTo>
                    <a:pt x="63" y="192"/>
                  </a:lnTo>
                  <a:lnTo>
                    <a:pt x="61" y="192"/>
                  </a:lnTo>
                  <a:lnTo>
                    <a:pt x="60" y="191"/>
                  </a:lnTo>
                  <a:lnTo>
                    <a:pt x="59" y="190"/>
                  </a:lnTo>
                  <a:lnTo>
                    <a:pt x="57" y="189"/>
                  </a:lnTo>
                  <a:lnTo>
                    <a:pt x="57" y="187"/>
                  </a:lnTo>
                  <a:lnTo>
                    <a:pt x="59" y="186"/>
                  </a:lnTo>
                  <a:lnTo>
                    <a:pt x="64" y="177"/>
                  </a:lnTo>
                  <a:lnTo>
                    <a:pt x="70" y="171"/>
                  </a:lnTo>
                  <a:lnTo>
                    <a:pt x="77" y="164"/>
                  </a:lnTo>
                  <a:lnTo>
                    <a:pt x="84" y="159"/>
                  </a:lnTo>
                  <a:lnTo>
                    <a:pt x="91" y="154"/>
                  </a:lnTo>
                  <a:lnTo>
                    <a:pt x="98" y="152"/>
                  </a:lnTo>
                  <a:lnTo>
                    <a:pt x="105" y="150"/>
                  </a:lnTo>
                  <a:lnTo>
                    <a:pt x="113" y="149"/>
                  </a:lnTo>
                  <a:lnTo>
                    <a:pt x="114" y="149"/>
                  </a:lnTo>
                  <a:lnTo>
                    <a:pt x="115" y="149"/>
                  </a:lnTo>
                  <a:lnTo>
                    <a:pt x="111" y="143"/>
                  </a:lnTo>
                  <a:lnTo>
                    <a:pt x="106" y="135"/>
                  </a:lnTo>
                  <a:lnTo>
                    <a:pt x="98" y="128"/>
                  </a:lnTo>
                  <a:lnTo>
                    <a:pt x="86" y="123"/>
                  </a:lnTo>
                  <a:lnTo>
                    <a:pt x="82" y="123"/>
                  </a:lnTo>
                  <a:lnTo>
                    <a:pt x="77" y="124"/>
                  </a:lnTo>
                  <a:lnTo>
                    <a:pt x="71" y="126"/>
                  </a:lnTo>
                  <a:lnTo>
                    <a:pt x="67" y="128"/>
                  </a:lnTo>
                  <a:lnTo>
                    <a:pt x="61" y="131"/>
                  </a:lnTo>
                  <a:lnTo>
                    <a:pt x="56" y="136"/>
                  </a:lnTo>
                  <a:lnTo>
                    <a:pt x="50" y="142"/>
                  </a:lnTo>
                  <a:lnTo>
                    <a:pt x="45" y="147"/>
                  </a:lnTo>
                  <a:lnTo>
                    <a:pt x="41" y="160"/>
                  </a:lnTo>
                  <a:lnTo>
                    <a:pt x="39" y="177"/>
                  </a:lnTo>
                  <a:lnTo>
                    <a:pt x="39" y="195"/>
                  </a:lnTo>
                  <a:lnTo>
                    <a:pt x="44" y="207"/>
                  </a:lnTo>
                  <a:lnTo>
                    <a:pt x="47" y="211"/>
                  </a:lnTo>
                  <a:lnTo>
                    <a:pt x="53" y="212"/>
                  </a:lnTo>
                  <a:lnTo>
                    <a:pt x="57" y="213"/>
                  </a:lnTo>
                  <a:lnTo>
                    <a:pt x="64" y="213"/>
                  </a:lnTo>
                  <a:lnTo>
                    <a:pt x="67" y="211"/>
                  </a:lnTo>
                  <a:lnTo>
                    <a:pt x="69" y="209"/>
                  </a:lnTo>
                  <a:lnTo>
                    <a:pt x="71" y="207"/>
                  </a:lnTo>
                  <a:lnTo>
                    <a:pt x="73" y="206"/>
                  </a:lnTo>
                  <a:lnTo>
                    <a:pt x="78" y="205"/>
                  </a:lnTo>
                  <a:lnTo>
                    <a:pt x="84" y="204"/>
                  </a:lnTo>
                  <a:lnTo>
                    <a:pt x="88" y="204"/>
                  </a:lnTo>
                  <a:lnTo>
                    <a:pt x="93" y="204"/>
                  </a:lnTo>
                  <a:lnTo>
                    <a:pt x="98" y="205"/>
                  </a:lnTo>
                  <a:lnTo>
                    <a:pt x="102" y="207"/>
                  </a:lnTo>
                  <a:lnTo>
                    <a:pt x="106" y="209"/>
                  </a:lnTo>
                  <a:lnTo>
                    <a:pt x="109" y="211"/>
                  </a:lnTo>
                  <a:lnTo>
                    <a:pt x="109" y="205"/>
                  </a:lnTo>
                  <a:lnTo>
                    <a:pt x="110" y="198"/>
                  </a:lnTo>
                  <a:lnTo>
                    <a:pt x="110" y="192"/>
                  </a:lnTo>
                  <a:lnTo>
                    <a:pt x="111" y="186"/>
                  </a:lnTo>
                  <a:lnTo>
                    <a:pt x="113" y="184"/>
                  </a:lnTo>
                  <a:lnTo>
                    <a:pt x="114" y="183"/>
                  </a:lnTo>
                  <a:lnTo>
                    <a:pt x="116" y="183"/>
                  </a:lnTo>
                  <a:lnTo>
                    <a:pt x="117" y="183"/>
                  </a:lnTo>
                  <a:lnTo>
                    <a:pt x="118" y="183"/>
                  </a:lnTo>
                  <a:lnTo>
                    <a:pt x="120" y="184"/>
                  </a:lnTo>
                  <a:lnTo>
                    <a:pt x="120" y="187"/>
                  </a:lnTo>
                  <a:lnTo>
                    <a:pt x="120" y="188"/>
                  </a:lnTo>
                  <a:lnTo>
                    <a:pt x="118" y="196"/>
                  </a:lnTo>
                  <a:lnTo>
                    <a:pt x="117" y="203"/>
                  </a:lnTo>
                  <a:lnTo>
                    <a:pt x="117" y="210"/>
                  </a:lnTo>
                  <a:lnTo>
                    <a:pt x="118" y="217"/>
                  </a:lnTo>
                  <a:lnTo>
                    <a:pt x="118" y="218"/>
                  </a:lnTo>
                  <a:lnTo>
                    <a:pt x="118" y="219"/>
                  </a:lnTo>
                  <a:lnTo>
                    <a:pt x="121" y="224"/>
                  </a:lnTo>
                  <a:lnTo>
                    <a:pt x="122" y="228"/>
                  </a:lnTo>
                  <a:lnTo>
                    <a:pt x="124" y="233"/>
                  </a:lnTo>
                  <a:lnTo>
                    <a:pt x="128" y="236"/>
                  </a:lnTo>
                  <a:lnTo>
                    <a:pt x="132" y="241"/>
                  </a:lnTo>
                  <a:lnTo>
                    <a:pt x="138" y="244"/>
                  </a:lnTo>
                  <a:lnTo>
                    <a:pt x="144" y="247"/>
                  </a:lnTo>
                  <a:lnTo>
                    <a:pt x="150" y="249"/>
                  </a:lnTo>
                  <a:lnTo>
                    <a:pt x="155" y="250"/>
                  </a:lnTo>
                  <a:lnTo>
                    <a:pt x="160" y="251"/>
                  </a:lnTo>
                  <a:lnTo>
                    <a:pt x="166" y="251"/>
                  </a:lnTo>
                  <a:lnTo>
                    <a:pt x="169" y="251"/>
                  </a:lnTo>
                  <a:lnTo>
                    <a:pt x="166" y="235"/>
                  </a:lnTo>
                  <a:lnTo>
                    <a:pt x="166" y="221"/>
                  </a:lnTo>
                  <a:lnTo>
                    <a:pt x="168" y="212"/>
                  </a:lnTo>
                  <a:lnTo>
                    <a:pt x="169" y="209"/>
                  </a:lnTo>
                  <a:lnTo>
                    <a:pt x="170" y="207"/>
                  </a:lnTo>
                  <a:lnTo>
                    <a:pt x="171" y="206"/>
                  </a:lnTo>
                  <a:lnTo>
                    <a:pt x="174" y="205"/>
                  </a:lnTo>
                  <a:lnTo>
                    <a:pt x="175" y="205"/>
                  </a:lnTo>
                  <a:lnTo>
                    <a:pt x="176" y="206"/>
                  </a:lnTo>
                  <a:lnTo>
                    <a:pt x="176" y="207"/>
                  </a:lnTo>
                  <a:lnTo>
                    <a:pt x="177" y="210"/>
                  </a:lnTo>
                  <a:lnTo>
                    <a:pt x="177" y="211"/>
                  </a:lnTo>
                  <a:lnTo>
                    <a:pt x="176" y="213"/>
                  </a:lnTo>
                  <a:lnTo>
                    <a:pt x="175" y="220"/>
                  </a:lnTo>
                  <a:lnTo>
                    <a:pt x="174" y="228"/>
                  </a:lnTo>
                  <a:lnTo>
                    <a:pt x="174" y="239"/>
                  </a:lnTo>
                  <a:lnTo>
                    <a:pt x="177" y="250"/>
                  </a:lnTo>
                  <a:lnTo>
                    <a:pt x="183" y="262"/>
                  </a:lnTo>
                  <a:lnTo>
                    <a:pt x="193" y="273"/>
                  </a:lnTo>
                  <a:lnTo>
                    <a:pt x="209" y="282"/>
                  </a:lnTo>
                  <a:lnTo>
                    <a:pt x="211" y="283"/>
                  </a:lnTo>
                  <a:lnTo>
                    <a:pt x="212" y="285"/>
                  </a:lnTo>
                  <a:lnTo>
                    <a:pt x="212" y="286"/>
                  </a:lnTo>
                  <a:lnTo>
                    <a:pt x="212" y="287"/>
                  </a:lnTo>
                  <a:lnTo>
                    <a:pt x="211" y="288"/>
                  </a:lnTo>
                  <a:lnTo>
                    <a:pt x="209" y="289"/>
                  </a:lnTo>
                  <a:lnTo>
                    <a:pt x="208" y="289"/>
                  </a:lnTo>
                  <a:lnTo>
                    <a:pt x="207" y="289"/>
                  </a:lnTo>
                  <a:lnTo>
                    <a:pt x="200" y="286"/>
                  </a:lnTo>
                  <a:lnTo>
                    <a:pt x="194" y="282"/>
                  </a:lnTo>
                  <a:lnTo>
                    <a:pt x="190" y="279"/>
                  </a:lnTo>
                  <a:lnTo>
                    <a:pt x="185" y="275"/>
                  </a:lnTo>
                  <a:lnTo>
                    <a:pt x="181" y="272"/>
                  </a:lnTo>
                  <a:lnTo>
                    <a:pt x="178" y="267"/>
                  </a:lnTo>
                  <a:lnTo>
                    <a:pt x="175" y="264"/>
                  </a:lnTo>
                  <a:lnTo>
                    <a:pt x="173" y="259"/>
                  </a:lnTo>
                  <a:lnTo>
                    <a:pt x="170" y="259"/>
                  </a:lnTo>
                  <a:lnTo>
                    <a:pt x="167" y="259"/>
                  </a:lnTo>
                  <a:lnTo>
                    <a:pt x="162" y="259"/>
                  </a:lnTo>
                  <a:lnTo>
                    <a:pt x="159" y="259"/>
                  </a:lnTo>
                  <a:lnTo>
                    <a:pt x="153" y="258"/>
                  </a:lnTo>
                  <a:lnTo>
                    <a:pt x="148" y="257"/>
                  </a:lnTo>
                  <a:lnTo>
                    <a:pt x="144" y="256"/>
                  </a:lnTo>
                  <a:lnTo>
                    <a:pt x="138" y="253"/>
                  </a:lnTo>
                  <a:lnTo>
                    <a:pt x="135" y="259"/>
                  </a:lnTo>
                  <a:lnTo>
                    <a:pt x="130" y="267"/>
                  </a:lnTo>
                  <a:lnTo>
                    <a:pt x="129" y="279"/>
                  </a:lnTo>
                  <a:lnTo>
                    <a:pt x="132" y="293"/>
                  </a:lnTo>
                  <a:lnTo>
                    <a:pt x="133" y="294"/>
                  </a:lnTo>
                  <a:lnTo>
                    <a:pt x="133" y="296"/>
                  </a:lnTo>
                  <a:lnTo>
                    <a:pt x="132" y="297"/>
                  </a:lnTo>
                  <a:lnTo>
                    <a:pt x="131" y="298"/>
                  </a:lnTo>
                  <a:lnTo>
                    <a:pt x="130" y="298"/>
                  </a:lnTo>
                  <a:lnTo>
                    <a:pt x="128" y="298"/>
                  </a:lnTo>
                  <a:lnTo>
                    <a:pt x="126" y="298"/>
                  </a:lnTo>
                  <a:lnTo>
                    <a:pt x="125" y="297"/>
                  </a:lnTo>
                  <a:lnTo>
                    <a:pt x="121" y="281"/>
                  </a:lnTo>
                  <a:lnTo>
                    <a:pt x="122" y="268"/>
                  </a:lnTo>
                  <a:lnTo>
                    <a:pt x="126" y="257"/>
                  </a:lnTo>
                  <a:lnTo>
                    <a:pt x="131" y="250"/>
                  </a:lnTo>
                  <a:lnTo>
                    <a:pt x="129" y="248"/>
                  </a:lnTo>
                  <a:lnTo>
                    <a:pt x="126" y="247"/>
                  </a:lnTo>
                  <a:lnTo>
                    <a:pt x="124" y="244"/>
                  </a:lnTo>
                  <a:lnTo>
                    <a:pt x="122" y="242"/>
                  </a:lnTo>
                  <a:lnTo>
                    <a:pt x="118" y="237"/>
                  </a:lnTo>
                  <a:lnTo>
                    <a:pt x="115" y="233"/>
                  </a:lnTo>
                  <a:lnTo>
                    <a:pt x="113" y="227"/>
                  </a:lnTo>
                  <a:lnTo>
                    <a:pt x="110" y="221"/>
                  </a:lnTo>
                  <a:lnTo>
                    <a:pt x="105" y="218"/>
                  </a:lnTo>
                  <a:lnTo>
                    <a:pt x="97" y="213"/>
                  </a:lnTo>
                  <a:lnTo>
                    <a:pt x="87" y="212"/>
                  </a:lnTo>
                  <a:lnTo>
                    <a:pt x="77" y="213"/>
                  </a:lnTo>
                  <a:lnTo>
                    <a:pt x="76" y="214"/>
                  </a:lnTo>
                  <a:lnTo>
                    <a:pt x="75" y="215"/>
                  </a:lnTo>
                  <a:lnTo>
                    <a:pt x="72" y="217"/>
                  </a:lnTo>
                  <a:lnTo>
                    <a:pt x="71" y="218"/>
                  </a:lnTo>
                  <a:lnTo>
                    <a:pt x="71" y="219"/>
                  </a:lnTo>
                  <a:lnTo>
                    <a:pt x="70" y="219"/>
                  </a:lnTo>
                  <a:lnTo>
                    <a:pt x="70" y="220"/>
                  </a:lnTo>
                  <a:lnTo>
                    <a:pt x="69" y="220"/>
                  </a:lnTo>
                  <a:lnTo>
                    <a:pt x="64" y="227"/>
                  </a:lnTo>
                  <a:lnTo>
                    <a:pt x="62" y="235"/>
                  </a:lnTo>
                  <a:lnTo>
                    <a:pt x="59" y="245"/>
                  </a:lnTo>
                  <a:lnTo>
                    <a:pt x="57" y="258"/>
                  </a:lnTo>
                  <a:lnTo>
                    <a:pt x="57" y="259"/>
                  </a:lnTo>
                  <a:lnTo>
                    <a:pt x="56" y="262"/>
                  </a:lnTo>
                  <a:lnTo>
                    <a:pt x="55" y="263"/>
                  </a:lnTo>
                  <a:lnTo>
                    <a:pt x="54" y="263"/>
                  </a:lnTo>
                  <a:lnTo>
                    <a:pt x="53" y="262"/>
                  </a:lnTo>
                  <a:lnTo>
                    <a:pt x="50" y="260"/>
                  </a:lnTo>
                  <a:lnTo>
                    <a:pt x="49" y="259"/>
                  </a:lnTo>
                  <a:lnTo>
                    <a:pt x="49" y="258"/>
                  </a:lnTo>
                  <a:lnTo>
                    <a:pt x="50" y="247"/>
                  </a:lnTo>
                  <a:lnTo>
                    <a:pt x="53" y="237"/>
                  </a:lnTo>
                  <a:lnTo>
                    <a:pt x="55" y="228"/>
                  </a:lnTo>
                  <a:lnTo>
                    <a:pt x="59" y="221"/>
                  </a:lnTo>
                  <a:lnTo>
                    <a:pt x="52" y="221"/>
                  </a:lnTo>
                  <a:lnTo>
                    <a:pt x="47" y="219"/>
                  </a:lnTo>
                  <a:lnTo>
                    <a:pt x="41" y="217"/>
                  </a:lnTo>
                  <a:lnTo>
                    <a:pt x="38" y="213"/>
                  </a:lnTo>
                  <a:lnTo>
                    <a:pt x="31" y="197"/>
                  </a:lnTo>
                  <a:lnTo>
                    <a:pt x="31" y="177"/>
                  </a:lnTo>
                  <a:lnTo>
                    <a:pt x="33" y="160"/>
                  </a:lnTo>
                  <a:lnTo>
                    <a:pt x="37" y="147"/>
                  </a:lnTo>
                  <a:lnTo>
                    <a:pt x="35" y="146"/>
                  </a:lnTo>
                  <a:lnTo>
                    <a:pt x="35" y="145"/>
                  </a:lnTo>
                  <a:lnTo>
                    <a:pt x="34" y="144"/>
                  </a:lnTo>
                  <a:lnTo>
                    <a:pt x="33" y="143"/>
                  </a:lnTo>
                  <a:lnTo>
                    <a:pt x="29" y="138"/>
                  </a:lnTo>
                  <a:lnTo>
                    <a:pt x="24" y="135"/>
                  </a:lnTo>
                  <a:lnTo>
                    <a:pt x="16" y="135"/>
                  </a:lnTo>
                  <a:lnTo>
                    <a:pt x="7" y="141"/>
                  </a:lnTo>
                  <a:lnTo>
                    <a:pt x="6" y="142"/>
                  </a:lnTo>
                  <a:lnTo>
                    <a:pt x="3" y="142"/>
                  </a:lnTo>
                  <a:lnTo>
                    <a:pt x="2" y="141"/>
                  </a:lnTo>
                  <a:lnTo>
                    <a:pt x="1" y="13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 flipH="1">
              <a:off x="2010" y="784"/>
              <a:ext cx="43" cy="37"/>
            </a:xfrm>
            <a:custGeom>
              <a:avLst/>
              <a:gdLst>
                <a:gd name="T0" fmla="*/ 0 w 85"/>
                <a:gd name="T1" fmla="*/ 1 h 73"/>
                <a:gd name="T2" fmla="*/ 22 w 85"/>
                <a:gd name="T3" fmla="*/ 0 h 73"/>
                <a:gd name="T4" fmla="*/ 13 w 85"/>
                <a:gd name="T5" fmla="*/ 19 h 73"/>
                <a:gd name="T6" fmla="*/ 12 w 85"/>
                <a:gd name="T7" fmla="*/ 16 h 73"/>
                <a:gd name="T8" fmla="*/ 10 w 85"/>
                <a:gd name="T9" fmla="*/ 14 h 73"/>
                <a:gd name="T10" fmla="*/ 9 w 85"/>
                <a:gd name="T11" fmla="*/ 12 h 73"/>
                <a:gd name="T12" fmla="*/ 7 w 85"/>
                <a:gd name="T13" fmla="*/ 10 h 73"/>
                <a:gd name="T14" fmla="*/ 6 w 85"/>
                <a:gd name="T15" fmla="*/ 8 h 73"/>
                <a:gd name="T16" fmla="*/ 4 w 85"/>
                <a:gd name="T17" fmla="*/ 5 h 73"/>
                <a:gd name="T18" fmla="*/ 2 w 85"/>
                <a:gd name="T19" fmla="*/ 3 h 73"/>
                <a:gd name="T20" fmla="*/ 0 w 85"/>
                <a:gd name="T21" fmla="*/ 1 h 7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5"/>
                <a:gd name="T34" fmla="*/ 0 h 73"/>
                <a:gd name="T35" fmla="*/ 85 w 85"/>
                <a:gd name="T36" fmla="*/ 73 h 7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5" h="73">
                  <a:moveTo>
                    <a:pt x="0" y="3"/>
                  </a:moveTo>
                  <a:lnTo>
                    <a:pt x="85" y="0"/>
                  </a:lnTo>
                  <a:lnTo>
                    <a:pt x="52" y="73"/>
                  </a:lnTo>
                  <a:lnTo>
                    <a:pt x="46" y="63"/>
                  </a:lnTo>
                  <a:lnTo>
                    <a:pt x="39" y="54"/>
                  </a:lnTo>
                  <a:lnTo>
                    <a:pt x="33" y="46"/>
                  </a:lnTo>
                  <a:lnTo>
                    <a:pt x="26" y="37"/>
                  </a:lnTo>
                  <a:lnTo>
                    <a:pt x="21" y="29"/>
                  </a:lnTo>
                  <a:lnTo>
                    <a:pt x="14" y="19"/>
                  </a:lnTo>
                  <a:lnTo>
                    <a:pt x="7" y="11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auto">
            <a:xfrm flipH="1">
              <a:off x="2102" y="700"/>
              <a:ext cx="37" cy="43"/>
            </a:xfrm>
            <a:custGeom>
              <a:avLst/>
              <a:gdLst>
                <a:gd name="T0" fmla="*/ 0 w 74"/>
                <a:gd name="T1" fmla="*/ 11 h 85"/>
                <a:gd name="T2" fmla="*/ 17 w 74"/>
                <a:gd name="T3" fmla="*/ 0 h 85"/>
                <a:gd name="T4" fmla="*/ 19 w 74"/>
                <a:gd name="T5" fmla="*/ 22 h 85"/>
                <a:gd name="T6" fmla="*/ 17 w 74"/>
                <a:gd name="T7" fmla="*/ 20 h 85"/>
                <a:gd name="T8" fmla="*/ 14 w 74"/>
                <a:gd name="T9" fmla="*/ 18 h 85"/>
                <a:gd name="T10" fmla="*/ 11 w 74"/>
                <a:gd name="T11" fmla="*/ 17 h 85"/>
                <a:gd name="T12" fmla="*/ 9 w 74"/>
                <a:gd name="T13" fmla="*/ 16 h 85"/>
                <a:gd name="T14" fmla="*/ 7 w 74"/>
                <a:gd name="T15" fmla="*/ 14 h 85"/>
                <a:gd name="T16" fmla="*/ 5 w 74"/>
                <a:gd name="T17" fmla="*/ 13 h 85"/>
                <a:gd name="T18" fmla="*/ 2 w 74"/>
                <a:gd name="T19" fmla="*/ 12 h 85"/>
                <a:gd name="T20" fmla="*/ 0 w 74"/>
                <a:gd name="T21" fmla="*/ 11 h 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4"/>
                <a:gd name="T34" fmla="*/ 0 h 85"/>
                <a:gd name="T35" fmla="*/ 74 w 74"/>
                <a:gd name="T36" fmla="*/ 85 h 8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4" h="85">
                  <a:moveTo>
                    <a:pt x="0" y="41"/>
                  </a:moveTo>
                  <a:lnTo>
                    <a:pt x="68" y="0"/>
                  </a:lnTo>
                  <a:lnTo>
                    <a:pt x="74" y="85"/>
                  </a:lnTo>
                  <a:lnTo>
                    <a:pt x="65" y="79"/>
                  </a:lnTo>
                  <a:lnTo>
                    <a:pt x="56" y="72"/>
                  </a:lnTo>
                  <a:lnTo>
                    <a:pt x="46" y="67"/>
                  </a:lnTo>
                  <a:lnTo>
                    <a:pt x="37" y="61"/>
                  </a:lnTo>
                  <a:lnTo>
                    <a:pt x="28" y="56"/>
                  </a:lnTo>
                  <a:lnTo>
                    <a:pt x="19" y="50"/>
                  </a:lnTo>
                  <a:lnTo>
                    <a:pt x="10" y="46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 flipH="1">
              <a:off x="1983" y="831"/>
              <a:ext cx="38" cy="34"/>
            </a:xfrm>
            <a:custGeom>
              <a:avLst/>
              <a:gdLst>
                <a:gd name="T0" fmla="*/ 0 w 77"/>
                <a:gd name="T1" fmla="*/ 0 h 68"/>
                <a:gd name="T2" fmla="*/ 19 w 77"/>
                <a:gd name="T3" fmla="*/ 4 h 68"/>
                <a:gd name="T4" fmla="*/ 8 w 77"/>
                <a:gd name="T5" fmla="*/ 17 h 68"/>
                <a:gd name="T6" fmla="*/ 7 w 77"/>
                <a:gd name="T7" fmla="*/ 15 h 68"/>
                <a:gd name="T8" fmla="*/ 6 w 77"/>
                <a:gd name="T9" fmla="*/ 12 h 68"/>
                <a:gd name="T10" fmla="*/ 5 w 77"/>
                <a:gd name="T11" fmla="*/ 10 h 68"/>
                <a:gd name="T12" fmla="*/ 4 w 77"/>
                <a:gd name="T13" fmla="*/ 9 h 68"/>
                <a:gd name="T14" fmla="*/ 3 w 77"/>
                <a:gd name="T15" fmla="*/ 6 h 68"/>
                <a:gd name="T16" fmla="*/ 2 w 77"/>
                <a:gd name="T17" fmla="*/ 4 h 68"/>
                <a:gd name="T18" fmla="*/ 1 w 77"/>
                <a:gd name="T19" fmla="*/ 2 h 68"/>
                <a:gd name="T20" fmla="*/ 0 w 77"/>
                <a:gd name="T21" fmla="*/ 0 h 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7"/>
                <a:gd name="T34" fmla="*/ 0 h 68"/>
                <a:gd name="T35" fmla="*/ 77 w 77"/>
                <a:gd name="T36" fmla="*/ 68 h 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7" h="68">
                  <a:moveTo>
                    <a:pt x="0" y="0"/>
                  </a:moveTo>
                  <a:lnTo>
                    <a:pt x="77" y="16"/>
                  </a:lnTo>
                  <a:lnTo>
                    <a:pt x="35" y="68"/>
                  </a:lnTo>
                  <a:lnTo>
                    <a:pt x="31" y="60"/>
                  </a:lnTo>
                  <a:lnTo>
                    <a:pt x="27" y="51"/>
                  </a:lnTo>
                  <a:lnTo>
                    <a:pt x="22" y="43"/>
                  </a:lnTo>
                  <a:lnTo>
                    <a:pt x="19" y="34"/>
                  </a:lnTo>
                  <a:lnTo>
                    <a:pt x="14" y="26"/>
                  </a:lnTo>
                  <a:lnTo>
                    <a:pt x="10" y="16"/>
                  </a:lnTo>
                  <a:lnTo>
                    <a:pt x="5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 flipH="1">
              <a:off x="2052" y="737"/>
              <a:ext cx="41" cy="42"/>
            </a:xfrm>
            <a:custGeom>
              <a:avLst/>
              <a:gdLst>
                <a:gd name="T0" fmla="*/ 0 w 82"/>
                <a:gd name="T1" fmla="*/ 6 h 85"/>
                <a:gd name="T2" fmla="*/ 21 w 82"/>
                <a:gd name="T3" fmla="*/ 0 h 85"/>
                <a:gd name="T4" fmla="*/ 17 w 82"/>
                <a:gd name="T5" fmla="*/ 21 h 85"/>
                <a:gd name="T6" fmla="*/ 14 w 82"/>
                <a:gd name="T7" fmla="*/ 19 h 85"/>
                <a:gd name="T8" fmla="*/ 12 w 82"/>
                <a:gd name="T9" fmla="*/ 17 h 85"/>
                <a:gd name="T10" fmla="*/ 10 w 82"/>
                <a:gd name="T11" fmla="*/ 15 h 85"/>
                <a:gd name="T12" fmla="*/ 9 w 82"/>
                <a:gd name="T13" fmla="*/ 13 h 85"/>
                <a:gd name="T14" fmla="*/ 6 w 82"/>
                <a:gd name="T15" fmla="*/ 11 h 85"/>
                <a:gd name="T16" fmla="*/ 5 w 82"/>
                <a:gd name="T17" fmla="*/ 10 h 85"/>
                <a:gd name="T18" fmla="*/ 3 w 82"/>
                <a:gd name="T19" fmla="*/ 8 h 85"/>
                <a:gd name="T20" fmla="*/ 0 w 82"/>
                <a:gd name="T21" fmla="*/ 6 h 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2"/>
                <a:gd name="T34" fmla="*/ 0 h 85"/>
                <a:gd name="T35" fmla="*/ 82 w 82"/>
                <a:gd name="T36" fmla="*/ 85 h 8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2" h="85">
                  <a:moveTo>
                    <a:pt x="0" y="26"/>
                  </a:moveTo>
                  <a:lnTo>
                    <a:pt x="82" y="0"/>
                  </a:lnTo>
                  <a:lnTo>
                    <a:pt x="66" y="85"/>
                  </a:lnTo>
                  <a:lnTo>
                    <a:pt x="58" y="76"/>
                  </a:lnTo>
                  <a:lnTo>
                    <a:pt x="50" y="68"/>
                  </a:lnTo>
                  <a:lnTo>
                    <a:pt x="42" y="60"/>
                  </a:lnTo>
                  <a:lnTo>
                    <a:pt x="34" y="53"/>
                  </a:lnTo>
                  <a:lnTo>
                    <a:pt x="26" y="47"/>
                  </a:lnTo>
                  <a:lnTo>
                    <a:pt x="18" y="40"/>
                  </a:lnTo>
                  <a:lnTo>
                    <a:pt x="9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auto">
            <a:xfrm flipH="1">
              <a:off x="2133" y="1444"/>
              <a:ext cx="237" cy="204"/>
            </a:xfrm>
            <a:custGeom>
              <a:avLst/>
              <a:gdLst>
                <a:gd name="T0" fmla="*/ 109 w 475"/>
                <a:gd name="T1" fmla="*/ 0 h 407"/>
                <a:gd name="T2" fmla="*/ 60 w 475"/>
                <a:gd name="T3" fmla="*/ 19 h 407"/>
                <a:gd name="T4" fmla="*/ 11 w 475"/>
                <a:gd name="T5" fmla="*/ 3 h 407"/>
                <a:gd name="T6" fmla="*/ 0 w 475"/>
                <a:gd name="T7" fmla="*/ 26 h 407"/>
                <a:gd name="T8" fmla="*/ 20 w 475"/>
                <a:gd name="T9" fmla="*/ 102 h 407"/>
                <a:gd name="T10" fmla="*/ 96 w 475"/>
                <a:gd name="T11" fmla="*/ 95 h 407"/>
                <a:gd name="T12" fmla="*/ 118 w 475"/>
                <a:gd name="T13" fmla="*/ 23 h 407"/>
                <a:gd name="T14" fmla="*/ 109 w 475"/>
                <a:gd name="T15" fmla="*/ 0 h 4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5"/>
                <a:gd name="T25" fmla="*/ 0 h 407"/>
                <a:gd name="T26" fmla="*/ 475 w 475"/>
                <a:gd name="T27" fmla="*/ 407 h 40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5" h="407">
                  <a:moveTo>
                    <a:pt x="437" y="0"/>
                  </a:moveTo>
                  <a:lnTo>
                    <a:pt x="241" y="76"/>
                  </a:lnTo>
                  <a:lnTo>
                    <a:pt x="45" y="10"/>
                  </a:lnTo>
                  <a:lnTo>
                    <a:pt x="0" y="102"/>
                  </a:lnTo>
                  <a:lnTo>
                    <a:pt x="80" y="407"/>
                  </a:lnTo>
                  <a:lnTo>
                    <a:pt x="384" y="379"/>
                  </a:lnTo>
                  <a:lnTo>
                    <a:pt x="475" y="90"/>
                  </a:lnTo>
                  <a:lnTo>
                    <a:pt x="437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 flipH="1">
              <a:off x="2226" y="1482"/>
              <a:ext cx="55" cy="161"/>
            </a:xfrm>
            <a:custGeom>
              <a:avLst/>
              <a:gdLst>
                <a:gd name="T0" fmla="*/ 28 w 109"/>
                <a:gd name="T1" fmla="*/ 22 h 322"/>
                <a:gd name="T2" fmla="*/ 16 w 109"/>
                <a:gd name="T3" fmla="*/ 0 h 322"/>
                <a:gd name="T4" fmla="*/ 0 w 109"/>
                <a:gd name="T5" fmla="*/ 20 h 322"/>
                <a:gd name="T6" fmla="*/ 9 w 109"/>
                <a:gd name="T7" fmla="*/ 34 h 322"/>
                <a:gd name="T8" fmla="*/ 3 w 109"/>
                <a:gd name="T9" fmla="*/ 81 h 322"/>
                <a:gd name="T10" fmla="*/ 27 w 109"/>
                <a:gd name="T11" fmla="*/ 79 h 322"/>
                <a:gd name="T12" fmla="*/ 21 w 109"/>
                <a:gd name="T13" fmla="*/ 34 h 322"/>
                <a:gd name="T14" fmla="*/ 28 w 109"/>
                <a:gd name="T15" fmla="*/ 22 h 3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9"/>
                <a:gd name="T25" fmla="*/ 0 h 322"/>
                <a:gd name="T26" fmla="*/ 109 w 109"/>
                <a:gd name="T27" fmla="*/ 322 h 32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9" h="322">
                  <a:moveTo>
                    <a:pt x="109" y="91"/>
                  </a:moveTo>
                  <a:lnTo>
                    <a:pt x="62" y="0"/>
                  </a:lnTo>
                  <a:lnTo>
                    <a:pt x="0" y="81"/>
                  </a:lnTo>
                  <a:lnTo>
                    <a:pt x="33" y="134"/>
                  </a:lnTo>
                  <a:lnTo>
                    <a:pt x="10" y="322"/>
                  </a:lnTo>
                  <a:lnTo>
                    <a:pt x="105" y="313"/>
                  </a:lnTo>
                  <a:lnTo>
                    <a:pt x="82" y="134"/>
                  </a:lnTo>
                  <a:lnTo>
                    <a:pt x="109" y="91"/>
                  </a:lnTo>
                  <a:close/>
                </a:path>
              </a:pathLst>
            </a:custGeom>
            <a:solidFill>
              <a:srgbClr val="0000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1" name="Freeform 72"/>
          <p:cNvSpPr>
            <a:spLocks/>
          </p:cNvSpPr>
          <p:nvPr/>
        </p:nvSpPr>
        <p:spPr bwMode="auto">
          <a:xfrm>
            <a:off x="2622550" y="928688"/>
            <a:ext cx="1804988" cy="1081087"/>
          </a:xfrm>
          <a:custGeom>
            <a:avLst/>
            <a:gdLst>
              <a:gd name="T0" fmla="*/ 1344355834 w 1723"/>
              <a:gd name="T1" fmla="*/ 0 h 1134"/>
              <a:gd name="T2" fmla="*/ 1890877341 w 1723"/>
              <a:gd name="T3" fmla="*/ 0 h 1134"/>
              <a:gd name="T4" fmla="*/ 1890877341 w 1723"/>
              <a:gd name="T5" fmla="*/ 947936761 h 1134"/>
              <a:gd name="T6" fmla="*/ 0 w 1723"/>
              <a:gd name="T7" fmla="*/ 947936761 h 1134"/>
              <a:gd name="T8" fmla="*/ 0 w 1723"/>
              <a:gd name="T9" fmla="*/ 1030642980 h 11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23"/>
              <a:gd name="T16" fmla="*/ 0 h 1134"/>
              <a:gd name="T17" fmla="*/ 1723 w 1723"/>
              <a:gd name="T18" fmla="*/ 1134 h 113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23" h="1134">
                <a:moveTo>
                  <a:pt x="1225" y="0"/>
                </a:moveTo>
                <a:lnTo>
                  <a:pt x="1723" y="0"/>
                </a:lnTo>
                <a:lnTo>
                  <a:pt x="1723" y="1043"/>
                </a:lnTo>
                <a:lnTo>
                  <a:pt x="0" y="1043"/>
                </a:lnTo>
                <a:lnTo>
                  <a:pt x="0" y="1134"/>
                </a:lnTo>
              </a:path>
            </a:pathLst>
          </a:custGeom>
          <a:noFill/>
          <a:ln w="9525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grpSp>
        <p:nvGrpSpPr>
          <p:cNvPr id="72" name="Group 73"/>
          <p:cNvGrpSpPr>
            <a:grpSpLocks noChangeAspect="1"/>
          </p:cNvGrpSpPr>
          <p:nvPr/>
        </p:nvGrpSpPr>
        <p:grpSpPr bwMode="auto">
          <a:xfrm>
            <a:off x="1441450" y="2630488"/>
            <a:ext cx="2808288" cy="1685925"/>
            <a:chOff x="2835" y="1933"/>
            <a:chExt cx="1769" cy="1062"/>
          </a:xfrm>
        </p:grpSpPr>
        <p:sp>
          <p:nvSpPr>
            <p:cNvPr id="73" name="AutoShape 74"/>
            <p:cNvSpPr>
              <a:spLocks noChangeAspect="1" noChangeArrowheads="1" noTextEdit="1"/>
            </p:cNvSpPr>
            <p:nvPr/>
          </p:nvSpPr>
          <p:spPr bwMode="auto">
            <a:xfrm>
              <a:off x="2835" y="1933"/>
              <a:ext cx="1769" cy="1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4" name="Freeform 75"/>
            <p:cNvSpPr>
              <a:spLocks/>
            </p:cNvSpPr>
            <p:nvPr/>
          </p:nvSpPr>
          <p:spPr bwMode="auto">
            <a:xfrm>
              <a:off x="2835" y="1947"/>
              <a:ext cx="1692" cy="1034"/>
            </a:xfrm>
            <a:custGeom>
              <a:avLst/>
              <a:gdLst>
                <a:gd name="T0" fmla="*/ 0 w 3385"/>
                <a:gd name="T1" fmla="*/ 0 h 2068"/>
                <a:gd name="T2" fmla="*/ 730 w 3385"/>
                <a:gd name="T3" fmla="*/ 0 h 2068"/>
                <a:gd name="T4" fmla="*/ 846 w 3385"/>
                <a:gd name="T5" fmla="*/ 451 h 2068"/>
                <a:gd name="T6" fmla="*/ 601 w 3385"/>
                <a:gd name="T7" fmla="*/ 517 h 2068"/>
                <a:gd name="T8" fmla="*/ 0 w 3385"/>
                <a:gd name="T9" fmla="*/ 517 h 2068"/>
                <a:gd name="T10" fmla="*/ 0 w 3385"/>
                <a:gd name="T11" fmla="*/ 0 h 2068"/>
                <a:gd name="T12" fmla="*/ 0 w 3385"/>
                <a:gd name="T13" fmla="*/ 0 h 20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85"/>
                <a:gd name="T22" fmla="*/ 0 h 2068"/>
                <a:gd name="T23" fmla="*/ 3385 w 3385"/>
                <a:gd name="T24" fmla="*/ 2068 h 20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85" h="2068">
                  <a:moveTo>
                    <a:pt x="0" y="0"/>
                  </a:moveTo>
                  <a:lnTo>
                    <a:pt x="2921" y="0"/>
                  </a:lnTo>
                  <a:lnTo>
                    <a:pt x="3385" y="1805"/>
                  </a:lnTo>
                  <a:lnTo>
                    <a:pt x="2406" y="2068"/>
                  </a:lnTo>
                  <a:lnTo>
                    <a:pt x="0" y="2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AB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5" name="Freeform 76"/>
            <p:cNvSpPr>
              <a:spLocks/>
            </p:cNvSpPr>
            <p:nvPr/>
          </p:nvSpPr>
          <p:spPr bwMode="auto">
            <a:xfrm>
              <a:off x="2835" y="2322"/>
              <a:ext cx="1341" cy="659"/>
            </a:xfrm>
            <a:custGeom>
              <a:avLst/>
              <a:gdLst>
                <a:gd name="T0" fmla="*/ 0 w 2681"/>
                <a:gd name="T1" fmla="*/ 208 h 1319"/>
                <a:gd name="T2" fmla="*/ 517 w 2681"/>
                <a:gd name="T3" fmla="*/ 0 h 1319"/>
                <a:gd name="T4" fmla="*/ 671 w 2681"/>
                <a:gd name="T5" fmla="*/ 112 h 1319"/>
                <a:gd name="T6" fmla="*/ 314 w 2681"/>
                <a:gd name="T7" fmla="*/ 329 h 1319"/>
                <a:gd name="T8" fmla="*/ 0 w 2681"/>
                <a:gd name="T9" fmla="*/ 329 h 1319"/>
                <a:gd name="T10" fmla="*/ 0 w 2681"/>
                <a:gd name="T11" fmla="*/ 208 h 1319"/>
                <a:gd name="T12" fmla="*/ 0 w 2681"/>
                <a:gd name="T13" fmla="*/ 208 h 13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681"/>
                <a:gd name="T22" fmla="*/ 0 h 1319"/>
                <a:gd name="T23" fmla="*/ 2681 w 2681"/>
                <a:gd name="T24" fmla="*/ 1319 h 13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681" h="1319">
                  <a:moveTo>
                    <a:pt x="0" y="835"/>
                  </a:moveTo>
                  <a:lnTo>
                    <a:pt x="2068" y="0"/>
                  </a:lnTo>
                  <a:lnTo>
                    <a:pt x="2681" y="449"/>
                  </a:lnTo>
                  <a:lnTo>
                    <a:pt x="1255" y="1319"/>
                  </a:lnTo>
                  <a:lnTo>
                    <a:pt x="0" y="1318"/>
                  </a:lnTo>
                  <a:lnTo>
                    <a:pt x="0" y="835"/>
                  </a:lnTo>
                  <a:close/>
                </a:path>
              </a:pathLst>
            </a:custGeom>
            <a:solidFill>
              <a:srgbClr val="4A69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6" name="Freeform 77"/>
            <p:cNvSpPr>
              <a:spLocks/>
            </p:cNvSpPr>
            <p:nvPr/>
          </p:nvSpPr>
          <p:spPr bwMode="auto">
            <a:xfrm>
              <a:off x="3645" y="2214"/>
              <a:ext cx="420" cy="115"/>
            </a:xfrm>
            <a:custGeom>
              <a:avLst/>
              <a:gdLst>
                <a:gd name="T0" fmla="*/ 147 w 840"/>
                <a:gd name="T1" fmla="*/ 9 h 230"/>
                <a:gd name="T2" fmla="*/ 105 w 840"/>
                <a:gd name="T3" fmla="*/ 14 h 230"/>
                <a:gd name="T4" fmla="*/ 105 w 840"/>
                <a:gd name="T5" fmla="*/ 14 h 230"/>
                <a:gd name="T6" fmla="*/ 104 w 840"/>
                <a:gd name="T7" fmla="*/ 13 h 230"/>
                <a:gd name="T8" fmla="*/ 102 w 840"/>
                <a:gd name="T9" fmla="*/ 12 h 230"/>
                <a:gd name="T10" fmla="*/ 100 w 840"/>
                <a:gd name="T11" fmla="*/ 11 h 230"/>
                <a:gd name="T12" fmla="*/ 97 w 840"/>
                <a:gd name="T13" fmla="*/ 10 h 230"/>
                <a:gd name="T14" fmla="*/ 94 w 840"/>
                <a:gd name="T15" fmla="*/ 9 h 230"/>
                <a:gd name="T16" fmla="*/ 92 w 840"/>
                <a:gd name="T17" fmla="*/ 7 h 230"/>
                <a:gd name="T18" fmla="*/ 90 w 840"/>
                <a:gd name="T19" fmla="*/ 7 h 230"/>
                <a:gd name="T20" fmla="*/ 89 w 840"/>
                <a:gd name="T21" fmla="*/ 7 h 230"/>
                <a:gd name="T22" fmla="*/ 87 w 840"/>
                <a:gd name="T23" fmla="*/ 6 h 230"/>
                <a:gd name="T24" fmla="*/ 84 w 840"/>
                <a:gd name="T25" fmla="*/ 5 h 230"/>
                <a:gd name="T26" fmla="*/ 82 w 840"/>
                <a:gd name="T27" fmla="*/ 4 h 230"/>
                <a:gd name="T28" fmla="*/ 80 w 840"/>
                <a:gd name="T29" fmla="*/ 4 h 230"/>
                <a:gd name="T30" fmla="*/ 78 w 840"/>
                <a:gd name="T31" fmla="*/ 3 h 230"/>
                <a:gd name="T32" fmla="*/ 75 w 840"/>
                <a:gd name="T33" fmla="*/ 2 h 230"/>
                <a:gd name="T34" fmla="*/ 73 w 840"/>
                <a:gd name="T35" fmla="*/ 2 h 230"/>
                <a:gd name="T36" fmla="*/ 70 w 840"/>
                <a:gd name="T37" fmla="*/ 1 h 230"/>
                <a:gd name="T38" fmla="*/ 69 w 840"/>
                <a:gd name="T39" fmla="*/ 1 h 230"/>
                <a:gd name="T40" fmla="*/ 66 w 840"/>
                <a:gd name="T41" fmla="*/ 1 h 230"/>
                <a:gd name="T42" fmla="*/ 63 w 840"/>
                <a:gd name="T43" fmla="*/ 0 h 230"/>
                <a:gd name="T44" fmla="*/ 60 w 840"/>
                <a:gd name="T45" fmla="*/ 0 h 230"/>
                <a:gd name="T46" fmla="*/ 57 w 840"/>
                <a:gd name="T47" fmla="*/ 0 h 230"/>
                <a:gd name="T48" fmla="*/ 55 w 840"/>
                <a:gd name="T49" fmla="*/ 0 h 230"/>
                <a:gd name="T50" fmla="*/ 53 w 840"/>
                <a:gd name="T51" fmla="*/ 0 h 230"/>
                <a:gd name="T52" fmla="*/ 51 w 840"/>
                <a:gd name="T53" fmla="*/ 0 h 230"/>
                <a:gd name="T54" fmla="*/ 49 w 840"/>
                <a:gd name="T55" fmla="*/ 1 h 230"/>
                <a:gd name="T56" fmla="*/ 46 w 840"/>
                <a:gd name="T57" fmla="*/ 1 h 230"/>
                <a:gd name="T58" fmla="*/ 44 w 840"/>
                <a:gd name="T59" fmla="*/ 2 h 230"/>
                <a:gd name="T60" fmla="*/ 41 w 840"/>
                <a:gd name="T61" fmla="*/ 2 h 230"/>
                <a:gd name="T62" fmla="*/ 39 w 840"/>
                <a:gd name="T63" fmla="*/ 3 h 230"/>
                <a:gd name="T64" fmla="*/ 36 w 840"/>
                <a:gd name="T65" fmla="*/ 4 h 230"/>
                <a:gd name="T66" fmla="*/ 34 w 840"/>
                <a:gd name="T67" fmla="*/ 5 h 230"/>
                <a:gd name="T68" fmla="*/ 31 w 840"/>
                <a:gd name="T69" fmla="*/ 6 h 230"/>
                <a:gd name="T70" fmla="*/ 29 w 840"/>
                <a:gd name="T71" fmla="*/ 7 h 230"/>
                <a:gd name="T72" fmla="*/ 27 w 840"/>
                <a:gd name="T73" fmla="*/ 9 h 230"/>
                <a:gd name="T74" fmla="*/ 26 w 840"/>
                <a:gd name="T75" fmla="*/ 10 h 230"/>
                <a:gd name="T76" fmla="*/ 24 w 840"/>
                <a:gd name="T77" fmla="*/ 11 h 230"/>
                <a:gd name="T78" fmla="*/ 22 w 840"/>
                <a:gd name="T79" fmla="*/ 12 h 230"/>
                <a:gd name="T80" fmla="*/ 20 w 840"/>
                <a:gd name="T81" fmla="*/ 13 h 230"/>
                <a:gd name="T82" fmla="*/ 18 w 840"/>
                <a:gd name="T83" fmla="*/ 14 h 230"/>
                <a:gd name="T84" fmla="*/ 15 w 840"/>
                <a:gd name="T85" fmla="*/ 17 h 230"/>
                <a:gd name="T86" fmla="*/ 14 w 840"/>
                <a:gd name="T87" fmla="*/ 18 h 230"/>
                <a:gd name="T88" fmla="*/ 13 w 840"/>
                <a:gd name="T89" fmla="*/ 19 h 230"/>
                <a:gd name="T90" fmla="*/ 11 w 840"/>
                <a:gd name="T91" fmla="*/ 20 h 230"/>
                <a:gd name="T92" fmla="*/ 10 w 840"/>
                <a:gd name="T93" fmla="*/ 21 h 230"/>
                <a:gd name="T94" fmla="*/ 9 w 840"/>
                <a:gd name="T95" fmla="*/ 23 h 230"/>
                <a:gd name="T96" fmla="*/ 6 w 840"/>
                <a:gd name="T97" fmla="*/ 25 h 230"/>
                <a:gd name="T98" fmla="*/ 3 w 840"/>
                <a:gd name="T99" fmla="*/ 27 h 230"/>
                <a:gd name="T100" fmla="*/ 2 w 840"/>
                <a:gd name="T101" fmla="*/ 29 h 230"/>
                <a:gd name="T102" fmla="*/ 1 w 840"/>
                <a:gd name="T103" fmla="*/ 30 h 230"/>
                <a:gd name="T104" fmla="*/ 0 w 840"/>
                <a:gd name="T105" fmla="*/ 30 h 230"/>
                <a:gd name="T106" fmla="*/ 0 w 840"/>
                <a:gd name="T107" fmla="*/ 31 h 230"/>
                <a:gd name="T108" fmla="*/ 125 w 840"/>
                <a:gd name="T109" fmla="*/ 58 h 230"/>
                <a:gd name="T110" fmla="*/ 138 w 840"/>
                <a:gd name="T111" fmla="*/ 43 h 230"/>
                <a:gd name="T112" fmla="*/ 173 w 840"/>
                <a:gd name="T113" fmla="*/ 47 h 230"/>
                <a:gd name="T114" fmla="*/ 210 w 840"/>
                <a:gd name="T115" fmla="*/ 38 h 230"/>
                <a:gd name="T116" fmla="*/ 106 w 840"/>
                <a:gd name="T117" fmla="*/ 27 h 230"/>
                <a:gd name="T118" fmla="*/ 135 w 840"/>
                <a:gd name="T119" fmla="*/ 19 h 230"/>
                <a:gd name="T120" fmla="*/ 147 w 840"/>
                <a:gd name="T121" fmla="*/ 9 h 230"/>
                <a:gd name="T122" fmla="*/ 147 w 840"/>
                <a:gd name="T123" fmla="*/ 9 h 23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840"/>
                <a:gd name="T187" fmla="*/ 0 h 230"/>
                <a:gd name="T188" fmla="*/ 840 w 840"/>
                <a:gd name="T189" fmla="*/ 230 h 23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840" h="230">
                  <a:moveTo>
                    <a:pt x="587" y="36"/>
                  </a:moveTo>
                  <a:lnTo>
                    <a:pt x="419" y="56"/>
                  </a:lnTo>
                  <a:lnTo>
                    <a:pt x="418" y="55"/>
                  </a:lnTo>
                  <a:lnTo>
                    <a:pt x="414" y="52"/>
                  </a:lnTo>
                  <a:lnTo>
                    <a:pt x="407" y="48"/>
                  </a:lnTo>
                  <a:lnTo>
                    <a:pt x="398" y="44"/>
                  </a:lnTo>
                  <a:lnTo>
                    <a:pt x="386" y="38"/>
                  </a:lnTo>
                  <a:lnTo>
                    <a:pt x="375" y="33"/>
                  </a:lnTo>
                  <a:lnTo>
                    <a:pt x="367" y="30"/>
                  </a:lnTo>
                  <a:lnTo>
                    <a:pt x="360" y="27"/>
                  </a:lnTo>
                  <a:lnTo>
                    <a:pt x="353" y="25"/>
                  </a:lnTo>
                  <a:lnTo>
                    <a:pt x="346" y="23"/>
                  </a:lnTo>
                  <a:lnTo>
                    <a:pt x="336" y="19"/>
                  </a:lnTo>
                  <a:lnTo>
                    <a:pt x="328" y="16"/>
                  </a:lnTo>
                  <a:lnTo>
                    <a:pt x="318" y="14"/>
                  </a:lnTo>
                  <a:lnTo>
                    <a:pt x="310" y="11"/>
                  </a:lnTo>
                  <a:lnTo>
                    <a:pt x="299" y="8"/>
                  </a:lnTo>
                  <a:lnTo>
                    <a:pt x="291" y="7"/>
                  </a:lnTo>
                  <a:lnTo>
                    <a:pt x="280" y="4"/>
                  </a:lnTo>
                  <a:lnTo>
                    <a:pt x="273" y="4"/>
                  </a:lnTo>
                  <a:lnTo>
                    <a:pt x="262" y="1"/>
                  </a:lnTo>
                  <a:lnTo>
                    <a:pt x="252" y="0"/>
                  </a:lnTo>
                  <a:lnTo>
                    <a:pt x="241" y="0"/>
                  </a:lnTo>
                  <a:lnTo>
                    <a:pt x="231" y="0"/>
                  </a:lnTo>
                  <a:lnTo>
                    <a:pt x="222" y="0"/>
                  </a:lnTo>
                  <a:lnTo>
                    <a:pt x="212" y="0"/>
                  </a:lnTo>
                  <a:lnTo>
                    <a:pt x="202" y="0"/>
                  </a:lnTo>
                  <a:lnTo>
                    <a:pt x="193" y="2"/>
                  </a:lnTo>
                  <a:lnTo>
                    <a:pt x="183" y="2"/>
                  </a:lnTo>
                  <a:lnTo>
                    <a:pt x="174" y="5"/>
                  </a:lnTo>
                  <a:lnTo>
                    <a:pt x="164" y="8"/>
                  </a:lnTo>
                  <a:lnTo>
                    <a:pt x="154" y="12"/>
                  </a:lnTo>
                  <a:lnTo>
                    <a:pt x="143" y="15"/>
                  </a:lnTo>
                  <a:lnTo>
                    <a:pt x="135" y="18"/>
                  </a:lnTo>
                  <a:lnTo>
                    <a:pt x="125" y="23"/>
                  </a:lnTo>
                  <a:lnTo>
                    <a:pt x="118" y="29"/>
                  </a:lnTo>
                  <a:lnTo>
                    <a:pt x="110" y="33"/>
                  </a:lnTo>
                  <a:lnTo>
                    <a:pt x="102" y="37"/>
                  </a:lnTo>
                  <a:lnTo>
                    <a:pt x="94" y="41"/>
                  </a:lnTo>
                  <a:lnTo>
                    <a:pt x="85" y="48"/>
                  </a:lnTo>
                  <a:lnTo>
                    <a:pt x="77" y="52"/>
                  </a:lnTo>
                  <a:lnTo>
                    <a:pt x="70" y="58"/>
                  </a:lnTo>
                  <a:lnTo>
                    <a:pt x="63" y="65"/>
                  </a:lnTo>
                  <a:lnTo>
                    <a:pt x="58" y="70"/>
                  </a:lnTo>
                  <a:lnTo>
                    <a:pt x="51" y="74"/>
                  </a:lnTo>
                  <a:lnTo>
                    <a:pt x="44" y="80"/>
                  </a:lnTo>
                  <a:lnTo>
                    <a:pt x="37" y="84"/>
                  </a:lnTo>
                  <a:lnTo>
                    <a:pt x="33" y="89"/>
                  </a:lnTo>
                  <a:lnTo>
                    <a:pt x="22" y="98"/>
                  </a:lnTo>
                  <a:lnTo>
                    <a:pt x="15" y="107"/>
                  </a:lnTo>
                  <a:lnTo>
                    <a:pt x="7" y="114"/>
                  </a:lnTo>
                  <a:lnTo>
                    <a:pt x="4" y="120"/>
                  </a:lnTo>
                  <a:lnTo>
                    <a:pt x="0" y="123"/>
                  </a:lnTo>
                  <a:lnTo>
                    <a:pt x="0" y="124"/>
                  </a:lnTo>
                  <a:lnTo>
                    <a:pt x="503" y="230"/>
                  </a:lnTo>
                  <a:lnTo>
                    <a:pt x="550" y="172"/>
                  </a:lnTo>
                  <a:lnTo>
                    <a:pt x="692" y="187"/>
                  </a:lnTo>
                  <a:lnTo>
                    <a:pt x="840" y="152"/>
                  </a:lnTo>
                  <a:lnTo>
                    <a:pt x="425" y="105"/>
                  </a:lnTo>
                  <a:lnTo>
                    <a:pt x="540" y="74"/>
                  </a:lnTo>
                  <a:lnTo>
                    <a:pt x="587" y="36"/>
                  </a:lnTo>
                  <a:close/>
                </a:path>
              </a:pathLst>
            </a:custGeom>
            <a:solidFill>
              <a:srgbClr val="4A69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7" name="Freeform 78"/>
            <p:cNvSpPr>
              <a:spLocks/>
            </p:cNvSpPr>
            <p:nvPr/>
          </p:nvSpPr>
          <p:spPr bwMode="auto">
            <a:xfrm>
              <a:off x="3329" y="1947"/>
              <a:ext cx="802" cy="252"/>
            </a:xfrm>
            <a:custGeom>
              <a:avLst/>
              <a:gdLst>
                <a:gd name="T0" fmla="*/ 401 w 1604"/>
                <a:gd name="T1" fmla="*/ 126 h 505"/>
                <a:gd name="T2" fmla="*/ 263 w 1604"/>
                <a:gd name="T3" fmla="*/ 98 h 505"/>
                <a:gd name="T4" fmla="*/ 0 w 1604"/>
                <a:gd name="T5" fmla="*/ 0 h 505"/>
                <a:gd name="T6" fmla="*/ 232 w 1604"/>
                <a:gd name="T7" fmla="*/ 0 h 505"/>
                <a:gd name="T8" fmla="*/ 401 w 1604"/>
                <a:gd name="T9" fmla="*/ 126 h 505"/>
                <a:gd name="T10" fmla="*/ 401 w 1604"/>
                <a:gd name="T11" fmla="*/ 126 h 5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04"/>
                <a:gd name="T19" fmla="*/ 0 h 505"/>
                <a:gd name="T20" fmla="*/ 1604 w 1604"/>
                <a:gd name="T21" fmla="*/ 505 h 5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04" h="505">
                  <a:moveTo>
                    <a:pt x="1604" y="505"/>
                  </a:moveTo>
                  <a:lnTo>
                    <a:pt x="1049" y="394"/>
                  </a:lnTo>
                  <a:lnTo>
                    <a:pt x="0" y="0"/>
                  </a:lnTo>
                  <a:lnTo>
                    <a:pt x="929" y="0"/>
                  </a:lnTo>
                  <a:lnTo>
                    <a:pt x="1604" y="505"/>
                  </a:lnTo>
                  <a:close/>
                </a:path>
              </a:pathLst>
            </a:custGeom>
            <a:solidFill>
              <a:srgbClr val="4A69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8" name="Freeform 79"/>
            <p:cNvSpPr>
              <a:spLocks/>
            </p:cNvSpPr>
            <p:nvPr/>
          </p:nvSpPr>
          <p:spPr bwMode="auto">
            <a:xfrm>
              <a:off x="4003" y="1947"/>
              <a:ext cx="382" cy="254"/>
            </a:xfrm>
            <a:custGeom>
              <a:avLst/>
              <a:gdLst>
                <a:gd name="T0" fmla="*/ 66 w 764"/>
                <a:gd name="T1" fmla="*/ 127 h 509"/>
                <a:gd name="T2" fmla="*/ 191 w 764"/>
                <a:gd name="T3" fmla="*/ 65 h 509"/>
                <a:gd name="T4" fmla="*/ 183 w 764"/>
                <a:gd name="T5" fmla="*/ 0 h 509"/>
                <a:gd name="T6" fmla="*/ 0 w 764"/>
                <a:gd name="T7" fmla="*/ 0 h 509"/>
                <a:gd name="T8" fmla="*/ 66 w 764"/>
                <a:gd name="T9" fmla="*/ 127 h 509"/>
                <a:gd name="T10" fmla="*/ 66 w 764"/>
                <a:gd name="T11" fmla="*/ 127 h 5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509"/>
                <a:gd name="T20" fmla="*/ 764 w 764"/>
                <a:gd name="T21" fmla="*/ 509 h 5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509">
                  <a:moveTo>
                    <a:pt x="261" y="509"/>
                  </a:moveTo>
                  <a:lnTo>
                    <a:pt x="764" y="260"/>
                  </a:lnTo>
                  <a:lnTo>
                    <a:pt x="731" y="0"/>
                  </a:lnTo>
                  <a:lnTo>
                    <a:pt x="0" y="0"/>
                  </a:lnTo>
                  <a:lnTo>
                    <a:pt x="261" y="509"/>
                  </a:lnTo>
                  <a:close/>
                </a:path>
              </a:pathLst>
            </a:custGeom>
            <a:solidFill>
              <a:srgbClr val="C9D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79" name="Freeform 80"/>
            <p:cNvSpPr>
              <a:spLocks/>
            </p:cNvSpPr>
            <p:nvPr/>
          </p:nvSpPr>
          <p:spPr bwMode="auto">
            <a:xfrm>
              <a:off x="2843" y="2417"/>
              <a:ext cx="1205" cy="564"/>
            </a:xfrm>
            <a:custGeom>
              <a:avLst/>
              <a:gdLst>
                <a:gd name="T0" fmla="*/ 603 w 2409"/>
                <a:gd name="T1" fmla="*/ 10 h 1129"/>
                <a:gd name="T2" fmla="*/ 601 w 2409"/>
                <a:gd name="T3" fmla="*/ 19 h 1129"/>
                <a:gd name="T4" fmla="*/ 584 w 2409"/>
                <a:gd name="T5" fmla="*/ 27 h 1129"/>
                <a:gd name="T6" fmla="*/ 567 w 2409"/>
                <a:gd name="T7" fmla="*/ 91 h 1129"/>
                <a:gd name="T8" fmla="*/ 557 w 2409"/>
                <a:gd name="T9" fmla="*/ 95 h 1129"/>
                <a:gd name="T10" fmla="*/ 537 w 2409"/>
                <a:gd name="T11" fmla="*/ 104 h 1129"/>
                <a:gd name="T12" fmla="*/ 230 w 2409"/>
                <a:gd name="T13" fmla="*/ 282 h 1129"/>
                <a:gd name="T14" fmla="*/ 0 w 2409"/>
                <a:gd name="T15" fmla="*/ 281 h 1129"/>
                <a:gd name="T16" fmla="*/ 548 w 2409"/>
                <a:gd name="T17" fmla="*/ 0 h 1129"/>
                <a:gd name="T18" fmla="*/ 603 w 2409"/>
                <a:gd name="T19" fmla="*/ 10 h 1129"/>
                <a:gd name="T20" fmla="*/ 603 w 2409"/>
                <a:gd name="T21" fmla="*/ 10 h 11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09"/>
                <a:gd name="T34" fmla="*/ 0 h 1129"/>
                <a:gd name="T35" fmla="*/ 2409 w 2409"/>
                <a:gd name="T36" fmla="*/ 1129 h 112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09" h="1129">
                  <a:moveTo>
                    <a:pt x="2409" y="40"/>
                  </a:moveTo>
                  <a:lnTo>
                    <a:pt x="2402" y="78"/>
                  </a:lnTo>
                  <a:lnTo>
                    <a:pt x="2333" y="111"/>
                  </a:lnTo>
                  <a:lnTo>
                    <a:pt x="2266" y="365"/>
                  </a:lnTo>
                  <a:lnTo>
                    <a:pt x="2226" y="380"/>
                  </a:lnTo>
                  <a:lnTo>
                    <a:pt x="2147" y="417"/>
                  </a:lnTo>
                  <a:lnTo>
                    <a:pt x="917" y="1129"/>
                  </a:lnTo>
                  <a:lnTo>
                    <a:pt x="0" y="1124"/>
                  </a:lnTo>
                  <a:lnTo>
                    <a:pt x="2191" y="0"/>
                  </a:lnTo>
                  <a:lnTo>
                    <a:pt x="2409" y="40"/>
                  </a:lnTo>
                  <a:close/>
                </a:path>
              </a:pathLst>
            </a:custGeom>
            <a:solidFill>
              <a:srgbClr val="75696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0" name="Freeform 81"/>
            <p:cNvSpPr>
              <a:spLocks/>
            </p:cNvSpPr>
            <p:nvPr/>
          </p:nvSpPr>
          <p:spPr bwMode="auto">
            <a:xfrm>
              <a:off x="3538" y="1947"/>
              <a:ext cx="593" cy="254"/>
            </a:xfrm>
            <a:custGeom>
              <a:avLst/>
              <a:gdLst>
                <a:gd name="T0" fmla="*/ 0 w 1186"/>
                <a:gd name="T1" fmla="*/ 0 h 509"/>
                <a:gd name="T2" fmla="*/ 297 w 1186"/>
                <a:gd name="T3" fmla="*/ 127 h 509"/>
                <a:gd name="T4" fmla="*/ 295 w 1186"/>
                <a:gd name="T5" fmla="*/ 0 h 509"/>
                <a:gd name="T6" fmla="*/ 0 w 1186"/>
                <a:gd name="T7" fmla="*/ 0 h 509"/>
                <a:gd name="T8" fmla="*/ 0 w 1186"/>
                <a:gd name="T9" fmla="*/ 0 h 5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6"/>
                <a:gd name="T16" fmla="*/ 0 h 509"/>
                <a:gd name="T17" fmla="*/ 1186 w 1186"/>
                <a:gd name="T18" fmla="*/ 509 h 5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6" h="509">
                  <a:moveTo>
                    <a:pt x="0" y="0"/>
                  </a:moveTo>
                  <a:lnTo>
                    <a:pt x="1186" y="509"/>
                  </a:lnTo>
                  <a:lnTo>
                    <a:pt x="11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57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1" name="Freeform 82"/>
            <p:cNvSpPr>
              <a:spLocks/>
            </p:cNvSpPr>
            <p:nvPr/>
          </p:nvSpPr>
          <p:spPr bwMode="auto">
            <a:xfrm>
              <a:off x="2835" y="2320"/>
              <a:ext cx="1215" cy="661"/>
            </a:xfrm>
            <a:custGeom>
              <a:avLst/>
              <a:gdLst>
                <a:gd name="T0" fmla="*/ 0 w 2429"/>
                <a:gd name="T1" fmla="*/ 233 h 1322"/>
                <a:gd name="T2" fmla="*/ 0 w 2429"/>
                <a:gd name="T3" fmla="*/ 331 h 1322"/>
                <a:gd name="T4" fmla="*/ 71 w 2429"/>
                <a:gd name="T5" fmla="*/ 331 h 1322"/>
                <a:gd name="T6" fmla="*/ 608 w 2429"/>
                <a:gd name="T7" fmla="*/ 56 h 1322"/>
                <a:gd name="T8" fmla="*/ 540 w 2429"/>
                <a:gd name="T9" fmla="*/ 0 h 1322"/>
                <a:gd name="T10" fmla="*/ 0 w 2429"/>
                <a:gd name="T11" fmla="*/ 233 h 1322"/>
                <a:gd name="T12" fmla="*/ 0 w 2429"/>
                <a:gd name="T13" fmla="*/ 233 h 13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29"/>
                <a:gd name="T22" fmla="*/ 0 h 1322"/>
                <a:gd name="T23" fmla="*/ 2429 w 2429"/>
                <a:gd name="T24" fmla="*/ 1322 h 13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29" h="1322">
                  <a:moveTo>
                    <a:pt x="0" y="932"/>
                  </a:moveTo>
                  <a:lnTo>
                    <a:pt x="0" y="1322"/>
                  </a:lnTo>
                  <a:lnTo>
                    <a:pt x="283" y="1322"/>
                  </a:lnTo>
                  <a:lnTo>
                    <a:pt x="2429" y="224"/>
                  </a:lnTo>
                  <a:lnTo>
                    <a:pt x="2160" y="0"/>
                  </a:lnTo>
                  <a:lnTo>
                    <a:pt x="0" y="932"/>
                  </a:lnTo>
                  <a:close/>
                </a:path>
              </a:pathLst>
            </a:custGeom>
            <a:solidFill>
              <a:srgbClr val="E8D9D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2" name="Freeform 83"/>
            <p:cNvSpPr>
              <a:spLocks/>
            </p:cNvSpPr>
            <p:nvPr/>
          </p:nvSpPr>
          <p:spPr bwMode="auto">
            <a:xfrm>
              <a:off x="3147" y="2609"/>
              <a:ext cx="296" cy="137"/>
            </a:xfrm>
            <a:custGeom>
              <a:avLst/>
              <a:gdLst>
                <a:gd name="T0" fmla="*/ 97 w 590"/>
                <a:gd name="T1" fmla="*/ 20 h 273"/>
                <a:gd name="T2" fmla="*/ 64 w 590"/>
                <a:gd name="T3" fmla="*/ 30 h 273"/>
                <a:gd name="T4" fmla="*/ 53 w 590"/>
                <a:gd name="T5" fmla="*/ 24 h 273"/>
                <a:gd name="T6" fmla="*/ 27 w 590"/>
                <a:gd name="T7" fmla="*/ 0 h 273"/>
                <a:gd name="T8" fmla="*/ 0 w 590"/>
                <a:gd name="T9" fmla="*/ 19 h 273"/>
                <a:gd name="T10" fmla="*/ 34 w 590"/>
                <a:gd name="T11" fmla="*/ 32 h 273"/>
                <a:gd name="T12" fmla="*/ 63 w 590"/>
                <a:gd name="T13" fmla="*/ 36 h 273"/>
                <a:gd name="T14" fmla="*/ 79 w 590"/>
                <a:gd name="T15" fmla="*/ 69 h 273"/>
                <a:gd name="T16" fmla="*/ 127 w 590"/>
                <a:gd name="T17" fmla="*/ 53 h 273"/>
                <a:gd name="T18" fmla="*/ 149 w 590"/>
                <a:gd name="T19" fmla="*/ 24 h 273"/>
                <a:gd name="T20" fmla="*/ 97 w 590"/>
                <a:gd name="T21" fmla="*/ 20 h 273"/>
                <a:gd name="T22" fmla="*/ 97 w 590"/>
                <a:gd name="T23" fmla="*/ 20 h 2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90"/>
                <a:gd name="T37" fmla="*/ 0 h 273"/>
                <a:gd name="T38" fmla="*/ 590 w 590"/>
                <a:gd name="T39" fmla="*/ 273 h 27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90" h="273">
                  <a:moveTo>
                    <a:pt x="385" y="78"/>
                  </a:moveTo>
                  <a:lnTo>
                    <a:pt x="255" y="117"/>
                  </a:lnTo>
                  <a:lnTo>
                    <a:pt x="209" y="96"/>
                  </a:lnTo>
                  <a:lnTo>
                    <a:pt x="106" y="0"/>
                  </a:lnTo>
                  <a:lnTo>
                    <a:pt x="0" y="74"/>
                  </a:lnTo>
                  <a:lnTo>
                    <a:pt x="134" y="126"/>
                  </a:lnTo>
                  <a:lnTo>
                    <a:pt x="252" y="143"/>
                  </a:lnTo>
                  <a:lnTo>
                    <a:pt x="313" y="273"/>
                  </a:lnTo>
                  <a:lnTo>
                    <a:pt x="505" y="211"/>
                  </a:lnTo>
                  <a:lnTo>
                    <a:pt x="590" y="93"/>
                  </a:lnTo>
                  <a:lnTo>
                    <a:pt x="385" y="78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3" name="Freeform 84"/>
            <p:cNvSpPr>
              <a:spLocks/>
            </p:cNvSpPr>
            <p:nvPr/>
          </p:nvSpPr>
          <p:spPr bwMode="auto">
            <a:xfrm>
              <a:off x="3503" y="2457"/>
              <a:ext cx="173" cy="163"/>
            </a:xfrm>
            <a:custGeom>
              <a:avLst/>
              <a:gdLst>
                <a:gd name="T0" fmla="*/ 62 w 344"/>
                <a:gd name="T1" fmla="*/ 76 h 327"/>
                <a:gd name="T2" fmla="*/ 44 w 344"/>
                <a:gd name="T3" fmla="*/ 81 h 327"/>
                <a:gd name="T4" fmla="*/ 6 w 344"/>
                <a:gd name="T5" fmla="*/ 38 h 327"/>
                <a:gd name="T6" fmla="*/ 47 w 344"/>
                <a:gd name="T7" fmla="*/ 24 h 327"/>
                <a:gd name="T8" fmla="*/ 0 w 344"/>
                <a:gd name="T9" fmla="*/ 17 h 327"/>
                <a:gd name="T10" fmla="*/ 37 w 344"/>
                <a:gd name="T11" fmla="*/ 0 h 327"/>
                <a:gd name="T12" fmla="*/ 87 w 344"/>
                <a:gd name="T13" fmla="*/ 10 h 327"/>
                <a:gd name="T14" fmla="*/ 62 w 344"/>
                <a:gd name="T15" fmla="*/ 76 h 327"/>
                <a:gd name="T16" fmla="*/ 62 w 344"/>
                <a:gd name="T17" fmla="*/ 76 h 3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44"/>
                <a:gd name="T28" fmla="*/ 0 h 327"/>
                <a:gd name="T29" fmla="*/ 344 w 344"/>
                <a:gd name="T30" fmla="*/ 327 h 32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44" h="327">
                  <a:moveTo>
                    <a:pt x="245" y="307"/>
                  </a:moveTo>
                  <a:lnTo>
                    <a:pt x="173" y="327"/>
                  </a:lnTo>
                  <a:lnTo>
                    <a:pt x="22" y="153"/>
                  </a:lnTo>
                  <a:lnTo>
                    <a:pt x="186" y="97"/>
                  </a:lnTo>
                  <a:lnTo>
                    <a:pt x="0" y="71"/>
                  </a:lnTo>
                  <a:lnTo>
                    <a:pt x="146" y="0"/>
                  </a:lnTo>
                  <a:lnTo>
                    <a:pt x="344" y="42"/>
                  </a:lnTo>
                  <a:lnTo>
                    <a:pt x="245" y="307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4" name="Freeform 85"/>
            <p:cNvSpPr>
              <a:spLocks/>
            </p:cNvSpPr>
            <p:nvPr/>
          </p:nvSpPr>
          <p:spPr bwMode="auto">
            <a:xfrm>
              <a:off x="3532" y="2383"/>
              <a:ext cx="120" cy="79"/>
            </a:xfrm>
            <a:custGeom>
              <a:avLst/>
              <a:gdLst>
                <a:gd name="T0" fmla="*/ 6 w 242"/>
                <a:gd name="T1" fmla="*/ 13 h 159"/>
                <a:gd name="T2" fmla="*/ 6 w 242"/>
                <a:gd name="T3" fmla="*/ 12 h 159"/>
                <a:gd name="T4" fmla="*/ 8 w 242"/>
                <a:gd name="T5" fmla="*/ 10 h 159"/>
                <a:gd name="T6" fmla="*/ 10 w 242"/>
                <a:gd name="T7" fmla="*/ 8 h 159"/>
                <a:gd name="T8" fmla="*/ 13 w 242"/>
                <a:gd name="T9" fmla="*/ 5 h 159"/>
                <a:gd name="T10" fmla="*/ 17 w 242"/>
                <a:gd name="T11" fmla="*/ 4 h 159"/>
                <a:gd name="T12" fmla="*/ 19 w 242"/>
                <a:gd name="T13" fmla="*/ 4 h 159"/>
                <a:gd name="T14" fmla="*/ 21 w 242"/>
                <a:gd name="T15" fmla="*/ 4 h 159"/>
                <a:gd name="T16" fmla="*/ 22 w 242"/>
                <a:gd name="T17" fmla="*/ 5 h 159"/>
                <a:gd name="T18" fmla="*/ 24 w 242"/>
                <a:gd name="T19" fmla="*/ 0 h 159"/>
                <a:gd name="T20" fmla="*/ 32 w 242"/>
                <a:gd name="T21" fmla="*/ 1 h 159"/>
                <a:gd name="T22" fmla="*/ 46 w 242"/>
                <a:gd name="T23" fmla="*/ 4 h 159"/>
                <a:gd name="T24" fmla="*/ 46 w 242"/>
                <a:gd name="T25" fmla="*/ 5 h 159"/>
                <a:gd name="T26" fmla="*/ 48 w 242"/>
                <a:gd name="T27" fmla="*/ 7 h 159"/>
                <a:gd name="T28" fmla="*/ 49 w 242"/>
                <a:gd name="T29" fmla="*/ 9 h 159"/>
                <a:gd name="T30" fmla="*/ 51 w 242"/>
                <a:gd name="T31" fmla="*/ 10 h 159"/>
                <a:gd name="T32" fmla="*/ 52 w 242"/>
                <a:gd name="T33" fmla="*/ 12 h 159"/>
                <a:gd name="T34" fmla="*/ 53 w 242"/>
                <a:gd name="T35" fmla="*/ 13 h 159"/>
                <a:gd name="T36" fmla="*/ 55 w 242"/>
                <a:gd name="T37" fmla="*/ 16 h 159"/>
                <a:gd name="T38" fmla="*/ 56 w 242"/>
                <a:gd name="T39" fmla="*/ 18 h 159"/>
                <a:gd name="T40" fmla="*/ 56 w 242"/>
                <a:gd name="T41" fmla="*/ 20 h 159"/>
                <a:gd name="T42" fmla="*/ 56 w 242"/>
                <a:gd name="T43" fmla="*/ 20 h 159"/>
                <a:gd name="T44" fmla="*/ 59 w 242"/>
                <a:gd name="T45" fmla="*/ 22 h 159"/>
                <a:gd name="T46" fmla="*/ 60 w 242"/>
                <a:gd name="T47" fmla="*/ 33 h 159"/>
                <a:gd name="T48" fmla="*/ 53 w 242"/>
                <a:gd name="T49" fmla="*/ 35 h 159"/>
                <a:gd name="T50" fmla="*/ 43 w 242"/>
                <a:gd name="T51" fmla="*/ 23 h 159"/>
                <a:gd name="T52" fmla="*/ 37 w 242"/>
                <a:gd name="T53" fmla="*/ 34 h 159"/>
                <a:gd name="T54" fmla="*/ 23 w 242"/>
                <a:gd name="T55" fmla="*/ 39 h 159"/>
                <a:gd name="T56" fmla="*/ 0 w 242"/>
                <a:gd name="T57" fmla="*/ 32 h 159"/>
                <a:gd name="T58" fmla="*/ 6 w 242"/>
                <a:gd name="T59" fmla="*/ 13 h 159"/>
                <a:gd name="T60" fmla="*/ 6 w 242"/>
                <a:gd name="T61" fmla="*/ 13 h 159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242"/>
                <a:gd name="T94" fmla="*/ 0 h 159"/>
                <a:gd name="T95" fmla="*/ 242 w 242"/>
                <a:gd name="T96" fmla="*/ 159 h 159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242" h="159">
                  <a:moveTo>
                    <a:pt x="24" y="55"/>
                  </a:moveTo>
                  <a:lnTo>
                    <a:pt x="26" y="51"/>
                  </a:lnTo>
                  <a:lnTo>
                    <a:pt x="33" y="43"/>
                  </a:lnTo>
                  <a:lnTo>
                    <a:pt x="43" y="32"/>
                  </a:lnTo>
                  <a:lnTo>
                    <a:pt x="55" y="23"/>
                  </a:lnTo>
                  <a:lnTo>
                    <a:pt x="68" y="19"/>
                  </a:lnTo>
                  <a:lnTo>
                    <a:pt x="77" y="18"/>
                  </a:lnTo>
                  <a:lnTo>
                    <a:pt x="86" y="19"/>
                  </a:lnTo>
                  <a:lnTo>
                    <a:pt x="88" y="21"/>
                  </a:lnTo>
                  <a:lnTo>
                    <a:pt x="97" y="0"/>
                  </a:lnTo>
                  <a:lnTo>
                    <a:pt x="131" y="5"/>
                  </a:lnTo>
                  <a:lnTo>
                    <a:pt x="185" y="18"/>
                  </a:lnTo>
                  <a:lnTo>
                    <a:pt x="188" y="21"/>
                  </a:lnTo>
                  <a:lnTo>
                    <a:pt x="196" y="30"/>
                  </a:lnTo>
                  <a:lnTo>
                    <a:pt x="200" y="36"/>
                  </a:lnTo>
                  <a:lnTo>
                    <a:pt x="206" y="43"/>
                  </a:lnTo>
                  <a:lnTo>
                    <a:pt x="210" y="48"/>
                  </a:lnTo>
                  <a:lnTo>
                    <a:pt x="215" y="55"/>
                  </a:lnTo>
                  <a:lnTo>
                    <a:pt x="222" y="66"/>
                  </a:lnTo>
                  <a:lnTo>
                    <a:pt x="225" y="74"/>
                  </a:lnTo>
                  <a:lnTo>
                    <a:pt x="226" y="80"/>
                  </a:lnTo>
                  <a:lnTo>
                    <a:pt x="228" y="81"/>
                  </a:lnTo>
                  <a:lnTo>
                    <a:pt x="239" y="88"/>
                  </a:lnTo>
                  <a:lnTo>
                    <a:pt x="242" y="132"/>
                  </a:lnTo>
                  <a:lnTo>
                    <a:pt x="213" y="142"/>
                  </a:lnTo>
                  <a:lnTo>
                    <a:pt x="173" y="92"/>
                  </a:lnTo>
                  <a:lnTo>
                    <a:pt x="150" y="139"/>
                  </a:lnTo>
                  <a:lnTo>
                    <a:pt x="95" y="159"/>
                  </a:lnTo>
                  <a:lnTo>
                    <a:pt x="0" y="128"/>
                  </a:lnTo>
                  <a:lnTo>
                    <a:pt x="24" y="55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5" name="Freeform 86"/>
            <p:cNvSpPr>
              <a:spLocks/>
            </p:cNvSpPr>
            <p:nvPr/>
          </p:nvSpPr>
          <p:spPr bwMode="auto">
            <a:xfrm>
              <a:off x="3561" y="2384"/>
              <a:ext cx="86" cy="82"/>
            </a:xfrm>
            <a:custGeom>
              <a:avLst/>
              <a:gdLst>
                <a:gd name="T0" fmla="*/ 12 w 173"/>
                <a:gd name="T1" fmla="*/ 0 h 164"/>
                <a:gd name="T2" fmla="*/ 6 w 173"/>
                <a:gd name="T3" fmla="*/ 18 h 164"/>
                <a:gd name="T4" fmla="*/ 10 w 173"/>
                <a:gd name="T5" fmla="*/ 18 h 164"/>
                <a:gd name="T6" fmla="*/ 9 w 173"/>
                <a:gd name="T7" fmla="*/ 21 h 164"/>
                <a:gd name="T8" fmla="*/ 0 w 173"/>
                <a:gd name="T9" fmla="*/ 20 h 164"/>
                <a:gd name="T10" fmla="*/ 9 w 173"/>
                <a:gd name="T11" fmla="*/ 24 h 164"/>
                <a:gd name="T12" fmla="*/ 15 w 173"/>
                <a:gd name="T13" fmla="*/ 23 h 164"/>
                <a:gd name="T14" fmla="*/ 20 w 173"/>
                <a:gd name="T15" fmla="*/ 28 h 164"/>
                <a:gd name="T16" fmla="*/ 20 w 173"/>
                <a:gd name="T17" fmla="*/ 38 h 164"/>
                <a:gd name="T18" fmla="*/ 30 w 173"/>
                <a:gd name="T19" fmla="*/ 34 h 164"/>
                <a:gd name="T20" fmla="*/ 35 w 173"/>
                <a:gd name="T21" fmla="*/ 41 h 164"/>
                <a:gd name="T22" fmla="*/ 43 w 173"/>
                <a:gd name="T23" fmla="*/ 36 h 164"/>
                <a:gd name="T24" fmla="*/ 39 w 173"/>
                <a:gd name="T25" fmla="*/ 27 h 164"/>
                <a:gd name="T26" fmla="*/ 38 w 173"/>
                <a:gd name="T27" fmla="*/ 17 h 164"/>
                <a:gd name="T28" fmla="*/ 31 w 173"/>
                <a:gd name="T29" fmla="*/ 20 h 164"/>
                <a:gd name="T30" fmla="*/ 34 w 173"/>
                <a:gd name="T31" fmla="*/ 7 h 164"/>
                <a:gd name="T32" fmla="*/ 19 w 173"/>
                <a:gd name="T33" fmla="*/ 1 h 164"/>
                <a:gd name="T34" fmla="*/ 12 w 173"/>
                <a:gd name="T35" fmla="*/ 0 h 164"/>
                <a:gd name="T36" fmla="*/ 12 w 173"/>
                <a:gd name="T37" fmla="*/ 0 h 1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73"/>
                <a:gd name="T58" fmla="*/ 0 h 164"/>
                <a:gd name="T59" fmla="*/ 173 w 173"/>
                <a:gd name="T60" fmla="*/ 164 h 16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73" h="164">
                  <a:moveTo>
                    <a:pt x="51" y="0"/>
                  </a:moveTo>
                  <a:lnTo>
                    <a:pt x="25" y="69"/>
                  </a:lnTo>
                  <a:lnTo>
                    <a:pt x="40" y="69"/>
                  </a:lnTo>
                  <a:lnTo>
                    <a:pt x="38" y="82"/>
                  </a:lnTo>
                  <a:lnTo>
                    <a:pt x="0" y="78"/>
                  </a:lnTo>
                  <a:lnTo>
                    <a:pt x="38" y="97"/>
                  </a:lnTo>
                  <a:lnTo>
                    <a:pt x="61" y="95"/>
                  </a:lnTo>
                  <a:lnTo>
                    <a:pt x="83" y="115"/>
                  </a:lnTo>
                  <a:lnTo>
                    <a:pt x="83" y="151"/>
                  </a:lnTo>
                  <a:lnTo>
                    <a:pt x="122" y="135"/>
                  </a:lnTo>
                  <a:lnTo>
                    <a:pt x="141" y="164"/>
                  </a:lnTo>
                  <a:lnTo>
                    <a:pt x="173" y="141"/>
                  </a:lnTo>
                  <a:lnTo>
                    <a:pt x="156" y="108"/>
                  </a:lnTo>
                  <a:lnTo>
                    <a:pt x="154" y="66"/>
                  </a:lnTo>
                  <a:lnTo>
                    <a:pt x="126" y="78"/>
                  </a:lnTo>
                  <a:lnTo>
                    <a:pt x="136" y="31"/>
                  </a:lnTo>
                  <a:lnTo>
                    <a:pt x="76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6" name="Freeform 87"/>
            <p:cNvSpPr>
              <a:spLocks/>
            </p:cNvSpPr>
            <p:nvPr/>
          </p:nvSpPr>
          <p:spPr bwMode="auto">
            <a:xfrm>
              <a:off x="3510" y="2406"/>
              <a:ext cx="88" cy="85"/>
            </a:xfrm>
            <a:custGeom>
              <a:avLst/>
              <a:gdLst>
                <a:gd name="T0" fmla="*/ 20 w 177"/>
                <a:gd name="T1" fmla="*/ 8 h 168"/>
                <a:gd name="T2" fmla="*/ 14 w 177"/>
                <a:gd name="T3" fmla="*/ 15 h 168"/>
                <a:gd name="T4" fmla="*/ 15 w 177"/>
                <a:gd name="T5" fmla="*/ 15 h 168"/>
                <a:gd name="T6" fmla="*/ 16 w 177"/>
                <a:gd name="T7" fmla="*/ 15 h 168"/>
                <a:gd name="T8" fmla="*/ 17 w 177"/>
                <a:gd name="T9" fmla="*/ 15 h 168"/>
                <a:gd name="T10" fmla="*/ 20 w 177"/>
                <a:gd name="T11" fmla="*/ 15 h 168"/>
                <a:gd name="T12" fmla="*/ 22 w 177"/>
                <a:gd name="T13" fmla="*/ 15 h 168"/>
                <a:gd name="T14" fmla="*/ 24 w 177"/>
                <a:gd name="T15" fmla="*/ 15 h 168"/>
                <a:gd name="T16" fmla="*/ 25 w 177"/>
                <a:gd name="T17" fmla="*/ 15 h 168"/>
                <a:gd name="T18" fmla="*/ 26 w 177"/>
                <a:gd name="T19" fmla="*/ 17 h 168"/>
                <a:gd name="T20" fmla="*/ 25 w 177"/>
                <a:gd name="T21" fmla="*/ 18 h 168"/>
                <a:gd name="T22" fmla="*/ 22 w 177"/>
                <a:gd name="T23" fmla="*/ 19 h 168"/>
                <a:gd name="T24" fmla="*/ 19 w 177"/>
                <a:gd name="T25" fmla="*/ 20 h 168"/>
                <a:gd name="T26" fmla="*/ 18 w 177"/>
                <a:gd name="T27" fmla="*/ 21 h 168"/>
                <a:gd name="T28" fmla="*/ 31 w 177"/>
                <a:gd name="T29" fmla="*/ 18 h 168"/>
                <a:gd name="T30" fmla="*/ 29 w 177"/>
                <a:gd name="T31" fmla="*/ 23 h 168"/>
                <a:gd name="T32" fmla="*/ 30 w 177"/>
                <a:gd name="T33" fmla="*/ 26 h 168"/>
                <a:gd name="T34" fmla="*/ 34 w 177"/>
                <a:gd name="T35" fmla="*/ 21 h 168"/>
                <a:gd name="T36" fmla="*/ 44 w 177"/>
                <a:gd name="T37" fmla="*/ 24 h 168"/>
                <a:gd name="T38" fmla="*/ 41 w 177"/>
                <a:gd name="T39" fmla="*/ 28 h 168"/>
                <a:gd name="T40" fmla="*/ 42 w 177"/>
                <a:gd name="T41" fmla="*/ 32 h 168"/>
                <a:gd name="T42" fmla="*/ 38 w 177"/>
                <a:gd name="T43" fmla="*/ 35 h 168"/>
                <a:gd name="T44" fmla="*/ 27 w 177"/>
                <a:gd name="T45" fmla="*/ 34 h 168"/>
                <a:gd name="T46" fmla="*/ 27 w 177"/>
                <a:gd name="T47" fmla="*/ 31 h 168"/>
                <a:gd name="T48" fmla="*/ 17 w 177"/>
                <a:gd name="T49" fmla="*/ 33 h 168"/>
                <a:gd name="T50" fmla="*/ 0 w 177"/>
                <a:gd name="T51" fmla="*/ 43 h 168"/>
                <a:gd name="T52" fmla="*/ 0 w 177"/>
                <a:gd name="T53" fmla="*/ 42 h 168"/>
                <a:gd name="T54" fmla="*/ 0 w 177"/>
                <a:gd name="T55" fmla="*/ 40 h 168"/>
                <a:gd name="T56" fmla="*/ 1 w 177"/>
                <a:gd name="T57" fmla="*/ 38 h 168"/>
                <a:gd name="T58" fmla="*/ 2 w 177"/>
                <a:gd name="T59" fmla="*/ 35 h 168"/>
                <a:gd name="T60" fmla="*/ 2 w 177"/>
                <a:gd name="T61" fmla="*/ 33 h 168"/>
                <a:gd name="T62" fmla="*/ 3 w 177"/>
                <a:gd name="T63" fmla="*/ 32 h 168"/>
                <a:gd name="T64" fmla="*/ 3 w 177"/>
                <a:gd name="T65" fmla="*/ 30 h 168"/>
                <a:gd name="T66" fmla="*/ 4 w 177"/>
                <a:gd name="T67" fmla="*/ 29 h 168"/>
                <a:gd name="T68" fmla="*/ 5 w 177"/>
                <a:gd name="T69" fmla="*/ 25 h 168"/>
                <a:gd name="T70" fmla="*/ 6 w 177"/>
                <a:gd name="T71" fmla="*/ 23 h 168"/>
                <a:gd name="T72" fmla="*/ 6 w 177"/>
                <a:gd name="T73" fmla="*/ 20 h 168"/>
                <a:gd name="T74" fmla="*/ 7 w 177"/>
                <a:gd name="T75" fmla="*/ 17 h 168"/>
                <a:gd name="T76" fmla="*/ 8 w 177"/>
                <a:gd name="T77" fmla="*/ 15 h 168"/>
                <a:gd name="T78" fmla="*/ 9 w 177"/>
                <a:gd name="T79" fmla="*/ 13 h 168"/>
                <a:gd name="T80" fmla="*/ 10 w 177"/>
                <a:gd name="T81" fmla="*/ 10 h 168"/>
                <a:gd name="T82" fmla="*/ 11 w 177"/>
                <a:gd name="T83" fmla="*/ 9 h 168"/>
                <a:gd name="T84" fmla="*/ 12 w 177"/>
                <a:gd name="T85" fmla="*/ 7 h 168"/>
                <a:gd name="T86" fmla="*/ 14 w 177"/>
                <a:gd name="T87" fmla="*/ 5 h 168"/>
                <a:gd name="T88" fmla="*/ 16 w 177"/>
                <a:gd name="T89" fmla="*/ 2 h 168"/>
                <a:gd name="T90" fmla="*/ 17 w 177"/>
                <a:gd name="T91" fmla="*/ 1 h 168"/>
                <a:gd name="T92" fmla="*/ 19 w 177"/>
                <a:gd name="T93" fmla="*/ 0 h 168"/>
                <a:gd name="T94" fmla="*/ 20 w 177"/>
                <a:gd name="T95" fmla="*/ 0 h 168"/>
                <a:gd name="T96" fmla="*/ 19 w 177"/>
                <a:gd name="T97" fmla="*/ 4 h 168"/>
                <a:gd name="T98" fmla="*/ 20 w 177"/>
                <a:gd name="T99" fmla="*/ 8 h 168"/>
                <a:gd name="T100" fmla="*/ 20 w 177"/>
                <a:gd name="T101" fmla="*/ 8 h 1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77"/>
                <a:gd name="T154" fmla="*/ 0 h 168"/>
                <a:gd name="T155" fmla="*/ 177 w 177"/>
                <a:gd name="T156" fmla="*/ 168 h 1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77" h="168">
                  <a:moveTo>
                    <a:pt x="80" y="30"/>
                  </a:moveTo>
                  <a:lnTo>
                    <a:pt x="58" y="58"/>
                  </a:lnTo>
                  <a:lnTo>
                    <a:pt x="60" y="58"/>
                  </a:lnTo>
                  <a:lnTo>
                    <a:pt x="64" y="58"/>
                  </a:lnTo>
                  <a:lnTo>
                    <a:pt x="71" y="58"/>
                  </a:lnTo>
                  <a:lnTo>
                    <a:pt x="80" y="58"/>
                  </a:lnTo>
                  <a:lnTo>
                    <a:pt x="89" y="58"/>
                  </a:lnTo>
                  <a:lnTo>
                    <a:pt x="96" y="59"/>
                  </a:lnTo>
                  <a:lnTo>
                    <a:pt x="102" y="60"/>
                  </a:lnTo>
                  <a:lnTo>
                    <a:pt x="105" y="65"/>
                  </a:lnTo>
                  <a:lnTo>
                    <a:pt x="101" y="69"/>
                  </a:lnTo>
                  <a:lnTo>
                    <a:pt x="90" y="74"/>
                  </a:lnTo>
                  <a:lnTo>
                    <a:pt x="79" y="80"/>
                  </a:lnTo>
                  <a:lnTo>
                    <a:pt x="73" y="81"/>
                  </a:lnTo>
                  <a:lnTo>
                    <a:pt x="127" y="70"/>
                  </a:lnTo>
                  <a:lnTo>
                    <a:pt x="116" y="91"/>
                  </a:lnTo>
                  <a:lnTo>
                    <a:pt x="123" y="101"/>
                  </a:lnTo>
                  <a:lnTo>
                    <a:pt x="138" y="81"/>
                  </a:lnTo>
                  <a:lnTo>
                    <a:pt x="177" y="92"/>
                  </a:lnTo>
                  <a:lnTo>
                    <a:pt x="167" y="110"/>
                  </a:lnTo>
                  <a:lnTo>
                    <a:pt x="170" y="127"/>
                  </a:lnTo>
                  <a:lnTo>
                    <a:pt x="152" y="139"/>
                  </a:lnTo>
                  <a:lnTo>
                    <a:pt x="108" y="135"/>
                  </a:lnTo>
                  <a:lnTo>
                    <a:pt x="108" y="123"/>
                  </a:lnTo>
                  <a:lnTo>
                    <a:pt x="71" y="131"/>
                  </a:lnTo>
                  <a:lnTo>
                    <a:pt x="0" y="168"/>
                  </a:lnTo>
                  <a:lnTo>
                    <a:pt x="0" y="164"/>
                  </a:lnTo>
                  <a:lnTo>
                    <a:pt x="3" y="158"/>
                  </a:lnTo>
                  <a:lnTo>
                    <a:pt x="6" y="149"/>
                  </a:lnTo>
                  <a:lnTo>
                    <a:pt x="9" y="139"/>
                  </a:lnTo>
                  <a:lnTo>
                    <a:pt x="10" y="131"/>
                  </a:lnTo>
                  <a:lnTo>
                    <a:pt x="13" y="124"/>
                  </a:lnTo>
                  <a:lnTo>
                    <a:pt x="14" y="117"/>
                  </a:lnTo>
                  <a:lnTo>
                    <a:pt x="16" y="112"/>
                  </a:lnTo>
                  <a:lnTo>
                    <a:pt x="20" y="99"/>
                  </a:lnTo>
                  <a:lnTo>
                    <a:pt x="24" y="88"/>
                  </a:lnTo>
                  <a:lnTo>
                    <a:pt x="27" y="77"/>
                  </a:lnTo>
                  <a:lnTo>
                    <a:pt x="31" y="66"/>
                  </a:lnTo>
                  <a:lnTo>
                    <a:pt x="33" y="58"/>
                  </a:lnTo>
                  <a:lnTo>
                    <a:pt x="38" y="49"/>
                  </a:lnTo>
                  <a:lnTo>
                    <a:pt x="40" y="40"/>
                  </a:lnTo>
                  <a:lnTo>
                    <a:pt x="46" y="33"/>
                  </a:lnTo>
                  <a:lnTo>
                    <a:pt x="50" y="25"/>
                  </a:lnTo>
                  <a:lnTo>
                    <a:pt x="56" y="19"/>
                  </a:lnTo>
                  <a:lnTo>
                    <a:pt x="64" y="8"/>
                  </a:lnTo>
                  <a:lnTo>
                    <a:pt x="71" y="3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78" y="16"/>
                  </a:lnTo>
                  <a:lnTo>
                    <a:pt x="80" y="30"/>
                  </a:lnTo>
                  <a:close/>
                </a:path>
              </a:pathLst>
            </a:custGeom>
            <a:solidFill>
              <a:srgbClr val="386B6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7" name="Freeform 88"/>
            <p:cNvSpPr>
              <a:spLocks/>
            </p:cNvSpPr>
            <p:nvPr/>
          </p:nvSpPr>
          <p:spPr bwMode="auto">
            <a:xfrm>
              <a:off x="3591" y="2383"/>
              <a:ext cx="38" cy="45"/>
            </a:xfrm>
            <a:custGeom>
              <a:avLst/>
              <a:gdLst>
                <a:gd name="T0" fmla="*/ 19 w 77"/>
                <a:gd name="T1" fmla="*/ 0 h 90"/>
                <a:gd name="T2" fmla="*/ 19 w 77"/>
                <a:gd name="T3" fmla="*/ 1 h 90"/>
                <a:gd name="T4" fmla="*/ 19 w 77"/>
                <a:gd name="T5" fmla="*/ 1 h 90"/>
                <a:gd name="T6" fmla="*/ 18 w 77"/>
                <a:gd name="T7" fmla="*/ 3 h 90"/>
                <a:gd name="T8" fmla="*/ 17 w 77"/>
                <a:gd name="T9" fmla="*/ 6 h 90"/>
                <a:gd name="T10" fmla="*/ 16 w 77"/>
                <a:gd name="T11" fmla="*/ 8 h 90"/>
                <a:gd name="T12" fmla="*/ 15 w 77"/>
                <a:gd name="T13" fmla="*/ 11 h 90"/>
                <a:gd name="T14" fmla="*/ 14 w 77"/>
                <a:gd name="T15" fmla="*/ 11 h 90"/>
                <a:gd name="T16" fmla="*/ 14 w 77"/>
                <a:gd name="T17" fmla="*/ 12 h 90"/>
                <a:gd name="T18" fmla="*/ 9 w 77"/>
                <a:gd name="T19" fmla="*/ 13 h 90"/>
                <a:gd name="T20" fmla="*/ 9 w 77"/>
                <a:gd name="T21" fmla="*/ 18 h 90"/>
                <a:gd name="T22" fmla="*/ 4 w 77"/>
                <a:gd name="T23" fmla="*/ 23 h 90"/>
                <a:gd name="T24" fmla="*/ 0 w 77"/>
                <a:gd name="T25" fmla="*/ 4 h 90"/>
                <a:gd name="T26" fmla="*/ 19 w 77"/>
                <a:gd name="T27" fmla="*/ 0 h 90"/>
                <a:gd name="T28" fmla="*/ 19 w 77"/>
                <a:gd name="T29" fmla="*/ 0 h 9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7"/>
                <a:gd name="T46" fmla="*/ 0 h 90"/>
                <a:gd name="T47" fmla="*/ 77 w 77"/>
                <a:gd name="T48" fmla="*/ 90 h 9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7" h="90">
                  <a:moveTo>
                    <a:pt x="77" y="0"/>
                  </a:moveTo>
                  <a:lnTo>
                    <a:pt x="76" y="1"/>
                  </a:lnTo>
                  <a:lnTo>
                    <a:pt x="76" y="7"/>
                  </a:lnTo>
                  <a:lnTo>
                    <a:pt x="74" y="14"/>
                  </a:lnTo>
                  <a:lnTo>
                    <a:pt x="71" y="23"/>
                  </a:lnTo>
                  <a:lnTo>
                    <a:pt x="67" y="32"/>
                  </a:lnTo>
                  <a:lnTo>
                    <a:pt x="63" y="41"/>
                  </a:lnTo>
                  <a:lnTo>
                    <a:pt x="59" y="47"/>
                  </a:lnTo>
                  <a:lnTo>
                    <a:pt x="58" y="51"/>
                  </a:lnTo>
                  <a:lnTo>
                    <a:pt x="38" y="52"/>
                  </a:lnTo>
                  <a:lnTo>
                    <a:pt x="38" y="70"/>
                  </a:lnTo>
                  <a:lnTo>
                    <a:pt x="16" y="90"/>
                  </a:lnTo>
                  <a:lnTo>
                    <a:pt x="0" y="1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E0857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8" name="Freeform 89"/>
            <p:cNvSpPr>
              <a:spLocks/>
            </p:cNvSpPr>
            <p:nvPr/>
          </p:nvSpPr>
          <p:spPr bwMode="auto">
            <a:xfrm>
              <a:off x="3566" y="2449"/>
              <a:ext cx="161" cy="115"/>
            </a:xfrm>
            <a:custGeom>
              <a:avLst/>
              <a:gdLst>
                <a:gd name="T0" fmla="*/ 0 w 321"/>
                <a:gd name="T1" fmla="*/ 19 h 231"/>
                <a:gd name="T2" fmla="*/ 47 w 321"/>
                <a:gd name="T3" fmla="*/ 0 h 231"/>
                <a:gd name="T4" fmla="*/ 81 w 321"/>
                <a:gd name="T5" fmla="*/ 26 h 231"/>
                <a:gd name="T6" fmla="*/ 30 w 321"/>
                <a:gd name="T7" fmla="*/ 57 h 231"/>
                <a:gd name="T8" fmla="*/ 0 w 321"/>
                <a:gd name="T9" fmla="*/ 19 h 231"/>
                <a:gd name="T10" fmla="*/ 0 w 321"/>
                <a:gd name="T11" fmla="*/ 19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1"/>
                <a:gd name="T19" fmla="*/ 0 h 231"/>
                <a:gd name="T20" fmla="*/ 321 w 321"/>
                <a:gd name="T21" fmla="*/ 231 h 2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1" h="231">
                  <a:moveTo>
                    <a:pt x="0" y="76"/>
                  </a:moveTo>
                  <a:lnTo>
                    <a:pt x="188" y="0"/>
                  </a:lnTo>
                  <a:lnTo>
                    <a:pt x="321" y="104"/>
                  </a:lnTo>
                  <a:lnTo>
                    <a:pt x="120" y="231"/>
                  </a:lnTo>
                  <a:lnTo>
                    <a:pt x="0" y="76"/>
                  </a:lnTo>
                  <a:close/>
                </a:path>
              </a:pathLst>
            </a:custGeom>
            <a:solidFill>
              <a:srgbClr val="F2CC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9" name="Freeform 90"/>
            <p:cNvSpPr>
              <a:spLocks/>
            </p:cNvSpPr>
            <p:nvPr/>
          </p:nvSpPr>
          <p:spPr bwMode="auto">
            <a:xfrm>
              <a:off x="3629" y="2498"/>
              <a:ext cx="103" cy="116"/>
            </a:xfrm>
            <a:custGeom>
              <a:avLst/>
              <a:gdLst>
                <a:gd name="T0" fmla="*/ 1 w 205"/>
                <a:gd name="T1" fmla="*/ 25 h 232"/>
                <a:gd name="T2" fmla="*/ 52 w 205"/>
                <a:gd name="T3" fmla="*/ 0 h 232"/>
                <a:gd name="T4" fmla="*/ 47 w 205"/>
                <a:gd name="T5" fmla="*/ 35 h 232"/>
                <a:gd name="T6" fmla="*/ 0 w 205"/>
                <a:gd name="T7" fmla="*/ 58 h 232"/>
                <a:gd name="T8" fmla="*/ 1 w 205"/>
                <a:gd name="T9" fmla="*/ 25 h 232"/>
                <a:gd name="T10" fmla="*/ 1 w 205"/>
                <a:gd name="T11" fmla="*/ 25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5"/>
                <a:gd name="T19" fmla="*/ 0 h 232"/>
                <a:gd name="T20" fmla="*/ 205 w 205"/>
                <a:gd name="T21" fmla="*/ 232 h 2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5" h="232">
                  <a:moveTo>
                    <a:pt x="1" y="97"/>
                  </a:moveTo>
                  <a:lnTo>
                    <a:pt x="205" y="0"/>
                  </a:lnTo>
                  <a:lnTo>
                    <a:pt x="187" y="140"/>
                  </a:lnTo>
                  <a:lnTo>
                    <a:pt x="0" y="232"/>
                  </a:lnTo>
                  <a:lnTo>
                    <a:pt x="1" y="97"/>
                  </a:lnTo>
                  <a:close/>
                </a:path>
              </a:pathLst>
            </a:custGeom>
            <a:solidFill>
              <a:srgbClr val="E6B3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0" name="Freeform 91"/>
            <p:cNvSpPr>
              <a:spLocks/>
            </p:cNvSpPr>
            <p:nvPr/>
          </p:nvSpPr>
          <p:spPr bwMode="auto">
            <a:xfrm>
              <a:off x="3563" y="2485"/>
              <a:ext cx="70" cy="130"/>
            </a:xfrm>
            <a:custGeom>
              <a:avLst/>
              <a:gdLst>
                <a:gd name="T0" fmla="*/ 0 w 141"/>
                <a:gd name="T1" fmla="*/ 0 h 261"/>
                <a:gd name="T2" fmla="*/ 35 w 141"/>
                <a:gd name="T3" fmla="*/ 30 h 261"/>
                <a:gd name="T4" fmla="*/ 33 w 141"/>
                <a:gd name="T5" fmla="*/ 65 h 261"/>
                <a:gd name="T6" fmla="*/ 1 w 141"/>
                <a:gd name="T7" fmla="*/ 33 h 261"/>
                <a:gd name="T8" fmla="*/ 0 w 141"/>
                <a:gd name="T9" fmla="*/ 0 h 261"/>
                <a:gd name="T10" fmla="*/ 0 w 141"/>
                <a:gd name="T11" fmla="*/ 0 h 2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1"/>
                <a:gd name="T19" fmla="*/ 0 h 261"/>
                <a:gd name="T20" fmla="*/ 141 w 141"/>
                <a:gd name="T21" fmla="*/ 261 h 2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1" h="261">
                  <a:moveTo>
                    <a:pt x="0" y="0"/>
                  </a:moveTo>
                  <a:lnTo>
                    <a:pt x="141" y="122"/>
                  </a:lnTo>
                  <a:lnTo>
                    <a:pt x="135" y="261"/>
                  </a:lnTo>
                  <a:lnTo>
                    <a:pt x="7" y="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0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1" name="Freeform 92"/>
            <p:cNvSpPr>
              <a:spLocks/>
            </p:cNvSpPr>
            <p:nvPr/>
          </p:nvSpPr>
          <p:spPr bwMode="auto">
            <a:xfrm>
              <a:off x="3643" y="2493"/>
              <a:ext cx="46" cy="89"/>
            </a:xfrm>
            <a:custGeom>
              <a:avLst/>
              <a:gdLst>
                <a:gd name="T0" fmla="*/ 0 w 91"/>
                <a:gd name="T1" fmla="*/ 3 h 178"/>
                <a:gd name="T2" fmla="*/ 14 w 91"/>
                <a:gd name="T3" fmla="*/ 18 h 178"/>
                <a:gd name="T4" fmla="*/ 13 w 91"/>
                <a:gd name="T5" fmla="*/ 45 h 178"/>
                <a:gd name="T6" fmla="*/ 22 w 91"/>
                <a:gd name="T7" fmla="*/ 40 h 178"/>
                <a:gd name="T8" fmla="*/ 23 w 91"/>
                <a:gd name="T9" fmla="*/ 13 h 178"/>
                <a:gd name="T10" fmla="*/ 8 w 91"/>
                <a:gd name="T11" fmla="*/ 0 h 178"/>
                <a:gd name="T12" fmla="*/ 0 w 91"/>
                <a:gd name="T13" fmla="*/ 3 h 178"/>
                <a:gd name="T14" fmla="*/ 0 w 91"/>
                <a:gd name="T15" fmla="*/ 3 h 1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1"/>
                <a:gd name="T25" fmla="*/ 0 h 178"/>
                <a:gd name="T26" fmla="*/ 91 w 91"/>
                <a:gd name="T27" fmla="*/ 178 h 17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1" h="178">
                  <a:moveTo>
                    <a:pt x="0" y="11"/>
                  </a:moveTo>
                  <a:lnTo>
                    <a:pt x="53" y="69"/>
                  </a:lnTo>
                  <a:lnTo>
                    <a:pt x="49" y="178"/>
                  </a:lnTo>
                  <a:lnTo>
                    <a:pt x="88" y="158"/>
                  </a:lnTo>
                  <a:lnTo>
                    <a:pt x="91" y="54"/>
                  </a:lnTo>
                  <a:lnTo>
                    <a:pt x="3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A67A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2" name="Freeform 93"/>
            <p:cNvSpPr>
              <a:spLocks/>
            </p:cNvSpPr>
            <p:nvPr/>
          </p:nvSpPr>
          <p:spPr bwMode="auto">
            <a:xfrm>
              <a:off x="3585" y="2369"/>
              <a:ext cx="35" cy="50"/>
            </a:xfrm>
            <a:custGeom>
              <a:avLst/>
              <a:gdLst>
                <a:gd name="T0" fmla="*/ 17 w 69"/>
                <a:gd name="T1" fmla="*/ 9 h 101"/>
                <a:gd name="T2" fmla="*/ 18 w 69"/>
                <a:gd name="T3" fmla="*/ 15 h 101"/>
                <a:gd name="T4" fmla="*/ 14 w 69"/>
                <a:gd name="T5" fmla="*/ 15 h 101"/>
                <a:gd name="T6" fmla="*/ 11 w 69"/>
                <a:gd name="T7" fmla="*/ 19 h 101"/>
                <a:gd name="T8" fmla="*/ 7 w 69"/>
                <a:gd name="T9" fmla="*/ 15 h 101"/>
                <a:gd name="T10" fmla="*/ 6 w 69"/>
                <a:gd name="T11" fmla="*/ 25 h 101"/>
                <a:gd name="T12" fmla="*/ 0 w 69"/>
                <a:gd name="T13" fmla="*/ 12 h 101"/>
                <a:gd name="T14" fmla="*/ 3 w 69"/>
                <a:gd name="T15" fmla="*/ 0 h 101"/>
                <a:gd name="T16" fmla="*/ 17 w 69"/>
                <a:gd name="T17" fmla="*/ 9 h 101"/>
                <a:gd name="T18" fmla="*/ 17 w 69"/>
                <a:gd name="T19" fmla="*/ 9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9"/>
                <a:gd name="T31" fmla="*/ 0 h 101"/>
                <a:gd name="T32" fmla="*/ 69 w 69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9" h="101">
                  <a:moveTo>
                    <a:pt x="67" y="36"/>
                  </a:moveTo>
                  <a:lnTo>
                    <a:pt x="69" y="62"/>
                  </a:lnTo>
                  <a:lnTo>
                    <a:pt x="56" y="62"/>
                  </a:lnTo>
                  <a:lnTo>
                    <a:pt x="42" y="78"/>
                  </a:lnTo>
                  <a:lnTo>
                    <a:pt x="25" y="62"/>
                  </a:lnTo>
                  <a:lnTo>
                    <a:pt x="23" y="101"/>
                  </a:lnTo>
                  <a:lnTo>
                    <a:pt x="0" y="51"/>
                  </a:lnTo>
                  <a:lnTo>
                    <a:pt x="9" y="0"/>
                  </a:lnTo>
                  <a:lnTo>
                    <a:pt x="67" y="36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3" name="Freeform 94"/>
            <p:cNvSpPr>
              <a:spLocks/>
            </p:cNvSpPr>
            <p:nvPr/>
          </p:nvSpPr>
          <p:spPr bwMode="auto">
            <a:xfrm>
              <a:off x="3637" y="2440"/>
              <a:ext cx="48" cy="30"/>
            </a:xfrm>
            <a:custGeom>
              <a:avLst/>
              <a:gdLst>
                <a:gd name="T0" fmla="*/ 0 w 95"/>
                <a:gd name="T1" fmla="*/ 10 h 61"/>
                <a:gd name="T2" fmla="*/ 3 w 95"/>
                <a:gd name="T3" fmla="*/ 5 h 61"/>
                <a:gd name="T4" fmla="*/ 13 w 95"/>
                <a:gd name="T5" fmla="*/ 0 h 61"/>
                <a:gd name="T6" fmla="*/ 20 w 95"/>
                <a:gd name="T7" fmla="*/ 4 h 61"/>
                <a:gd name="T8" fmla="*/ 24 w 95"/>
                <a:gd name="T9" fmla="*/ 14 h 61"/>
                <a:gd name="T10" fmla="*/ 20 w 95"/>
                <a:gd name="T11" fmla="*/ 15 h 61"/>
                <a:gd name="T12" fmla="*/ 11 w 95"/>
                <a:gd name="T13" fmla="*/ 6 h 61"/>
                <a:gd name="T14" fmla="*/ 0 w 95"/>
                <a:gd name="T15" fmla="*/ 10 h 61"/>
                <a:gd name="T16" fmla="*/ 0 w 95"/>
                <a:gd name="T17" fmla="*/ 10 h 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5"/>
                <a:gd name="T28" fmla="*/ 0 h 61"/>
                <a:gd name="T29" fmla="*/ 95 w 95"/>
                <a:gd name="T30" fmla="*/ 61 h 6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5" h="61">
                  <a:moveTo>
                    <a:pt x="0" y="40"/>
                  </a:moveTo>
                  <a:lnTo>
                    <a:pt x="11" y="23"/>
                  </a:lnTo>
                  <a:lnTo>
                    <a:pt x="50" y="0"/>
                  </a:lnTo>
                  <a:lnTo>
                    <a:pt x="77" y="19"/>
                  </a:lnTo>
                  <a:lnTo>
                    <a:pt x="95" y="59"/>
                  </a:lnTo>
                  <a:lnTo>
                    <a:pt x="77" y="61"/>
                  </a:lnTo>
                  <a:lnTo>
                    <a:pt x="42" y="2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4" name="Freeform 95"/>
            <p:cNvSpPr>
              <a:spLocks/>
            </p:cNvSpPr>
            <p:nvPr/>
          </p:nvSpPr>
          <p:spPr bwMode="auto">
            <a:xfrm>
              <a:off x="3583" y="2365"/>
              <a:ext cx="33" cy="30"/>
            </a:xfrm>
            <a:custGeom>
              <a:avLst/>
              <a:gdLst>
                <a:gd name="T0" fmla="*/ 2 w 64"/>
                <a:gd name="T1" fmla="*/ 0 h 61"/>
                <a:gd name="T2" fmla="*/ 1 w 64"/>
                <a:gd name="T3" fmla="*/ 0 h 61"/>
                <a:gd name="T4" fmla="*/ 1 w 64"/>
                <a:gd name="T5" fmla="*/ 2 h 61"/>
                <a:gd name="T6" fmla="*/ 0 w 64"/>
                <a:gd name="T7" fmla="*/ 4 h 61"/>
                <a:gd name="T8" fmla="*/ 0 w 64"/>
                <a:gd name="T9" fmla="*/ 7 h 61"/>
                <a:gd name="T10" fmla="*/ 1 w 64"/>
                <a:gd name="T11" fmla="*/ 9 h 61"/>
                <a:gd name="T12" fmla="*/ 1 w 64"/>
                <a:gd name="T13" fmla="*/ 11 h 61"/>
                <a:gd name="T14" fmla="*/ 2 w 64"/>
                <a:gd name="T15" fmla="*/ 12 h 61"/>
                <a:gd name="T16" fmla="*/ 2 w 64"/>
                <a:gd name="T17" fmla="*/ 13 h 61"/>
                <a:gd name="T18" fmla="*/ 4 w 64"/>
                <a:gd name="T19" fmla="*/ 8 h 61"/>
                <a:gd name="T20" fmla="*/ 8 w 64"/>
                <a:gd name="T21" fmla="*/ 9 h 61"/>
                <a:gd name="T22" fmla="*/ 8 w 64"/>
                <a:gd name="T23" fmla="*/ 13 h 61"/>
                <a:gd name="T24" fmla="*/ 11 w 64"/>
                <a:gd name="T25" fmla="*/ 15 h 61"/>
                <a:gd name="T26" fmla="*/ 17 w 64"/>
                <a:gd name="T27" fmla="*/ 0 h 61"/>
                <a:gd name="T28" fmla="*/ 2 w 64"/>
                <a:gd name="T29" fmla="*/ 0 h 61"/>
                <a:gd name="T30" fmla="*/ 2 w 64"/>
                <a:gd name="T31" fmla="*/ 0 h 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4"/>
                <a:gd name="T49" fmla="*/ 0 h 61"/>
                <a:gd name="T50" fmla="*/ 64 w 64"/>
                <a:gd name="T51" fmla="*/ 61 h 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4" h="61">
                  <a:moveTo>
                    <a:pt x="5" y="0"/>
                  </a:moveTo>
                  <a:lnTo>
                    <a:pt x="4" y="1"/>
                  </a:lnTo>
                  <a:lnTo>
                    <a:pt x="2" y="10"/>
                  </a:lnTo>
                  <a:lnTo>
                    <a:pt x="0" y="19"/>
                  </a:lnTo>
                  <a:lnTo>
                    <a:pt x="0" y="30"/>
                  </a:lnTo>
                  <a:lnTo>
                    <a:pt x="1" y="39"/>
                  </a:lnTo>
                  <a:lnTo>
                    <a:pt x="4" y="47"/>
                  </a:lnTo>
                  <a:lnTo>
                    <a:pt x="5" y="50"/>
                  </a:lnTo>
                  <a:lnTo>
                    <a:pt x="6" y="52"/>
                  </a:lnTo>
                  <a:lnTo>
                    <a:pt x="16" y="34"/>
                  </a:lnTo>
                  <a:lnTo>
                    <a:pt x="29" y="36"/>
                  </a:lnTo>
                  <a:lnTo>
                    <a:pt x="31" y="52"/>
                  </a:lnTo>
                  <a:lnTo>
                    <a:pt x="41" y="61"/>
                  </a:lnTo>
                  <a:lnTo>
                    <a:pt x="64" y="3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5" name="Freeform 96"/>
            <p:cNvSpPr>
              <a:spLocks/>
            </p:cNvSpPr>
            <p:nvPr/>
          </p:nvSpPr>
          <p:spPr bwMode="auto">
            <a:xfrm>
              <a:off x="3583" y="2335"/>
              <a:ext cx="60" cy="55"/>
            </a:xfrm>
            <a:custGeom>
              <a:avLst/>
              <a:gdLst>
                <a:gd name="T0" fmla="*/ 0 w 120"/>
                <a:gd name="T1" fmla="*/ 8 h 109"/>
                <a:gd name="T2" fmla="*/ 4 w 120"/>
                <a:gd name="T3" fmla="*/ 5 h 109"/>
                <a:gd name="T4" fmla="*/ 5 w 120"/>
                <a:gd name="T5" fmla="*/ 4 h 109"/>
                <a:gd name="T6" fmla="*/ 7 w 120"/>
                <a:gd name="T7" fmla="*/ 3 h 109"/>
                <a:gd name="T8" fmla="*/ 8 w 120"/>
                <a:gd name="T9" fmla="*/ 2 h 109"/>
                <a:gd name="T10" fmla="*/ 9 w 120"/>
                <a:gd name="T11" fmla="*/ 1 h 109"/>
                <a:gd name="T12" fmla="*/ 11 w 120"/>
                <a:gd name="T13" fmla="*/ 0 h 109"/>
                <a:gd name="T14" fmla="*/ 13 w 120"/>
                <a:gd name="T15" fmla="*/ 0 h 109"/>
                <a:gd name="T16" fmla="*/ 15 w 120"/>
                <a:gd name="T17" fmla="*/ 0 h 109"/>
                <a:gd name="T18" fmla="*/ 17 w 120"/>
                <a:gd name="T19" fmla="*/ 1 h 109"/>
                <a:gd name="T20" fmla="*/ 19 w 120"/>
                <a:gd name="T21" fmla="*/ 1 h 109"/>
                <a:gd name="T22" fmla="*/ 21 w 120"/>
                <a:gd name="T23" fmla="*/ 3 h 109"/>
                <a:gd name="T24" fmla="*/ 23 w 120"/>
                <a:gd name="T25" fmla="*/ 4 h 109"/>
                <a:gd name="T26" fmla="*/ 25 w 120"/>
                <a:gd name="T27" fmla="*/ 5 h 109"/>
                <a:gd name="T28" fmla="*/ 26 w 120"/>
                <a:gd name="T29" fmla="*/ 7 h 109"/>
                <a:gd name="T30" fmla="*/ 27 w 120"/>
                <a:gd name="T31" fmla="*/ 9 h 109"/>
                <a:gd name="T32" fmla="*/ 28 w 120"/>
                <a:gd name="T33" fmla="*/ 10 h 109"/>
                <a:gd name="T34" fmla="*/ 28 w 120"/>
                <a:gd name="T35" fmla="*/ 12 h 109"/>
                <a:gd name="T36" fmla="*/ 28 w 120"/>
                <a:gd name="T37" fmla="*/ 13 h 109"/>
                <a:gd name="T38" fmla="*/ 28 w 120"/>
                <a:gd name="T39" fmla="*/ 15 h 109"/>
                <a:gd name="T40" fmla="*/ 28 w 120"/>
                <a:gd name="T41" fmla="*/ 17 h 109"/>
                <a:gd name="T42" fmla="*/ 28 w 120"/>
                <a:gd name="T43" fmla="*/ 18 h 109"/>
                <a:gd name="T44" fmla="*/ 30 w 120"/>
                <a:gd name="T45" fmla="*/ 24 h 109"/>
                <a:gd name="T46" fmla="*/ 19 w 120"/>
                <a:gd name="T47" fmla="*/ 28 h 109"/>
                <a:gd name="T48" fmla="*/ 0 w 120"/>
                <a:gd name="T49" fmla="*/ 8 h 109"/>
                <a:gd name="T50" fmla="*/ 0 w 120"/>
                <a:gd name="T51" fmla="*/ 8 h 109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20"/>
                <a:gd name="T79" fmla="*/ 0 h 109"/>
                <a:gd name="T80" fmla="*/ 120 w 120"/>
                <a:gd name="T81" fmla="*/ 109 h 109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20" h="109">
                  <a:moveTo>
                    <a:pt x="0" y="31"/>
                  </a:moveTo>
                  <a:lnTo>
                    <a:pt x="14" y="19"/>
                  </a:lnTo>
                  <a:lnTo>
                    <a:pt x="17" y="16"/>
                  </a:lnTo>
                  <a:lnTo>
                    <a:pt x="25" y="9"/>
                  </a:lnTo>
                  <a:lnTo>
                    <a:pt x="29" y="5"/>
                  </a:lnTo>
                  <a:lnTo>
                    <a:pt x="36" y="2"/>
                  </a:lnTo>
                  <a:lnTo>
                    <a:pt x="43" y="0"/>
                  </a:lnTo>
                  <a:lnTo>
                    <a:pt x="51" y="0"/>
                  </a:lnTo>
                  <a:lnTo>
                    <a:pt x="58" y="0"/>
                  </a:lnTo>
                  <a:lnTo>
                    <a:pt x="68" y="2"/>
                  </a:lnTo>
                  <a:lnTo>
                    <a:pt x="75" y="4"/>
                  </a:lnTo>
                  <a:lnTo>
                    <a:pt x="84" y="9"/>
                  </a:lnTo>
                  <a:lnTo>
                    <a:pt x="90" y="13"/>
                  </a:lnTo>
                  <a:lnTo>
                    <a:pt x="98" y="19"/>
                  </a:lnTo>
                  <a:lnTo>
                    <a:pt x="104" y="27"/>
                  </a:lnTo>
                  <a:lnTo>
                    <a:pt x="108" y="34"/>
                  </a:lnTo>
                  <a:lnTo>
                    <a:pt x="111" y="40"/>
                  </a:lnTo>
                  <a:lnTo>
                    <a:pt x="112" y="45"/>
                  </a:lnTo>
                  <a:lnTo>
                    <a:pt x="112" y="52"/>
                  </a:lnTo>
                  <a:lnTo>
                    <a:pt x="112" y="59"/>
                  </a:lnTo>
                  <a:lnTo>
                    <a:pt x="109" y="67"/>
                  </a:lnTo>
                  <a:lnTo>
                    <a:pt x="109" y="70"/>
                  </a:lnTo>
                  <a:lnTo>
                    <a:pt x="120" y="96"/>
                  </a:lnTo>
                  <a:lnTo>
                    <a:pt x="75" y="109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6" name="Freeform 97"/>
            <p:cNvSpPr>
              <a:spLocks/>
            </p:cNvSpPr>
            <p:nvPr/>
          </p:nvSpPr>
          <p:spPr bwMode="auto">
            <a:xfrm>
              <a:off x="3581" y="2348"/>
              <a:ext cx="63" cy="43"/>
            </a:xfrm>
            <a:custGeom>
              <a:avLst/>
              <a:gdLst>
                <a:gd name="T0" fmla="*/ 31 w 127"/>
                <a:gd name="T1" fmla="*/ 19 h 86"/>
                <a:gd name="T2" fmla="*/ 19 w 127"/>
                <a:gd name="T3" fmla="*/ 22 h 86"/>
                <a:gd name="T4" fmla="*/ 14 w 127"/>
                <a:gd name="T5" fmla="*/ 18 h 86"/>
                <a:gd name="T6" fmla="*/ 13 w 127"/>
                <a:gd name="T7" fmla="*/ 18 h 86"/>
                <a:gd name="T8" fmla="*/ 11 w 127"/>
                <a:gd name="T9" fmla="*/ 18 h 86"/>
                <a:gd name="T10" fmla="*/ 9 w 127"/>
                <a:gd name="T11" fmla="*/ 17 h 86"/>
                <a:gd name="T12" fmla="*/ 6 w 127"/>
                <a:gd name="T13" fmla="*/ 16 h 86"/>
                <a:gd name="T14" fmla="*/ 3 w 127"/>
                <a:gd name="T15" fmla="*/ 14 h 86"/>
                <a:gd name="T16" fmla="*/ 2 w 127"/>
                <a:gd name="T17" fmla="*/ 11 h 86"/>
                <a:gd name="T18" fmla="*/ 1 w 127"/>
                <a:gd name="T19" fmla="*/ 9 h 86"/>
                <a:gd name="T20" fmla="*/ 0 w 127"/>
                <a:gd name="T21" fmla="*/ 7 h 86"/>
                <a:gd name="T22" fmla="*/ 0 w 127"/>
                <a:gd name="T23" fmla="*/ 5 h 86"/>
                <a:gd name="T24" fmla="*/ 0 w 127"/>
                <a:gd name="T25" fmla="*/ 3 h 86"/>
                <a:gd name="T26" fmla="*/ 0 w 127"/>
                <a:gd name="T27" fmla="*/ 1 h 86"/>
                <a:gd name="T28" fmla="*/ 0 w 127"/>
                <a:gd name="T29" fmla="*/ 1 h 86"/>
                <a:gd name="T30" fmla="*/ 6 w 127"/>
                <a:gd name="T31" fmla="*/ 0 h 86"/>
                <a:gd name="T32" fmla="*/ 3 w 127"/>
                <a:gd name="T33" fmla="*/ 5 h 86"/>
                <a:gd name="T34" fmla="*/ 3 w 127"/>
                <a:gd name="T35" fmla="*/ 4 h 86"/>
                <a:gd name="T36" fmla="*/ 5 w 127"/>
                <a:gd name="T37" fmla="*/ 3 h 86"/>
                <a:gd name="T38" fmla="*/ 7 w 127"/>
                <a:gd name="T39" fmla="*/ 1 h 86"/>
                <a:gd name="T40" fmla="*/ 10 w 127"/>
                <a:gd name="T41" fmla="*/ 1 h 86"/>
                <a:gd name="T42" fmla="*/ 13 w 127"/>
                <a:gd name="T43" fmla="*/ 0 h 86"/>
                <a:gd name="T44" fmla="*/ 15 w 127"/>
                <a:gd name="T45" fmla="*/ 1 h 86"/>
                <a:gd name="T46" fmla="*/ 16 w 127"/>
                <a:gd name="T47" fmla="*/ 1 h 86"/>
                <a:gd name="T48" fmla="*/ 17 w 127"/>
                <a:gd name="T49" fmla="*/ 3 h 86"/>
                <a:gd name="T50" fmla="*/ 18 w 127"/>
                <a:gd name="T51" fmla="*/ 3 h 86"/>
                <a:gd name="T52" fmla="*/ 19 w 127"/>
                <a:gd name="T53" fmla="*/ 5 h 86"/>
                <a:gd name="T54" fmla="*/ 19 w 127"/>
                <a:gd name="T55" fmla="*/ 6 h 86"/>
                <a:gd name="T56" fmla="*/ 19 w 127"/>
                <a:gd name="T57" fmla="*/ 9 h 86"/>
                <a:gd name="T58" fmla="*/ 19 w 127"/>
                <a:gd name="T59" fmla="*/ 10 h 86"/>
                <a:gd name="T60" fmla="*/ 19 w 127"/>
                <a:gd name="T61" fmla="*/ 11 h 86"/>
                <a:gd name="T62" fmla="*/ 19 w 127"/>
                <a:gd name="T63" fmla="*/ 14 h 86"/>
                <a:gd name="T64" fmla="*/ 19 w 127"/>
                <a:gd name="T65" fmla="*/ 15 h 86"/>
                <a:gd name="T66" fmla="*/ 21 w 127"/>
                <a:gd name="T67" fmla="*/ 19 h 86"/>
                <a:gd name="T68" fmla="*/ 29 w 127"/>
                <a:gd name="T69" fmla="*/ 17 h 86"/>
                <a:gd name="T70" fmla="*/ 31 w 127"/>
                <a:gd name="T71" fmla="*/ 19 h 86"/>
                <a:gd name="T72" fmla="*/ 31 w 127"/>
                <a:gd name="T73" fmla="*/ 19 h 8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27"/>
                <a:gd name="T112" fmla="*/ 0 h 86"/>
                <a:gd name="T113" fmla="*/ 127 w 127"/>
                <a:gd name="T114" fmla="*/ 86 h 8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27" h="86">
                  <a:moveTo>
                    <a:pt x="127" y="76"/>
                  </a:moveTo>
                  <a:lnTo>
                    <a:pt x="79" y="86"/>
                  </a:lnTo>
                  <a:lnTo>
                    <a:pt x="59" y="72"/>
                  </a:lnTo>
                  <a:lnTo>
                    <a:pt x="55" y="71"/>
                  </a:lnTo>
                  <a:lnTo>
                    <a:pt x="47" y="69"/>
                  </a:lnTo>
                  <a:lnTo>
                    <a:pt x="36" y="68"/>
                  </a:lnTo>
                  <a:lnTo>
                    <a:pt x="26" y="64"/>
                  </a:lnTo>
                  <a:lnTo>
                    <a:pt x="15" y="56"/>
                  </a:lnTo>
                  <a:lnTo>
                    <a:pt x="10" y="47"/>
                  </a:lnTo>
                  <a:lnTo>
                    <a:pt x="4" y="36"/>
                  </a:lnTo>
                  <a:lnTo>
                    <a:pt x="3" y="28"/>
                  </a:lnTo>
                  <a:lnTo>
                    <a:pt x="0" y="18"/>
                  </a:lnTo>
                  <a:lnTo>
                    <a:pt x="0" y="11"/>
                  </a:lnTo>
                  <a:lnTo>
                    <a:pt x="0" y="7"/>
                  </a:lnTo>
                  <a:lnTo>
                    <a:pt x="1" y="6"/>
                  </a:lnTo>
                  <a:lnTo>
                    <a:pt x="25" y="0"/>
                  </a:lnTo>
                  <a:lnTo>
                    <a:pt x="12" y="18"/>
                  </a:lnTo>
                  <a:lnTo>
                    <a:pt x="14" y="16"/>
                  </a:lnTo>
                  <a:lnTo>
                    <a:pt x="21" y="11"/>
                  </a:lnTo>
                  <a:lnTo>
                    <a:pt x="29" y="5"/>
                  </a:lnTo>
                  <a:lnTo>
                    <a:pt x="41" y="3"/>
                  </a:lnTo>
                  <a:lnTo>
                    <a:pt x="52" y="0"/>
                  </a:lnTo>
                  <a:lnTo>
                    <a:pt x="62" y="3"/>
                  </a:lnTo>
                  <a:lnTo>
                    <a:pt x="66" y="5"/>
                  </a:lnTo>
                  <a:lnTo>
                    <a:pt x="70" y="10"/>
                  </a:lnTo>
                  <a:lnTo>
                    <a:pt x="75" y="14"/>
                  </a:lnTo>
                  <a:lnTo>
                    <a:pt x="77" y="21"/>
                  </a:lnTo>
                  <a:lnTo>
                    <a:pt x="77" y="27"/>
                  </a:lnTo>
                  <a:lnTo>
                    <a:pt x="79" y="34"/>
                  </a:lnTo>
                  <a:lnTo>
                    <a:pt x="79" y="39"/>
                  </a:lnTo>
                  <a:lnTo>
                    <a:pt x="79" y="46"/>
                  </a:lnTo>
                  <a:lnTo>
                    <a:pt x="77" y="57"/>
                  </a:lnTo>
                  <a:lnTo>
                    <a:pt x="77" y="61"/>
                  </a:lnTo>
                  <a:lnTo>
                    <a:pt x="87" y="76"/>
                  </a:lnTo>
                  <a:lnTo>
                    <a:pt x="117" y="65"/>
                  </a:lnTo>
                  <a:lnTo>
                    <a:pt x="127" y="76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7" name="Freeform 98"/>
            <p:cNvSpPr>
              <a:spLocks/>
            </p:cNvSpPr>
            <p:nvPr/>
          </p:nvSpPr>
          <p:spPr bwMode="auto">
            <a:xfrm>
              <a:off x="3662" y="2472"/>
              <a:ext cx="26" cy="39"/>
            </a:xfrm>
            <a:custGeom>
              <a:avLst/>
              <a:gdLst>
                <a:gd name="T0" fmla="*/ 0 w 52"/>
                <a:gd name="T1" fmla="*/ 0 h 77"/>
                <a:gd name="T2" fmla="*/ 7 w 52"/>
                <a:gd name="T3" fmla="*/ 0 h 77"/>
                <a:gd name="T4" fmla="*/ 7 w 52"/>
                <a:gd name="T5" fmla="*/ 1 h 77"/>
                <a:gd name="T6" fmla="*/ 9 w 52"/>
                <a:gd name="T7" fmla="*/ 2 h 77"/>
                <a:gd name="T8" fmla="*/ 11 w 52"/>
                <a:gd name="T9" fmla="*/ 4 h 77"/>
                <a:gd name="T10" fmla="*/ 13 w 52"/>
                <a:gd name="T11" fmla="*/ 7 h 77"/>
                <a:gd name="T12" fmla="*/ 13 w 52"/>
                <a:gd name="T13" fmla="*/ 9 h 77"/>
                <a:gd name="T14" fmla="*/ 13 w 52"/>
                <a:gd name="T15" fmla="*/ 10 h 77"/>
                <a:gd name="T16" fmla="*/ 13 w 52"/>
                <a:gd name="T17" fmla="*/ 12 h 77"/>
                <a:gd name="T18" fmla="*/ 13 w 52"/>
                <a:gd name="T19" fmla="*/ 14 h 77"/>
                <a:gd name="T20" fmla="*/ 12 w 52"/>
                <a:gd name="T21" fmla="*/ 17 h 77"/>
                <a:gd name="T22" fmla="*/ 12 w 52"/>
                <a:gd name="T23" fmla="*/ 18 h 77"/>
                <a:gd name="T24" fmla="*/ 7 w 52"/>
                <a:gd name="T25" fmla="*/ 20 h 77"/>
                <a:gd name="T26" fmla="*/ 3 w 52"/>
                <a:gd name="T27" fmla="*/ 17 h 77"/>
                <a:gd name="T28" fmla="*/ 0 w 52"/>
                <a:gd name="T29" fmla="*/ 0 h 77"/>
                <a:gd name="T30" fmla="*/ 0 w 52"/>
                <a:gd name="T31" fmla="*/ 0 h 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2"/>
                <a:gd name="T49" fmla="*/ 0 h 77"/>
                <a:gd name="T50" fmla="*/ 52 w 52"/>
                <a:gd name="T51" fmla="*/ 77 h 7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2" h="77">
                  <a:moveTo>
                    <a:pt x="0" y="0"/>
                  </a:moveTo>
                  <a:lnTo>
                    <a:pt x="27" y="0"/>
                  </a:lnTo>
                  <a:lnTo>
                    <a:pt x="29" y="1"/>
                  </a:lnTo>
                  <a:lnTo>
                    <a:pt x="36" y="7"/>
                  </a:lnTo>
                  <a:lnTo>
                    <a:pt x="44" y="15"/>
                  </a:lnTo>
                  <a:lnTo>
                    <a:pt x="51" y="26"/>
                  </a:lnTo>
                  <a:lnTo>
                    <a:pt x="51" y="33"/>
                  </a:lnTo>
                  <a:lnTo>
                    <a:pt x="52" y="40"/>
                  </a:lnTo>
                  <a:lnTo>
                    <a:pt x="51" y="47"/>
                  </a:lnTo>
                  <a:lnTo>
                    <a:pt x="49" y="54"/>
                  </a:lnTo>
                  <a:lnTo>
                    <a:pt x="47" y="65"/>
                  </a:lnTo>
                  <a:lnTo>
                    <a:pt x="45" y="69"/>
                  </a:lnTo>
                  <a:lnTo>
                    <a:pt x="27" y="77"/>
                  </a:lnTo>
                  <a:lnTo>
                    <a:pt x="1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8" name="Freeform 99"/>
            <p:cNvSpPr>
              <a:spLocks/>
            </p:cNvSpPr>
            <p:nvPr/>
          </p:nvSpPr>
          <p:spPr bwMode="auto">
            <a:xfrm>
              <a:off x="3629" y="2466"/>
              <a:ext cx="54" cy="47"/>
            </a:xfrm>
            <a:custGeom>
              <a:avLst/>
              <a:gdLst>
                <a:gd name="T0" fmla="*/ 4 w 109"/>
                <a:gd name="T1" fmla="*/ 7 h 94"/>
                <a:gd name="T2" fmla="*/ 0 w 109"/>
                <a:gd name="T3" fmla="*/ 4 h 94"/>
                <a:gd name="T4" fmla="*/ 4 w 109"/>
                <a:gd name="T5" fmla="*/ 0 h 94"/>
                <a:gd name="T6" fmla="*/ 12 w 109"/>
                <a:gd name="T7" fmla="*/ 6 h 94"/>
                <a:gd name="T8" fmla="*/ 17 w 109"/>
                <a:gd name="T9" fmla="*/ 3 h 94"/>
                <a:gd name="T10" fmla="*/ 18 w 109"/>
                <a:gd name="T11" fmla="*/ 3 h 94"/>
                <a:gd name="T12" fmla="*/ 20 w 109"/>
                <a:gd name="T13" fmla="*/ 3 h 94"/>
                <a:gd name="T14" fmla="*/ 22 w 109"/>
                <a:gd name="T15" fmla="*/ 5 h 94"/>
                <a:gd name="T16" fmla="*/ 24 w 109"/>
                <a:gd name="T17" fmla="*/ 6 h 94"/>
                <a:gd name="T18" fmla="*/ 25 w 109"/>
                <a:gd name="T19" fmla="*/ 9 h 94"/>
                <a:gd name="T20" fmla="*/ 26 w 109"/>
                <a:gd name="T21" fmla="*/ 12 h 94"/>
                <a:gd name="T22" fmla="*/ 26 w 109"/>
                <a:gd name="T23" fmla="*/ 13 h 94"/>
                <a:gd name="T24" fmla="*/ 27 w 109"/>
                <a:gd name="T25" fmla="*/ 17 h 94"/>
                <a:gd name="T26" fmla="*/ 26 w 109"/>
                <a:gd name="T27" fmla="*/ 18 h 94"/>
                <a:gd name="T28" fmla="*/ 25 w 109"/>
                <a:gd name="T29" fmla="*/ 19 h 94"/>
                <a:gd name="T30" fmla="*/ 25 w 109"/>
                <a:gd name="T31" fmla="*/ 20 h 94"/>
                <a:gd name="T32" fmla="*/ 25 w 109"/>
                <a:gd name="T33" fmla="*/ 20 h 94"/>
                <a:gd name="T34" fmla="*/ 15 w 109"/>
                <a:gd name="T35" fmla="*/ 24 h 94"/>
                <a:gd name="T36" fmla="*/ 15 w 109"/>
                <a:gd name="T37" fmla="*/ 24 h 94"/>
                <a:gd name="T38" fmla="*/ 14 w 109"/>
                <a:gd name="T39" fmla="*/ 24 h 94"/>
                <a:gd name="T40" fmla="*/ 12 w 109"/>
                <a:gd name="T41" fmla="*/ 23 h 94"/>
                <a:gd name="T42" fmla="*/ 11 w 109"/>
                <a:gd name="T43" fmla="*/ 21 h 94"/>
                <a:gd name="T44" fmla="*/ 9 w 109"/>
                <a:gd name="T45" fmla="*/ 19 h 94"/>
                <a:gd name="T46" fmla="*/ 8 w 109"/>
                <a:gd name="T47" fmla="*/ 17 h 94"/>
                <a:gd name="T48" fmla="*/ 7 w 109"/>
                <a:gd name="T49" fmla="*/ 14 h 94"/>
                <a:gd name="T50" fmla="*/ 6 w 109"/>
                <a:gd name="T51" fmla="*/ 12 h 94"/>
                <a:gd name="T52" fmla="*/ 5 w 109"/>
                <a:gd name="T53" fmla="*/ 10 h 94"/>
                <a:gd name="T54" fmla="*/ 4 w 109"/>
                <a:gd name="T55" fmla="*/ 9 h 94"/>
                <a:gd name="T56" fmla="*/ 4 w 109"/>
                <a:gd name="T57" fmla="*/ 7 h 94"/>
                <a:gd name="T58" fmla="*/ 4 w 109"/>
                <a:gd name="T59" fmla="*/ 7 h 94"/>
                <a:gd name="T60" fmla="*/ 4 w 109"/>
                <a:gd name="T61" fmla="*/ 7 h 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09"/>
                <a:gd name="T94" fmla="*/ 0 h 94"/>
                <a:gd name="T95" fmla="*/ 109 w 109"/>
                <a:gd name="T96" fmla="*/ 94 h 94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09" h="94">
                  <a:moveTo>
                    <a:pt x="16" y="28"/>
                  </a:moveTo>
                  <a:lnTo>
                    <a:pt x="0" y="16"/>
                  </a:lnTo>
                  <a:lnTo>
                    <a:pt x="16" y="0"/>
                  </a:lnTo>
                  <a:lnTo>
                    <a:pt x="48" y="25"/>
                  </a:lnTo>
                  <a:lnTo>
                    <a:pt x="70" y="13"/>
                  </a:lnTo>
                  <a:lnTo>
                    <a:pt x="73" y="13"/>
                  </a:lnTo>
                  <a:lnTo>
                    <a:pt x="80" y="14"/>
                  </a:lnTo>
                  <a:lnTo>
                    <a:pt x="88" y="18"/>
                  </a:lnTo>
                  <a:lnTo>
                    <a:pt x="96" y="25"/>
                  </a:lnTo>
                  <a:lnTo>
                    <a:pt x="102" y="35"/>
                  </a:lnTo>
                  <a:lnTo>
                    <a:pt x="106" y="46"/>
                  </a:lnTo>
                  <a:lnTo>
                    <a:pt x="107" y="54"/>
                  </a:lnTo>
                  <a:lnTo>
                    <a:pt x="109" y="65"/>
                  </a:lnTo>
                  <a:lnTo>
                    <a:pt x="106" y="71"/>
                  </a:lnTo>
                  <a:lnTo>
                    <a:pt x="103" y="76"/>
                  </a:lnTo>
                  <a:lnTo>
                    <a:pt x="102" y="79"/>
                  </a:lnTo>
                  <a:lnTo>
                    <a:pt x="102" y="80"/>
                  </a:lnTo>
                  <a:lnTo>
                    <a:pt x="62" y="94"/>
                  </a:lnTo>
                  <a:lnTo>
                    <a:pt x="60" y="94"/>
                  </a:lnTo>
                  <a:lnTo>
                    <a:pt x="56" y="94"/>
                  </a:lnTo>
                  <a:lnTo>
                    <a:pt x="51" y="90"/>
                  </a:lnTo>
                  <a:lnTo>
                    <a:pt x="44" y="82"/>
                  </a:lnTo>
                  <a:lnTo>
                    <a:pt x="37" y="74"/>
                  </a:lnTo>
                  <a:lnTo>
                    <a:pt x="34" y="67"/>
                  </a:lnTo>
                  <a:lnTo>
                    <a:pt x="29" y="57"/>
                  </a:lnTo>
                  <a:lnTo>
                    <a:pt x="24" y="49"/>
                  </a:lnTo>
                  <a:lnTo>
                    <a:pt x="20" y="39"/>
                  </a:lnTo>
                  <a:lnTo>
                    <a:pt x="19" y="34"/>
                  </a:lnTo>
                  <a:lnTo>
                    <a:pt x="16" y="29"/>
                  </a:lnTo>
                  <a:lnTo>
                    <a:pt x="16" y="2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9" name="Freeform 100"/>
            <p:cNvSpPr>
              <a:spLocks/>
            </p:cNvSpPr>
            <p:nvPr/>
          </p:nvSpPr>
          <p:spPr bwMode="auto">
            <a:xfrm>
              <a:off x="3586" y="2444"/>
              <a:ext cx="67" cy="62"/>
            </a:xfrm>
            <a:custGeom>
              <a:avLst/>
              <a:gdLst>
                <a:gd name="T0" fmla="*/ 7 w 134"/>
                <a:gd name="T1" fmla="*/ 0 h 122"/>
                <a:gd name="T2" fmla="*/ 6 w 134"/>
                <a:gd name="T3" fmla="*/ 1 h 122"/>
                <a:gd name="T4" fmla="*/ 4 w 134"/>
                <a:gd name="T5" fmla="*/ 2 h 122"/>
                <a:gd name="T6" fmla="*/ 2 w 134"/>
                <a:gd name="T7" fmla="*/ 4 h 122"/>
                <a:gd name="T8" fmla="*/ 1 w 134"/>
                <a:gd name="T9" fmla="*/ 6 h 122"/>
                <a:gd name="T10" fmla="*/ 0 w 134"/>
                <a:gd name="T11" fmla="*/ 8 h 122"/>
                <a:gd name="T12" fmla="*/ 0 w 134"/>
                <a:gd name="T13" fmla="*/ 11 h 122"/>
                <a:gd name="T14" fmla="*/ 0 w 134"/>
                <a:gd name="T15" fmla="*/ 12 h 122"/>
                <a:gd name="T16" fmla="*/ 1 w 134"/>
                <a:gd name="T17" fmla="*/ 13 h 122"/>
                <a:gd name="T18" fmla="*/ 18 w 134"/>
                <a:gd name="T19" fmla="*/ 18 h 122"/>
                <a:gd name="T20" fmla="*/ 22 w 134"/>
                <a:gd name="T21" fmla="*/ 32 h 122"/>
                <a:gd name="T22" fmla="*/ 33 w 134"/>
                <a:gd name="T23" fmla="*/ 30 h 122"/>
                <a:gd name="T24" fmla="*/ 26 w 134"/>
                <a:gd name="T25" fmla="*/ 20 h 122"/>
                <a:gd name="T26" fmla="*/ 34 w 134"/>
                <a:gd name="T27" fmla="*/ 17 h 122"/>
                <a:gd name="T28" fmla="*/ 29 w 134"/>
                <a:gd name="T29" fmla="*/ 16 h 122"/>
                <a:gd name="T30" fmla="*/ 23 w 134"/>
                <a:gd name="T31" fmla="*/ 15 h 122"/>
                <a:gd name="T32" fmla="*/ 7 w 134"/>
                <a:gd name="T33" fmla="*/ 0 h 122"/>
                <a:gd name="T34" fmla="*/ 7 w 134"/>
                <a:gd name="T35" fmla="*/ 0 h 1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34"/>
                <a:gd name="T55" fmla="*/ 0 h 122"/>
                <a:gd name="T56" fmla="*/ 134 w 134"/>
                <a:gd name="T57" fmla="*/ 122 h 1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34" h="122">
                  <a:moveTo>
                    <a:pt x="29" y="0"/>
                  </a:moveTo>
                  <a:lnTo>
                    <a:pt x="25" y="1"/>
                  </a:lnTo>
                  <a:lnTo>
                    <a:pt x="18" y="7"/>
                  </a:lnTo>
                  <a:lnTo>
                    <a:pt x="10" y="15"/>
                  </a:lnTo>
                  <a:lnTo>
                    <a:pt x="3" y="23"/>
                  </a:lnTo>
                  <a:lnTo>
                    <a:pt x="0" y="31"/>
                  </a:lnTo>
                  <a:lnTo>
                    <a:pt x="0" y="41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75" y="71"/>
                  </a:lnTo>
                  <a:lnTo>
                    <a:pt x="91" y="122"/>
                  </a:lnTo>
                  <a:lnTo>
                    <a:pt x="130" y="117"/>
                  </a:lnTo>
                  <a:lnTo>
                    <a:pt x="106" y="78"/>
                  </a:lnTo>
                  <a:lnTo>
                    <a:pt x="134" y="66"/>
                  </a:lnTo>
                  <a:lnTo>
                    <a:pt x="119" y="62"/>
                  </a:lnTo>
                  <a:lnTo>
                    <a:pt x="95" y="5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0" name="Freeform 101"/>
            <p:cNvSpPr>
              <a:spLocks/>
            </p:cNvSpPr>
            <p:nvPr/>
          </p:nvSpPr>
          <p:spPr bwMode="auto">
            <a:xfrm>
              <a:off x="3644" y="2477"/>
              <a:ext cx="22" cy="36"/>
            </a:xfrm>
            <a:custGeom>
              <a:avLst/>
              <a:gdLst>
                <a:gd name="T0" fmla="*/ 2 w 44"/>
                <a:gd name="T1" fmla="*/ 1 h 70"/>
                <a:gd name="T2" fmla="*/ 3 w 44"/>
                <a:gd name="T3" fmla="*/ 1 h 70"/>
                <a:gd name="T4" fmla="*/ 3 w 44"/>
                <a:gd name="T5" fmla="*/ 0 h 70"/>
                <a:gd name="T6" fmla="*/ 6 w 44"/>
                <a:gd name="T7" fmla="*/ 0 h 70"/>
                <a:gd name="T8" fmla="*/ 7 w 44"/>
                <a:gd name="T9" fmla="*/ 1 h 70"/>
                <a:gd name="T10" fmla="*/ 9 w 44"/>
                <a:gd name="T11" fmla="*/ 3 h 70"/>
                <a:gd name="T12" fmla="*/ 10 w 44"/>
                <a:gd name="T13" fmla="*/ 5 h 70"/>
                <a:gd name="T14" fmla="*/ 11 w 44"/>
                <a:gd name="T15" fmla="*/ 8 h 70"/>
                <a:gd name="T16" fmla="*/ 11 w 44"/>
                <a:gd name="T17" fmla="*/ 11 h 70"/>
                <a:gd name="T18" fmla="*/ 11 w 44"/>
                <a:gd name="T19" fmla="*/ 13 h 70"/>
                <a:gd name="T20" fmla="*/ 11 w 44"/>
                <a:gd name="T21" fmla="*/ 14 h 70"/>
                <a:gd name="T22" fmla="*/ 10 w 44"/>
                <a:gd name="T23" fmla="*/ 16 h 70"/>
                <a:gd name="T24" fmla="*/ 10 w 44"/>
                <a:gd name="T25" fmla="*/ 17 h 70"/>
                <a:gd name="T26" fmla="*/ 8 w 44"/>
                <a:gd name="T27" fmla="*/ 17 h 70"/>
                <a:gd name="T28" fmla="*/ 6 w 44"/>
                <a:gd name="T29" fmla="*/ 18 h 70"/>
                <a:gd name="T30" fmla="*/ 6 w 44"/>
                <a:gd name="T31" fmla="*/ 18 h 70"/>
                <a:gd name="T32" fmla="*/ 6 w 44"/>
                <a:gd name="T33" fmla="*/ 19 h 70"/>
                <a:gd name="T34" fmla="*/ 0 w 44"/>
                <a:gd name="T35" fmla="*/ 12 h 70"/>
                <a:gd name="T36" fmla="*/ 0 w 44"/>
                <a:gd name="T37" fmla="*/ 7 h 70"/>
                <a:gd name="T38" fmla="*/ 2 w 44"/>
                <a:gd name="T39" fmla="*/ 1 h 70"/>
                <a:gd name="T40" fmla="*/ 2 w 44"/>
                <a:gd name="T41" fmla="*/ 1 h 7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70"/>
                <a:gd name="T65" fmla="*/ 44 w 44"/>
                <a:gd name="T66" fmla="*/ 70 h 7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70">
                  <a:moveTo>
                    <a:pt x="8" y="4"/>
                  </a:moveTo>
                  <a:lnTo>
                    <a:pt x="10" y="1"/>
                  </a:lnTo>
                  <a:lnTo>
                    <a:pt x="15" y="0"/>
                  </a:lnTo>
                  <a:lnTo>
                    <a:pt x="22" y="0"/>
                  </a:lnTo>
                  <a:lnTo>
                    <a:pt x="29" y="4"/>
                  </a:lnTo>
                  <a:lnTo>
                    <a:pt x="33" y="10"/>
                  </a:lnTo>
                  <a:lnTo>
                    <a:pt x="39" y="19"/>
                  </a:lnTo>
                  <a:lnTo>
                    <a:pt x="41" y="30"/>
                  </a:lnTo>
                  <a:lnTo>
                    <a:pt x="44" y="41"/>
                  </a:lnTo>
                  <a:lnTo>
                    <a:pt x="44" y="48"/>
                  </a:lnTo>
                  <a:lnTo>
                    <a:pt x="43" y="55"/>
                  </a:lnTo>
                  <a:lnTo>
                    <a:pt x="40" y="61"/>
                  </a:lnTo>
                  <a:lnTo>
                    <a:pt x="37" y="65"/>
                  </a:lnTo>
                  <a:lnTo>
                    <a:pt x="32" y="66"/>
                  </a:lnTo>
                  <a:lnTo>
                    <a:pt x="26" y="69"/>
                  </a:lnTo>
                  <a:lnTo>
                    <a:pt x="22" y="69"/>
                  </a:lnTo>
                  <a:lnTo>
                    <a:pt x="21" y="70"/>
                  </a:lnTo>
                  <a:lnTo>
                    <a:pt x="0" y="47"/>
                  </a:lnTo>
                  <a:lnTo>
                    <a:pt x="0" y="28"/>
                  </a:lnTo>
                  <a:lnTo>
                    <a:pt x="8" y="4"/>
                  </a:lnTo>
                  <a:close/>
                </a:path>
              </a:pathLst>
            </a:custGeom>
            <a:solidFill>
              <a:srgbClr val="D9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1" name="Freeform 102"/>
            <p:cNvSpPr>
              <a:spLocks/>
            </p:cNvSpPr>
            <p:nvPr/>
          </p:nvSpPr>
          <p:spPr bwMode="auto">
            <a:xfrm>
              <a:off x="3687" y="2399"/>
              <a:ext cx="113" cy="110"/>
            </a:xfrm>
            <a:custGeom>
              <a:avLst/>
              <a:gdLst>
                <a:gd name="T0" fmla="*/ 56 w 227"/>
                <a:gd name="T1" fmla="*/ 52 h 220"/>
                <a:gd name="T2" fmla="*/ 37 w 227"/>
                <a:gd name="T3" fmla="*/ 55 h 220"/>
                <a:gd name="T4" fmla="*/ 0 w 227"/>
                <a:gd name="T5" fmla="*/ 20 h 220"/>
                <a:gd name="T6" fmla="*/ 51 w 227"/>
                <a:gd name="T7" fmla="*/ 0 h 220"/>
                <a:gd name="T8" fmla="*/ 56 w 227"/>
                <a:gd name="T9" fmla="*/ 52 h 220"/>
                <a:gd name="T10" fmla="*/ 56 w 227"/>
                <a:gd name="T11" fmla="*/ 52 h 2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7"/>
                <a:gd name="T19" fmla="*/ 0 h 220"/>
                <a:gd name="T20" fmla="*/ 227 w 227"/>
                <a:gd name="T21" fmla="*/ 220 h 2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7" h="220">
                  <a:moveTo>
                    <a:pt x="227" y="208"/>
                  </a:moveTo>
                  <a:lnTo>
                    <a:pt x="149" y="220"/>
                  </a:lnTo>
                  <a:lnTo>
                    <a:pt x="0" y="77"/>
                  </a:lnTo>
                  <a:lnTo>
                    <a:pt x="207" y="0"/>
                  </a:lnTo>
                  <a:lnTo>
                    <a:pt x="227" y="208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2" name="Freeform 103"/>
            <p:cNvSpPr>
              <a:spLocks/>
            </p:cNvSpPr>
            <p:nvPr/>
          </p:nvSpPr>
          <p:spPr bwMode="auto">
            <a:xfrm>
              <a:off x="3743" y="2349"/>
              <a:ext cx="153" cy="109"/>
            </a:xfrm>
            <a:custGeom>
              <a:avLst/>
              <a:gdLst>
                <a:gd name="T0" fmla="*/ 0 w 306"/>
                <a:gd name="T1" fmla="*/ 18 h 218"/>
                <a:gd name="T2" fmla="*/ 45 w 306"/>
                <a:gd name="T3" fmla="*/ 0 h 218"/>
                <a:gd name="T4" fmla="*/ 77 w 306"/>
                <a:gd name="T5" fmla="*/ 25 h 218"/>
                <a:gd name="T6" fmla="*/ 28 w 306"/>
                <a:gd name="T7" fmla="*/ 55 h 218"/>
                <a:gd name="T8" fmla="*/ 0 w 306"/>
                <a:gd name="T9" fmla="*/ 18 h 218"/>
                <a:gd name="T10" fmla="*/ 0 w 306"/>
                <a:gd name="T11" fmla="*/ 18 h 2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6"/>
                <a:gd name="T19" fmla="*/ 0 h 218"/>
                <a:gd name="T20" fmla="*/ 306 w 306"/>
                <a:gd name="T21" fmla="*/ 218 h 2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6" h="218">
                  <a:moveTo>
                    <a:pt x="0" y="71"/>
                  </a:moveTo>
                  <a:lnTo>
                    <a:pt x="180" y="0"/>
                  </a:lnTo>
                  <a:lnTo>
                    <a:pt x="306" y="97"/>
                  </a:lnTo>
                  <a:lnTo>
                    <a:pt x="115" y="218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F2CC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3" name="Freeform 104"/>
            <p:cNvSpPr>
              <a:spLocks/>
            </p:cNvSpPr>
            <p:nvPr/>
          </p:nvSpPr>
          <p:spPr bwMode="auto">
            <a:xfrm>
              <a:off x="3802" y="2395"/>
              <a:ext cx="99" cy="111"/>
            </a:xfrm>
            <a:custGeom>
              <a:avLst/>
              <a:gdLst>
                <a:gd name="T0" fmla="*/ 1 w 197"/>
                <a:gd name="T1" fmla="*/ 24 h 222"/>
                <a:gd name="T2" fmla="*/ 50 w 197"/>
                <a:gd name="T3" fmla="*/ 0 h 222"/>
                <a:gd name="T4" fmla="*/ 45 w 197"/>
                <a:gd name="T5" fmla="*/ 34 h 222"/>
                <a:gd name="T6" fmla="*/ 0 w 197"/>
                <a:gd name="T7" fmla="*/ 56 h 222"/>
                <a:gd name="T8" fmla="*/ 1 w 197"/>
                <a:gd name="T9" fmla="*/ 24 h 222"/>
                <a:gd name="T10" fmla="*/ 1 w 197"/>
                <a:gd name="T11" fmla="*/ 24 h 2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7"/>
                <a:gd name="T19" fmla="*/ 0 h 222"/>
                <a:gd name="T20" fmla="*/ 197 w 197"/>
                <a:gd name="T21" fmla="*/ 222 h 22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7" h="222">
                  <a:moveTo>
                    <a:pt x="3" y="93"/>
                  </a:moveTo>
                  <a:lnTo>
                    <a:pt x="197" y="0"/>
                  </a:lnTo>
                  <a:lnTo>
                    <a:pt x="179" y="134"/>
                  </a:lnTo>
                  <a:lnTo>
                    <a:pt x="0" y="222"/>
                  </a:lnTo>
                  <a:lnTo>
                    <a:pt x="3" y="93"/>
                  </a:lnTo>
                  <a:close/>
                </a:path>
              </a:pathLst>
            </a:custGeom>
            <a:solidFill>
              <a:srgbClr val="E6B3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4" name="Freeform 105"/>
            <p:cNvSpPr>
              <a:spLocks/>
            </p:cNvSpPr>
            <p:nvPr/>
          </p:nvSpPr>
          <p:spPr bwMode="auto">
            <a:xfrm>
              <a:off x="3741" y="2383"/>
              <a:ext cx="66" cy="125"/>
            </a:xfrm>
            <a:custGeom>
              <a:avLst/>
              <a:gdLst>
                <a:gd name="T0" fmla="*/ 0 w 132"/>
                <a:gd name="T1" fmla="*/ 0 h 250"/>
                <a:gd name="T2" fmla="*/ 33 w 132"/>
                <a:gd name="T3" fmla="*/ 29 h 250"/>
                <a:gd name="T4" fmla="*/ 31 w 132"/>
                <a:gd name="T5" fmla="*/ 63 h 250"/>
                <a:gd name="T6" fmla="*/ 1 w 132"/>
                <a:gd name="T7" fmla="*/ 32 h 250"/>
                <a:gd name="T8" fmla="*/ 0 w 132"/>
                <a:gd name="T9" fmla="*/ 0 h 250"/>
                <a:gd name="T10" fmla="*/ 0 w 132"/>
                <a:gd name="T11" fmla="*/ 0 h 2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2"/>
                <a:gd name="T19" fmla="*/ 0 h 250"/>
                <a:gd name="T20" fmla="*/ 132 w 132"/>
                <a:gd name="T21" fmla="*/ 250 h 2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2" h="250">
                  <a:moveTo>
                    <a:pt x="0" y="0"/>
                  </a:moveTo>
                  <a:lnTo>
                    <a:pt x="132" y="116"/>
                  </a:lnTo>
                  <a:lnTo>
                    <a:pt x="127" y="250"/>
                  </a:lnTo>
                  <a:lnTo>
                    <a:pt x="4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0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5" name="Freeform 106"/>
            <p:cNvSpPr>
              <a:spLocks/>
            </p:cNvSpPr>
            <p:nvPr/>
          </p:nvSpPr>
          <p:spPr bwMode="auto">
            <a:xfrm>
              <a:off x="3781" y="2360"/>
              <a:ext cx="82" cy="114"/>
            </a:xfrm>
            <a:custGeom>
              <a:avLst/>
              <a:gdLst>
                <a:gd name="T0" fmla="*/ 0 w 163"/>
                <a:gd name="T1" fmla="*/ 5 h 228"/>
                <a:gd name="T2" fmla="*/ 31 w 163"/>
                <a:gd name="T3" fmla="*/ 31 h 228"/>
                <a:gd name="T4" fmla="*/ 30 w 163"/>
                <a:gd name="T5" fmla="*/ 57 h 228"/>
                <a:gd name="T6" fmla="*/ 39 w 163"/>
                <a:gd name="T7" fmla="*/ 53 h 228"/>
                <a:gd name="T8" fmla="*/ 41 w 163"/>
                <a:gd name="T9" fmla="*/ 27 h 228"/>
                <a:gd name="T10" fmla="*/ 8 w 163"/>
                <a:gd name="T11" fmla="*/ 0 h 228"/>
                <a:gd name="T12" fmla="*/ 0 w 163"/>
                <a:gd name="T13" fmla="*/ 5 h 228"/>
                <a:gd name="T14" fmla="*/ 0 w 163"/>
                <a:gd name="T15" fmla="*/ 5 h 2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3"/>
                <a:gd name="T25" fmla="*/ 0 h 228"/>
                <a:gd name="T26" fmla="*/ 163 w 163"/>
                <a:gd name="T27" fmla="*/ 228 h 22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3" h="228">
                  <a:moveTo>
                    <a:pt x="0" y="17"/>
                  </a:moveTo>
                  <a:lnTo>
                    <a:pt x="123" y="126"/>
                  </a:lnTo>
                  <a:lnTo>
                    <a:pt x="119" y="228"/>
                  </a:lnTo>
                  <a:lnTo>
                    <a:pt x="154" y="209"/>
                  </a:lnTo>
                  <a:lnTo>
                    <a:pt x="163" y="108"/>
                  </a:lnTo>
                  <a:lnTo>
                    <a:pt x="31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rgbClr val="A67A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6" name="Freeform 107"/>
            <p:cNvSpPr>
              <a:spLocks/>
            </p:cNvSpPr>
            <p:nvPr/>
          </p:nvSpPr>
          <p:spPr bwMode="auto">
            <a:xfrm>
              <a:off x="3762" y="2368"/>
              <a:ext cx="108" cy="80"/>
            </a:xfrm>
            <a:custGeom>
              <a:avLst/>
              <a:gdLst>
                <a:gd name="T0" fmla="*/ 8 w 216"/>
                <a:gd name="T1" fmla="*/ 40 h 160"/>
                <a:gd name="T2" fmla="*/ 7 w 216"/>
                <a:gd name="T3" fmla="*/ 23 h 160"/>
                <a:gd name="T4" fmla="*/ 54 w 216"/>
                <a:gd name="T5" fmla="*/ 4 h 160"/>
                <a:gd name="T6" fmla="*/ 49 w 216"/>
                <a:gd name="T7" fmla="*/ 0 h 160"/>
                <a:gd name="T8" fmla="*/ 0 w 216"/>
                <a:gd name="T9" fmla="*/ 17 h 160"/>
                <a:gd name="T10" fmla="*/ 1 w 216"/>
                <a:gd name="T11" fmla="*/ 34 h 160"/>
                <a:gd name="T12" fmla="*/ 8 w 216"/>
                <a:gd name="T13" fmla="*/ 40 h 160"/>
                <a:gd name="T14" fmla="*/ 8 w 216"/>
                <a:gd name="T15" fmla="*/ 40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"/>
                <a:gd name="T25" fmla="*/ 0 h 160"/>
                <a:gd name="T26" fmla="*/ 216 w 216"/>
                <a:gd name="T27" fmla="*/ 160 h 16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" h="160">
                  <a:moveTo>
                    <a:pt x="32" y="160"/>
                  </a:moveTo>
                  <a:lnTo>
                    <a:pt x="29" y="92"/>
                  </a:lnTo>
                  <a:lnTo>
                    <a:pt x="216" y="16"/>
                  </a:lnTo>
                  <a:lnTo>
                    <a:pt x="194" y="0"/>
                  </a:lnTo>
                  <a:lnTo>
                    <a:pt x="0" y="67"/>
                  </a:lnTo>
                  <a:lnTo>
                    <a:pt x="3" y="134"/>
                  </a:lnTo>
                  <a:lnTo>
                    <a:pt x="32" y="160"/>
                  </a:lnTo>
                  <a:close/>
                </a:path>
              </a:pathLst>
            </a:custGeom>
            <a:solidFill>
              <a:srgbClr val="A67A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7" name="Freeform 108"/>
            <p:cNvSpPr>
              <a:spLocks/>
            </p:cNvSpPr>
            <p:nvPr/>
          </p:nvSpPr>
          <p:spPr bwMode="auto">
            <a:xfrm>
              <a:off x="3761" y="2400"/>
              <a:ext cx="17" cy="45"/>
            </a:xfrm>
            <a:custGeom>
              <a:avLst/>
              <a:gdLst>
                <a:gd name="T0" fmla="*/ 0 w 34"/>
                <a:gd name="T1" fmla="*/ 0 h 90"/>
                <a:gd name="T2" fmla="*/ 7 w 34"/>
                <a:gd name="T3" fmla="*/ 7 h 90"/>
                <a:gd name="T4" fmla="*/ 9 w 34"/>
                <a:gd name="T5" fmla="*/ 23 h 90"/>
                <a:gd name="T6" fmla="*/ 0 w 34"/>
                <a:gd name="T7" fmla="*/ 17 h 90"/>
                <a:gd name="T8" fmla="*/ 0 w 34"/>
                <a:gd name="T9" fmla="*/ 0 h 90"/>
                <a:gd name="T10" fmla="*/ 0 w 34"/>
                <a:gd name="T11" fmla="*/ 0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"/>
                <a:gd name="T19" fmla="*/ 0 h 90"/>
                <a:gd name="T20" fmla="*/ 34 w 34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" h="90">
                  <a:moveTo>
                    <a:pt x="0" y="0"/>
                  </a:moveTo>
                  <a:lnTo>
                    <a:pt x="31" y="28"/>
                  </a:lnTo>
                  <a:lnTo>
                    <a:pt x="34" y="90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4D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8" name="Freeform 109"/>
            <p:cNvSpPr>
              <a:spLocks/>
            </p:cNvSpPr>
            <p:nvPr/>
          </p:nvSpPr>
          <p:spPr bwMode="auto">
            <a:xfrm>
              <a:off x="2873" y="2728"/>
              <a:ext cx="350" cy="183"/>
            </a:xfrm>
            <a:custGeom>
              <a:avLst/>
              <a:gdLst>
                <a:gd name="T0" fmla="*/ 111 w 701"/>
                <a:gd name="T1" fmla="*/ 90 h 366"/>
                <a:gd name="T2" fmla="*/ 78 w 701"/>
                <a:gd name="T3" fmla="*/ 81 h 366"/>
                <a:gd name="T4" fmla="*/ 70 w 701"/>
                <a:gd name="T5" fmla="*/ 92 h 366"/>
                <a:gd name="T6" fmla="*/ 35 w 701"/>
                <a:gd name="T7" fmla="*/ 48 h 366"/>
                <a:gd name="T8" fmla="*/ 17 w 701"/>
                <a:gd name="T9" fmla="*/ 49 h 366"/>
                <a:gd name="T10" fmla="*/ 0 w 701"/>
                <a:gd name="T11" fmla="*/ 20 h 366"/>
                <a:gd name="T12" fmla="*/ 31 w 701"/>
                <a:gd name="T13" fmla="*/ 3 h 366"/>
                <a:gd name="T14" fmla="*/ 36 w 701"/>
                <a:gd name="T15" fmla="*/ 37 h 366"/>
                <a:gd name="T16" fmla="*/ 49 w 701"/>
                <a:gd name="T17" fmla="*/ 37 h 366"/>
                <a:gd name="T18" fmla="*/ 51 w 701"/>
                <a:gd name="T19" fmla="*/ 15 h 366"/>
                <a:gd name="T20" fmla="*/ 114 w 701"/>
                <a:gd name="T21" fmla="*/ 0 h 366"/>
                <a:gd name="T22" fmla="*/ 158 w 701"/>
                <a:gd name="T23" fmla="*/ 12 h 366"/>
                <a:gd name="T24" fmla="*/ 175 w 701"/>
                <a:gd name="T25" fmla="*/ 37 h 366"/>
                <a:gd name="T26" fmla="*/ 143 w 701"/>
                <a:gd name="T27" fmla="*/ 43 h 366"/>
                <a:gd name="T28" fmla="*/ 111 w 701"/>
                <a:gd name="T29" fmla="*/ 90 h 366"/>
                <a:gd name="T30" fmla="*/ 111 w 701"/>
                <a:gd name="T31" fmla="*/ 90 h 36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701"/>
                <a:gd name="T49" fmla="*/ 0 h 366"/>
                <a:gd name="T50" fmla="*/ 701 w 701"/>
                <a:gd name="T51" fmla="*/ 366 h 36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701" h="366">
                  <a:moveTo>
                    <a:pt x="445" y="357"/>
                  </a:moveTo>
                  <a:lnTo>
                    <a:pt x="314" y="323"/>
                  </a:lnTo>
                  <a:lnTo>
                    <a:pt x="280" y="366"/>
                  </a:lnTo>
                  <a:lnTo>
                    <a:pt x="141" y="194"/>
                  </a:lnTo>
                  <a:lnTo>
                    <a:pt x="70" y="197"/>
                  </a:lnTo>
                  <a:lnTo>
                    <a:pt x="0" y="79"/>
                  </a:lnTo>
                  <a:lnTo>
                    <a:pt x="124" y="14"/>
                  </a:lnTo>
                  <a:lnTo>
                    <a:pt x="147" y="145"/>
                  </a:lnTo>
                  <a:lnTo>
                    <a:pt x="197" y="148"/>
                  </a:lnTo>
                  <a:lnTo>
                    <a:pt x="205" y="62"/>
                  </a:lnTo>
                  <a:lnTo>
                    <a:pt x="459" y="0"/>
                  </a:lnTo>
                  <a:lnTo>
                    <a:pt x="633" y="51"/>
                  </a:lnTo>
                  <a:lnTo>
                    <a:pt x="701" y="148"/>
                  </a:lnTo>
                  <a:lnTo>
                    <a:pt x="572" y="170"/>
                  </a:lnTo>
                  <a:lnTo>
                    <a:pt x="445" y="357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9" name="Freeform 110"/>
            <p:cNvSpPr>
              <a:spLocks/>
            </p:cNvSpPr>
            <p:nvPr/>
          </p:nvSpPr>
          <p:spPr bwMode="auto">
            <a:xfrm>
              <a:off x="3021" y="2713"/>
              <a:ext cx="168" cy="194"/>
            </a:xfrm>
            <a:custGeom>
              <a:avLst/>
              <a:gdLst>
                <a:gd name="T0" fmla="*/ 0 w 338"/>
                <a:gd name="T1" fmla="*/ 21 h 388"/>
                <a:gd name="T2" fmla="*/ 41 w 338"/>
                <a:gd name="T3" fmla="*/ 0 h 388"/>
                <a:gd name="T4" fmla="*/ 84 w 338"/>
                <a:gd name="T5" fmla="*/ 31 h 388"/>
                <a:gd name="T6" fmla="*/ 81 w 338"/>
                <a:gd name="T7" fmla="*/ 69 h 388"/>
                <a:gd name="T8" fmla="*/ 36 w 338"/>
                <a:gd name="T9" fmla="*/ 97 h 388"/>
                <a:gd name="T10" fmla="*/ 0 w 338"/>
                <a:gd name="T11" fmla="*/ 21 h 388"/>
                <a:gd name="T12" fmla="*/ 0 w 338"/>
                <a:gd name="T13" fmla="*/ 21 h 3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8"/>
                <a:gd name="T22" fmla="*/ 0 h 388"/>
                <a:gd name="T23" fmla="*/ 338 w 338"/>
                <a:gd name="T24" fmla="*/ 388 h 38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8" h="388">
                  <a:moveTo>
                    <a:pt x="0" y="81"/>
                  </a:moveTo>
                  <a:lnTo>
                    <a:pt x="166" y="0"/>
                  </a:lnTo>
                  <a:lnTo>
                    <a:pt x="338" y="127"/>
                  </a:lnTo>
                  <a:lnTo>
                    <a:pt x="328" y="275"/>
                  </a:lnTo>
                  <a:lnTo>
                    <a:pt x="146" y="388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E6B3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0" name="Freeform 111"/>
            <p:cNvSpPr>
              <a:spLocks/>
            </p:cNvSpPr>
            <p:nvPr/>
          </p:nvSpPr>
          <p:spPr bwMode="auto">
            <a:xfrm>
              <a:off x="3046" y="2713"/>
              <a:ext cx="139" cy="121"/>
            </a:xfrm>
            <a:custGeom>
              <a:avLst/>
              <a:gdLst>
                <a:gd name="T0" fmla="*/ 27 w 277"/>
                <a:gd name="T1" fmla="*/ 0 h 241"/>
                <a:gd name="T2" fmla="*/ 17 w 277"/>
                <a:gd name="T3" fmla="*/ 34 h 241"/>
                <a:gd name="T4" fmla="*/ 0 w 277"/>
                <a:gd name="T5" fmla="*/ 45 h 241"/>
                <a:gd name="T6" fmla="*/ 27 w 277"/>
                <a:gd name="T7" fmla="*/ 61 h 241"/>
                <a:gd name="T8" fmla="*/ 70 w 277"/>
                <a:gd name="T9" fmla="*/ 36 h 241"/>
                <a:gd name="T10" fmla="*/ 27 w 277"/>
                <a:gd name="T11" fmla="*/ 0 h 241"/>
                <a:gd name="T12" fmla="*/ 27 w 277"/>
                <a:gd name="T13" fmla="*/ 0 h 2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7"/>
                <a:gd name="T22" fmla="*/ 0 h 241"/>
                <a:gd name="T23" fmla="*/ 277 w 277"/>
                <a:gd name="T24" fmla="*/ 241 h 2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7" h="241">
                  <a:moveTo>
                    <a:pt x="108" y="0"/>
                  </a:moveTo>
                  <a:lnTo>
                    <a:pt x="68" y="134"/>
                  </a:lnTo>
                  <a:lnTo>
                    <a:pt x="0" y="177"/>
                  </a:lnTo>
                  <a:lnTo>
                    <a:pt x="105" y="241"/>
                  </a:lnTo>
                  <a:lnTo>
                    <a:pt x="277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8C5E2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1" name="Freeform 112"/>
            <p:cNvSpPr>
              <a:spLocks/>
            </p:cNvSpPr>
            <p:nvPr/>
          </p:nvSpPr>
          <p:spPr bwMode="auto">
            <a:xfrm>
              <a:off x="3016" y="2805"/>
              <a:ext cx="87" cy="100"/>
            </a:xfrm>
            <a:custGeom>
              <a:avLst/>
              <a:gdLst>
                <a:gd name="T0" fmla="*/ 2 w 176"/>
                <a:gd name="T1" fmla="*/ 0 h 201"/>
                <a:gd name="T2" fmla="*/ 26 w 176"/>
                <a:gd name="T3" fmla="*/ 23 h 201"/>
                <a:gd name="T4" fmla="*/ 43 w 176"/>
                <a:gd name="T5" fmla="*/ 11 h 201"/>
                <a:gd name="T6" fmla="*/ 39 w 176"/>
                <a:gd name="T7" fmla="*/ 50 h 201"/>
                <a:gd name="T8" fmla="*/ 0 w 176"/>
                <a:gd name="T9" fmla="*/ 14 h 201"/>
                <a:gd name="T10" fmla="*/ 2 w 176"/>
                <a:gd name="T11" fmla="*/ 0 h 201"/>
                <a:gd name="T12" fmla="*/ 2 w 176"/>
                <a:gd name="T13" fmla="*/ 0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201"/>
                <a:gd name="T23" fmla="*/ 176 w 176"/>
                <a:gd name="T24" fmla="*/ 201 h 20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201">
                  <a:moveTo>
                    <a:pt x="10" y="0"/>
                  </a:moveTo>
                  <a:lnTo>
                    <a:pt x="105" y="93"/>
                  </a:lnTo>
                  <a:lnTo>
                    <a:pt x="176" y="47"/>
                  </a:lnTo>
                  <a:lnTo>
                    <a:pt x="159" y="201"/>
                  </a:lnTo>
                  <a:lnTo>
                    <a:pt x="0" y="5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C80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2" name="Freeform 113"/>
            <p:cNvSpPr>
              <a:spLocks/>
            </p:cNvSpPr>
            <p:nvPr/>
          </p:nvSpPr>
          <p:spPr bwMode="auto">
            <a:xfrm>
              <a:off x="2989" y="2754"/>
              <a:ext cx="114" cy="111"/>
            </a:xfrm>
            <a:custGeom>
              <a:avLst/>
              <a:gdLst>
                <a:gd name="T0" fmla="*/ 15 w 228"/>
                <a:gd name="T1" fmla="*/ 0 h 223"/>
                <a:gd name="T2" fmla="*/ 57 w 228"/>
                <a:gd name="T3" fmla="*/ 39 h 223"/>
                <a:gd name="T4" fmla="*/ 38 w 228"/>
                <a:gd name="T5" fmla="*/ 55 h 223"/>
                <a:gd name="T6" fmla="*/ 0 w 228"/>
                <a:gd name="T7" fmla="*/ 18 h 223"/>
                <a:gd name="T8" fmla="*/ 15 w 228"/>
                <a:gd name="T9" fmla="*/ 0 h 223"/>
                <a:gd name="T10" fmla="*/ 15 w 228"/>
                <a:gd name="T11" fmla="*/ 0 h 2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8"/>
                <a:gd name="T19" fmla="*/ 0 h 223"/>
                <a:gd name="T20" fmla="*/ 228 w 228"/>
                <a:gd name="T21" fmla="*/ 223 h 2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8" h="223">
                  <a:moveTo>
                    <a:pt x="63" y="0"/>
                  </a:moveTo>
                  <a:lnTo>
                    <a:pt x="228" y="158"/>
                  </a:lnTo>
                  <a:lnTo>
                    <a:pt x="150" y="223"/>
                  </a:lnTo>
                  <a:lnTo>
                    <a:pt x="0" y="7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E6B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3" name="Freeform 114"/>
            <p:cNvSpPr>
              <a:spLocks/>
            </p:cNvSpPr>
            <p:nvPr/>
          </p:nvSpPr>
          <p:spPr bwMode="auto">
            <a:xfrm>
              <a:off x="3103" y="2709"/>
              <a:ext cx="136" cy="73"/>
            </a:xfrm>
            <a:custGeom>
              <a:avLst/>
              <a:gdLst>
                <a:gd name="T0" fmla="*/ 0 w 273"/>
                <a:gd name="T1" fmla="*/ 2 h 145"/>
                <a:gd name="T2" fmla="*/ 27 w 273"/>
                <a:gd name="T3" fmla="*/ 0 h 145"/>
                <a:gd name="T4" fmla="*/ 68 w 273"/>
                <a:gd name="T5" fmla="*/ 29 h 145"/>
                <a:gd name="T6" fmla="*/ 68 w 273"/>
                <a:gd name="T7" fmla="*/ 33 h 145"/>
                <a:gd name="T8" fmla="*/ 42 w 273"/>
                <a:gd name="T9" fmla="*/ 37 h 145"/>
                <a:gd name="T10" fmla="*/ 0 w 273"/>
                <a:gd name="T11" fmla="*/ 2 h 145"/>
                <a:gd name="T12" fmla="*/ 0 w 273"/>
                <a:gd name="T13" fmla="*/ 2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3"/>
                <a:gd name="T22" fmla="*/ 0 h 145"/>
                <a:gd name="T23" fmla="*/ 273 w 273"/>
                <a:gd name="T24" fmla="*/ 145 h 1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3" h="145">
                  <a:moveTo>
                    <a:pt x="0" y="5"/>
                  </a:moveTo>
                  <a:lnTo>
                    <a:pt x="108" y="0"/>
                  </a:lnTo>
                  <a:lnTo>
                    <a:pt x="273" y="116"/>
                  </a:lnTo>
                  <a:lnTo>
                    <a:pt x="273" y="129"/>
                  </a:lnTo>
                  <a:lnTo>
                    <a:pt x="171" y="14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E6B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4" name="Freeform 115"/>
            <p:cNvSpPr>
              <a:spLocks/>
            </p:cNvSpPr>
            <p:nvPr/>
          </p:nvSpPr>
          <p:spPr bwMode="auto">
            <a:xfrm>
              <a:off x="2877" y="2618"/>
              <a:ext cx="193" cy="161"/>
            </a:xfrm>
            <a:custGeom>
              <a:avLst/>
              <a:gdLst>
                <a:gd name="T0" fmla="*/ 33 w 386"/>
                <a:gd name="T1" fmla="*/ 0 h 323"/>
                <a:gd name="T2" fmla="*/ 17 w 386"/>
                <a:gd name="T3" fmla="*/ 17 h 323"/>
                <a:gd name="T4" fmla="*/ 3 w 386"/>
                <a:gd name="T5" fmla="*/ 27 h 323"/>
                <a:gd name="T6" fmla="*/ 2 w 386"/>
                <a:gd name="T7" fmla="*/ 50 h 323"/>
                <a:gd name="T8" fmla="*/ 0 w 386"/>
                <a:gd name="T9" fmla="*/ 73 h 323"/>
                <a:gd name="T10" fmla="*/ 12 w 386"/>
                <a:gd name="T11" fmla="*/ 67 h 323"/>
                <a:gd name="T12" fmla="*/ 18 w 386"/>
                <a:gd name="T13" fmla="*/ 79 h 323"/>
                <a:gd name="T14" fmla="*/ 25 w 386"/>
                <a:gd name="T15" fmla="*/ 80 h 323"/>
                <a:gd name="T16" fmla="*/ 37 w 386"/>
                <a:gd name="T17" fmla="*/ 65 h 323"/>
                <a:gd name="T18" fmla="*/ 40 w 386"/>
                <a:gd name="T19" fmla="*/ 58 h 323"/>
                <a:gd name="T20" fmla="*/ 65 w 386"/>
                <a:gd name="T21" fmla="*/ 48 h 323"/>
                <a:gd name="T22" fmla="*/ 67 w 386"/>
                <a:gd name="T23" fmla="*/ 33 h 323"/>
                <a:gd name="T24" fmla="*/ 80 w 386"/>
                <a:gd name="T25" fmla="*/ 39 h 323"/>
                <a:gd name="T26" fmla="*/ 97 w 386"/>
                <a:gd name="T27" fmla="*/ 33 h 323"/>
                <a:gd name="T28" fmla="*/ 80 w 386"/>
                <a:gd name="T29" fmla="*/ 16 h 323"/>
                <a:gd name="T30" fmla="*/ 51 w 386"/>
                <a:gd name="T31" fmla="*/ 3 h 323"/>
                <a:gd name="T32" fmla="*/ 33 w 386"/>
                <a:gd name="T33" fmla="*/ 0 h 323"/>
                <a:gd name="T34" fmla="*/ 33 w 386"/>
                <a:gd name="T35" fmla="*/ 0 h 3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86"/>
                <a:gd name="T55" fmla="*/ 0 h 323"/>
                <a:gd name="T56" fmla="*/ 386 w 386"/>
                <a:gd name="T57" fmla="*/ 323 h 3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86" h="323">
                  <a:moveTo>
                    <a:pt x="130" y="0"/>
                  </a:moveTo>
                  <a:lnTo>
                    <a:pt x="65" y="69"/>
                  </a:lnTo>
                  <a:lnTo>
                    <a:pt x="13" y="110"/>
                  </a:lnTo>
                  <a:lnTo>
                    <a:pt x="8" y="200"/>
                  </a:lnTo>
                  <a:lnTo>
                    <a:pt x="0" y="293"/>
                  </a:lnTo>
                  <a:lnTo>
                    <a:pt x="47" y="269"/>
                  </a:lnTo>
                  <a:lnTo>
                    <a:pt x="70" y="319"/>
                  </a:lnTo>
                  <a:lnTo>
                    <a:pt x="101" y="323"/>
                  </a:lnTo>
                  <a:lnTo>
                    <a:pt x="145" y="260"/>
                  </a:lnTo>
                  <a:lnTo>
                    <a:pt x="160" y="233"/>
                  </a:lnTo>
                  <a:lnTo>
                    <a:pt x="257" y="193"/>
                  </a:lnTo>
                  <a:lnTo>
                    <a:pt x="268" y="135"/>
                  </a:lnTo>
                  <a:lnTo>
                    <a:pt x="317" y="156"/>
                  </a:lnTo>
                  <a:lnTo>
                    <a:pt x="386" y="135"/>
                  </a:lnTo>
                  <a:lnTo>
                    <a:pt x="319" y="64"/>
                  </a:lnTo>
                  <a:lnTo>
                    <a:pt x="204" y="1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5" name="Freeform 116"/>
            <p:cNvSpPr>
              <a:spLocks/>
            </p:cNvSpPr>
            <p:nvPr/>
          </p:nvSpPr>
          <p:spPr bwMode="auto">
            <a:xfrm>
              <a:off x="2929" y="2604"/>
              <a:ext cx="64" cy="65"/>
            </a:xfrm>
            <a:custGeom>
              <a:avLst/>
              <a:gdLst>
                <a:gd name="T0" fmla="*/ 32 w 128"/>
                <a:gd name="T1" fmla="*/ 12 h 130"/>
                <a:gd name="T2" fmla="*/ 25 w 128"/>
                <a:gd name="T3" fmla="*/ 24 h 130"/>
                <a:gd name="T4" fmla="*/ 18 w 128"/>
                <a:gd name="T5" fmla="*/ 24 h 130"/>
                <a:gd name="T6" fmla="*/ 17 w 128"/>
                <a:gd name="T7" fmla="*/ 33 h 130"/>
                <a:gd name="T8" fmla="*/ 3 w 128"/>
                <a:gd name="T9" fmla="*/ 18 h 130"/>
                <a:gd name="T10" fmla="*/ 0 w 128"/>
                <a:gd name="T11" fmla="*/ 0 h 130"/>
                <a:gd name="T12" fmla="*/ 32 w 128"/>
                <a:gd name="T13" fmla="*/ 12 h 130"/>
                <a:gd name="T14" fmla="*/ 32 w 128"/>
                <a:gd name="T15" fmla="*/ 12 h 1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8"/>
                <a:gd name="T25" fmla="*/ 0 h 130"/>
                <a:gd name="T26" fmla="*/ 128 w 128"/>
                <a:gd name="T27" fmla="*/ 130 h 1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8" h="130">
                  <a:moveTo>
                    <a:pt x="128" y="50"/>
                  </a:moveTo>
                  <a:lnTo>
                    <a:pt x="103" y="98"/>
                  </a:lnTo>
                  <a:lnTo>
                    <a:pt x="73" y="99"/>
                  </a:lnTo>
                  <a:lnTo>
                    <a:pt x="70" y="130"/>
                  </a:lnTo>
                  <a:lnTo>
                    <a:pt x="15" y="74"/>
                  </a:lnTo>
                  <a:lnTo>
                    <a:pt x="0" y="0"/>
                  </a:lnTo>
                  <a:lnTo>
                    <a:pt x="128" y="5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6" name="Freeform 117"/>
            <p:cNvSpPr>
              <a:spLocks/>
            </p:cNvSpPr>
            <p:nvPr/>
          </p:nvSpPr>
          <p:spPr bwMode="auto">
            <a:xfrm>
              <a:off x="2922" y="2595"/>
              <a:ext cx="36" cy="36"/>
            </a:xfrm>
            <a:custGeom>
              <a:avLst/>
              <a:gdLst>
                <a:gd name="T0" fmla="*/ 18 w 72"/>
                <a:gd name="T1" fmla="*/ 9 h 70"/>
                <a:gd name="T2" fmla="*/ 13 w 72"/>
                <a:gd name="T3" fmla="*/ 17 h 70"/>
                <a:gd name="T4" fmla="*/ 10 w 72"/>
                <a:gd name="T5" fmla="*/ 17 h 70"/>
                <a:gd name="T6" fmla="*/ 10 w 72"/>
                <a:gd name="T7" fmla="*/ 12 h 70"/>
                <a:gd name="T8" fmla="*/ 7 w 72"/>
                <a:gd name="T9" fmla="*/ 11 h 70"/>
                <a:gd name="T10" fmla="*/ 6 w 72"/>
                <a:gd name="T11" fmla="*/ 19 h 70"/>
                <a:gd name="T12" fmla="*/ 5 w 72"/>
                <a:gd name="T13" fmla="*/ 17 h 70"/>
                <a:gd name="T14" fmla="*/ 3 w 72"/>
                <a:gd name="T15" fmla="*/ 15 h 70"/>
                <a:gd name="T16" fmla="*/ 1 w 72"/>
                <a:gd name="T17" fmla="*/ 13 h 70"/>
                <a:gd name="T18" fmla="*/ 0 w 72"/>
                <a:gd name="T19" fmla="*/ 12 h 70"/>
                <a:gd name="T20" fmla="*/ 0 w 72"/>
                <a:gd name="T21" fmla="*/ 10 h 70"/>
                <a:gd name="T22" fmla="*/ 0 w 72"/>
                <a:gd name="T23" fmla="*/ 8 h 70"/>
                <a:gd name="T24" fmla="*/ 0 w 72"/>
                <a:gd name="T25" fmla="*/ 7 h 70"/>
                <a:gd name="T26" fmla="*/ 0 w 72"/>
                <a:gd name="T27" fmla="*/ 5 h 70"/>
                <a:gd name="T28" fmla="*/ 0 w 72"/>
                <a:gd name="T29" fmla="*/ 3 h 70"/>
                <a:gd name="T30" fmla="*/ 0 w 72"/>
                <a:gd name="T31" fmla="*/ 1 h 70"/>
                <a:gd name="T32" fmla="*/ 0 w 72"/>
                <a:gd name="T33" fmla="*/ 0 h 70"/>
                <a:gd name="T34" fmla="*/ 18 w 72"/>
                <a:gd name="T35" fmla="*/ 9 h 70"/>
                <a:gd name="T36" fmla="*/ 18 w 72"/>
                <a:gd name="T37" fmla="*/ 9 h 7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72"/>
                <a:gd name="T58" fmla="*/ 0 h 70"/>
                <a:gd name="T59" fmla="*/ 72 w 72"/>
                <a:gd name="T60" fmla="*/ 70 h 7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72" h="70">
                  <a:moveTo>
                    <a:pt x="72" y="33"/>
                  </a:moveTo>
                  <a:lnTo>
                    <a:pt x="55" y="66"/>
                  </a:lnTo>
                  <a:lnTo>
                    <a:pt x="43" y="65"/>
                  </a:lnTo>
                  <a:lnTo>
                    <a:pt x="43" y="44"/>
                  </a:lnTo>
                  <a:lnTo>
                    <a:pt x="29" y="43"/>
                  </a:lnTo>
                  <a:lnTo>
                    <a:pt x="26" y="70"/>
                  </a:lnTo>
                  <a:lnTo>
                    <a:pt x="20" y="66"/>
                  </a:lnTo>
                  <a:lnTo>
                    <a:pt x="12" y="59"/>
                  </a:lnTo>
                  <a:lnTo>
                    <a:pt x="4" y="50"/>
                  </a:lnTo>
                  <a:lnTo>
                    <a:pt x="0" y="44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0" y="25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0" y="4"/>
                  </a:lnTo>
                  <a:lnTo>
                    <a:pt x="0" y="0"/>
                  </a:lnTo>
                  <a:lnTo>
                    <a:pt x="72" y="33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7" name="Freeform 118"/>
            <p:cNvSpPr>
              <a:spLocks/>
            </p:cNvSpPr>
            <p:nvPr/>
          </p:nvSpPr>
          <p:spPr bwMode="auto">
            <a:xfrm>
              <a:off x="2916" y="2562"/>
              <a:ext cx="87" cy="69"/>
            </a:xfrm>
            <a:custGeom>
              <a:avLst/>
              <a:gdLst>
                <a:gd name="T0" fmla="*/ 0 w 176"/>
                <a:gd name="T1" fmla="*/ 14 h 136"/>
                <a:gd name="T2" fmla="*/ 6 w 176"/>
                <a:gd name="T3" fmla="*/ 9 h 136"/>
                <a:gd name="T4" fmla="*/ 7 w 176"/>
                <a:gd name="T5" fmla="*/ 8 h 136"/>
                <a:gd name="T6" fmla="*/ 9 w 176"/>
                <a:gd name="T7" fmla="*/ 6 h 136"/>
                <a:gd name="T8" fmla="*/ 10 w 176"/>
                <a:gd name="T9" fmla="*/ 4 h 136"/>
                <a:gd name="T10" fmla="*/ 12 w 176"/>
                <a:gd name="T11" fmla="*/ 4 h 136"/>
                <a:gd name="T12" fmla="*/ 14 w 176"/>
                <a:gd name="T13" fmla="*/ 2 h 136"/>
                <a:gd name="T14" fmla="*/ 17 w 176"/>
                <a:gd name="T15" fmla="*/ 2 h 136"/>
                <a:gd name="T16" fmla="*/ 19 w 176"/>
                <a:gd name="T17" fmla="*/ 1 h 136"/>
                <a:gd name="T18" fmla="*/ 22 w 176"/>
                <a:gd name="T19" fmla="*/ 1 h 136"/>
                <a:gd name="T20" fmla="*/ 24 w 176"/>
                <a:gd name="T21" fmla="*/ 0 h 136"/>
                <a:gd name="T22" fmla="*/ 27 w 176"/>
                <a:gd name="T23" fmla="*/ 1 h 136"/>
                <a:gd name="T24" fmla="*/ 30 w 176"/>
                <a:gd name="T25" fmla="*/ 2 h 136"/>
                <a:gd name="T26" fmla="*/ 32 w 176"/>
                <a:gd name="T27" fmla="*/ 3 h 136"/>
                <a:gd name="T28" fmla="*/ 34 w 176"/>
                <a:gd name="T29" fmla="*/ 4 h 136"/>
                <a:gd name="T30" fmla="*/ 36 w 176"/>
                <a:gd name="T31" fmla="*/ 7 h 136"/>
                <a:gd name="T32" fmla="*/ 37 w 176"/>
                <a:gd name="T33" fmla="*/ 9 h 136"/>
                <a:gd name="T34" fmla="*/ 38 w 176"/>
                <a:gd name="T35" fmla="*/ 12 h 136"/>
                <a:gd name="T36" fmla="*/ 39 w 176"/>
                <a:gd name="T37" fmla="*/ 14 h 136"/>
                <a:gd name="T38" fmla="*/ 39 w 176"/>
                <a:gd name="T39" fmla="*/ 17 h 136"/>
                <a:gd name="T40" fmla="*/ 39 w 176"/>
                <a:gd name="T41" fmla="*/ 20 h 136"/>
                <a:gd name="T42" fmla="*/ 39 w 176"/>
                <a:gd name="T43" fmla="*/ 22 h 136"/>
                <a:gd name="T44" fmla="*/ 39 w 176"/>
                <a:gd name="T45" fmla="*/ 23 h 136"/>
                <a:gd name="T46" fmla="*/ 39 w 176"/>
                <a:gd name="T47" fmla="*/ 23 h 136"/>
                <a:gd name="T48" fmla="*/ 43 w 176"/>
                <a:gd name="T49" fmla="*/ 31 h 136"/>
                <a:gd name="T50" fmla="*/ 23 w 176"/>
                <a:gd name="T51" fmla="*/ 35 h 136"/>
                <a:gd name="T52" fmla="*/ 0 w 176"/>
                <a:gd name="T53" fmla="*/ 14 h 136"/>
                <a:gd name="T54" fmla="*/ 0 w 176"/>
                <a:gd name="T55" fmla="*/ 14 h 1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76"/>
                <a:gd name="T85" fmla="*/ 0 h 136"/>
                <a:gd name="T86" fmla="*/ 176 w 176"/>
                <a:gd name="T87" fmla="*/ 136 h 1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76" h="136">
                  <a:moveTo>
                    <a:pt x="0" y="53"/>
                  </a:moveTo>
                  <a:lnTo>
                    <a:pt x="27" y="33"/>
                  </a:lnTo>
                  <a:lnTo>
                    <a:pt x="29" y="30"/>
                  </a:lnTo>
                  <a:lnTo>
                    <a:pt x="38" y="23"/>
                  </a:lnTo>
                  <a:lnTo>
                    <a:pt x="42" y="16"/>
                  </a:lnTo>
                  <a:lnTo>
                    <a:pt x="50" y="13"/>
                  </a:lnTo>
                  <a:lnTo>
                    <a:pt x="57" y="8"/>
                  </a:lnTo>
                  <a:lnTo>
                    <a:pt x="68" y="7"/>
                  </a:lnTo>
                  <a:lnTo>
                    <a:pt x="78" y="2"/>
                  </a:lnTo>
                  <a:lnTo>
                    <a:pt x="89" y="1"/>
                  </a:lnTo>
                  <a:lnTo>
                    <a:pt x="100" y="0"/>
                  </a:lnTo>
                  <a:lnTo>
                    <a:pt x="112" y="2"/>
                  </a:lnTo>
                  <a:lnTo>
                    <a:pt x="122" y="5"/>
                  </a:lnTo>
                  <a:lnTo>
                    <a:pt x="131" y="9"/>
                  </a:lnTo>
                  <a:lnTo>
                    <a:pt x="140" y="16"/>
                  </a:lnTo>
                  <a:lnTo>
                    <a:pt x="148" y="25"/>
                  </a:lnTo>
                  <a:lnTo>
                    <a:pt x="152" y="34"/>
                  </a:lnTo>
                  <a:lnTo>
                    <a:pt x="156" y="45"/>
                  </a:lnTo>
                  <a:lnTo>
                    <a:pt x="158" y="56"/>
                  </a:lnTo>
                  <a:lnTo>
                    <a:pt x="160" y="66"/>
                  </a:lnTo>
                  <a:lnTo>
                    <a:pt x="160" y="76"/>
                  </a:lnTo>
                  <a:lnTo>
                    <a:pt x="160" y="84"/>
                  </a:lnTo>
                  <a:lnTo>
                    <a:pt x="160" y="89"/>
                  </a:lnTo>
                  <a:lnTo>
                    <a:pt x="160" y="91"/>
                  </a:lnTo>
                  <a:lnTo>
                    <a:pt x="176" y="122"/>
                  </a:lnTo>
                  <a:lnTo>
                    <a:pt x="96" y="136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8" name="Freeform 119"/>
            <p:cNvSpPr>
              <a:spLocks/>
            </p:cNvSpPr>
            <p:nvPr/>
          </p:nvSpPr>
          <p:spPr bwMode="auto">
            <a:xfrm>
              <a:off x="2917" y="2580"/>
              <a:ext cx="87" cy="56"/>
            </a:xfrm>
            <a:custGeom>
              <a:avLst/>
              <a:gdLst>
                <a:gd name="T0" fmla="*/ 39 w 174"/>
                <a:gd name="T1" fmla="*/ 13 h 113"/>
                <a:gd name="T2" fmla="*/ 37 w 174"/>
                <a:gd name="T3" fmla="*/ 6 h 113"/>
                <a:gd name="T4" fmla="*/ 31 w 174"/>
                <a:gd name="T5" fmla="*/ 6 h 113"/>
                <a:gd name="T6" fmla="*/ 27 w 174"/>
                <a:gd name="T7" fmla="*/ 13 h 113"/>
                <a:gd name="T8" fmla="*/ 27 w 174"/>
                <a:gd name="T9" fmla="*/ 11 h 113"/>
                <a:gd name="T10" fmla="*/ 27 w 174"/>
                <a:gd name="T11" fmla="*/ 10 h 113"/>
                <a:gd name="T12" fmla="*/ 26 w 174"/>
                <a:gd name="T13" fmla="*/ 7 h 113"/>
                <a:gd name="T14" fmla="*/ 26 w 174"/>
                <a:gd name="T15" fmla="*/ 4 h 113"/>
                <a:gd name="T16" fmla="*/ 24 w 174"/>
                <a:gd name="T17" fmla="*/ 2 h 113"/>
                <a:gd name="T18" fmla="*/ 23 w 174"/>
                <a:gd name="T19" fmla="*/ 1 h 113"/>
                <a:gd name="T20" fmla="*/ 22 w 174"/>
                <a:gd name="T21" fmla="*/ 0 h 113"/>
                <a:gd name="T22" fmla="*/ 22 w 174"/>
                <a:gd name="T23" fmla="*/ 0 h 113"/>
                <a:gd name="T24" fmla="*/ 22 w 174"/>
                <a:gd name="T25" fmla="*/ 0 h 113"/>
                <a:gd name="T26" fmla="*/ 22 w 174"/>
                <a:gd name="T27" fmla="*/ 1 h 113"/>
                <a:gd name="T28" fmla="*/ 22 w 174"/>
                <a:gd name="T29" fmla="*/ 3 h 113"/>
                <a:gd name="T30" fmla="*/ 21 w 174"/>
                <a:gd name="T31" fmla="*/ 6 h 113"/>
                <a:gd name="T32" fmla="*/ 20 w 174"/>
                <a:gd name="T33" fmla="*/ 8 h 113"/>
                <a:gd name="T34" fmla="*/ 18 w 174"/>
                <a:gd name="T35" fmla="*/ 10 h 113"/>
                <a:gd name="T36" fmla="*/ 16 w 174"/>
                <a:gd name="T37" fmla="*/ 11 h 113"/>
                <a:gd name="T38" fmla="*/ 15 w 174"/>
                <a:gd name="T39" fmla="*/ 12 h 113"/>
                <a:gd name="T40" fmla="*/ 0 w 174"/>
                <a:gd name="T41" fmla="*/ 4 h 113"/>
                <a:gd name="T42" fmla="*/ 1 w 174"/>
                <a:gd name="T43" fmla="*/ 6 h 113"/>
                <a:gd name="T44" fmla="*/ 1 w 174"/>
                <a:gd name="T45" fmla="*/ 7 h 113"/>
                <a:gd name="T46" fmla="*/ 1 w 174"/>
                <a:gd name="T47" fmla="*/ 8 h 113"/>
                <a:gd name="T48" fmla="*/ 3 w 174"/>
                <a:gd name="T49" fmla="*/ 10 h 113"/>
                <a:gd name="T50" fmla="*/ 5 w 174"/>
                <a:gd name="T51" fmla="*/ 12 h 113"/>
                <a:gd name="T52" fmla="*/ 6 w 174"/>
                <a:gd name="T53" fmla="*/ 15 h 113"/>
                <a:gd name="T54" fmla="*/ 10 w 174"/>
                <a:gd name="T55" fmla="*/ 17 h 113"/>
                <a:gd name="T56" fmla="*/ 11 w 174"/>
                <a:gd name="T57" fmla="*/ 19 h 113"/>
                <a:gd name="T58" fmla="*/ 14 w 174"/>
                <a:gd name="T59" fmla="*/ 20 h 113"/>
                <a:gd name="T60" fmla="*/ 18 w 174"/>
                <a:gd name="T61" fmla="*/ 22 h 113"/>
                <a:gd name="T62" fmla="*/ 20 w 174"/>
                <a:gd name="T63" fmla="*/ 23 h 113"/>
                <a:gd name="T64" fmla="*/ 22 w 174"/>
                <a:gd name="T65" fmla="*/ 24 h 113"/>
                <a:gd name="T66" fmla="*/ 24 w 174"/>
                <a:gd name="T67" fmla="*/ 25 h 113"/>
                <a:gd name="T68" fmla="*/ 26 w 174"/>
                <a:gd name="T69" fmla="*/ 26 h 113"/>
                <a:gd name="T70" fmla="*/ 26 w 174"/>
                <a:gd name="T71" fmla="*/ 26 h 113"/>
                <a:gd name="T72" fmla="*/ 30 w 174"/>
                <a:gd name="T73" fmla="*/ 28 h 113"/>
                <a:gd name="T74" fmla="*/ 44 w 174"/>
                <a:gd name="T75" fmla="*/ 25 h 113"/>
                <a:gd name="T76" fmla="*/ 43 w 174"/>
                <a:gd name="T77" fmla="*/ 22 h 113"/>
                <a:gd name="T78" fmla="*/ 28 w 174"/>
                <a:gd name="T79" fmla="*/ 22 h 113"/>
                <a:gd name="T80" fmla="*/ 39 w 174"/>
                <a:gd name="T81" fmla="*/ 13 h 113"/>
                <a:gd name="T82" fmla="*/ 39 w 174"/>
                <a:gd name="T83" fmla="*/ 13 h 11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113"/>
                <a:gd name="T128" fmla="*/ 174 w 174"/>
                <a:gd name="T129" fmla="*/ 113 h 11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113">
                  <a:moveTo>
                    <a:pt x="155" y="54"/>
                  </a:moveTo>
                  <a:lnTo>
                    <a:pt x="145" y="24"/>
                  </a:lnTo>
                  <a:lnTo>
                    <a:pt x="127" y="24"/>
                  </a:lnTo>
                  <a:lnTo>
                    <a:pt x="110" y="53"/>
                  </a:lnTo>
                  <a:lnTo>
                    <a:pt x="110" y="47"/>
                  </a:lnTo>
                  <a:lnTo>
                    <a:pt x="109" y="40"/>
                  </a:lnTo>
                  <a:lnTo>
                    <a:pt x="106" y="29"/>
                  </a:lnTo>
                  <a:lnTo>
                    <a:pt x="104" y="19"/>
                  </a:lnTo>
                  <a:lnTo>
                    <a:pt x="99" y="11"/>
                  </a:lnTo>
                  <a:lnTo>
                    <a:pt x="95" y="6"/>
                  </a:lnTo>
                  <a:lnTo>
                    <a:pt x="90" y="0"/>
                  </a:lnTo>
                  <a:lnTo>
                    <a:pt x="88" y="0"/>
                  </a:lnTo>
                  <a:lnTo>
                    <a:pt x="87" y="2"/>
                  </a:lnTo>
                  <a:lnTo>
                    <a:pt x="87" y="7"/>
                  </a:lnTo>
                  <a:lnTo>
                    <a:pt x="87" y="15"/>
                  </a:lnTo>
                  <a:lnTo>
                    <a:pt x="84" y="25"/>
                  </a:lnTo>
                  <a:lnTo>
                    <a:pt x="77" y="33"/>
                  </a:lnTo>
                  <a:lnTo>
                    <a:pt x="70" y="40"/>
                  </a:lnTo>
                  <a:lnTo>
                    <a:pt x="64" y="47"/>
                  </a:lnTo>
                  <a:lnTo>
                    <a:pt x="62" y="48"/>
                  </a:lnTo>
                  <a:lnTo>
                    <a:pt x="0" y="18"/>
                  </a:lnTo>
                  <a:lnTo>
                    <a:pt x="2" y="24"/>
                  </a:lnTo>
                  <a:lnTo>
                    <a:pt x="4" y="28"/>
                  </a:lnTo>
                  <a:lnTo>
                    <a:pt x="7" y="35"/>
                  </a:lnTo>
                  <a:lnTo>
                    <a:pt x="11" y="42"/>
                  </a:lnTo>
                  <a:lnTo>
                    <a:pt x="18" y="50"/>
                  </a:lnTo>
                  <a:lnTo>
                    <a:pt x="26" y="60"/>
                  </a:lnTo>
                  <a:lnTo>
                    <a:pt x="37" y="69"/>
                  </a:lnTo>
                  <a:lnTo>
                    <a:pt x="47" y="76"/>
                  </a:lnTo>
                  <a:lnTo>
                    <a:pt x="58" y="83"/>
                  </a:lnTo>
                  <a:lnTo>
                    <a:pt x="69" y="88"/>
                  </a:lnTo>
                  <a:lnTo>
                    <a:pt x="80" y="95"/>
                  </a:lnTo>
                  <a:lnTo>
                    <a:pt x="90" y="98"/>
                  </a:lnTo>
                  <a:lnTo>
                    <a:pt x="98" y="102"/>
                  </a:lnTo>
                  <a:lnTo>
                    <a:pt x="104" y="105"/>
                  </a:lnTo>
                  <a:lnTo>
                    <a:pt x="105" y="106"/>
                  </a:lnTo>
                  <a:lnTo>
                    <a:pt x="123" y="113"/>
                  </a:lnTo>
                  <a:lnTo>
                    <a:pt x="174" y="100"/>
                  </a:lnTo>
                  <a:lnTo>
                    <a:pt x="170" y="88"/>
                  </a:lnTo>
                  <a:lnTo>
                    <a:pt x="115" y="90"/>
                  </a:lnTo>
                  <a:lnTo>
                    <a:pt x="155" y="54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9" name="Freeform 120"/>
            <p:cNvSpPr>
              <a:spLocks/>
            </p:cNvSpPr>
            <p:nvPr/>
          </p:nvSpPr>
          <p:spPr bwMode="auto">
            <a:xfrm>
              <a:off x="2881" y="2629"/>
              <a:ext cx="50" cy="91"/>
            </a:xfrm>
            <a:custGeom>
              <a:avLst/>
              <a:gdLst>
                <a:gd name="T0" fmla="*/ 25 w 101"/>
                <a:gd name="T1" fmla="*/ 0 h 180"/>
                <a:gd name="T2" fmla="*/ 21 w 101"/>
                <a:gd name="T3" fmla="*/ 3 h 180"/>
                <a:gd name="T4" fmla="*/ 19 w 101"/>
                <a:gd name="T5" fmla="*/ 6 h 180"/>
                <a:gd name="T6" fmla="*/ 18 w 101"/>
                <a:gd name="T7" fmla="*/ 6 h 180"/>
                <a:gd name="T8" fmla="*/ 16 w 101"/>
                <a:gd name="T9" fmla="*/ 8 h 180"/>
                <a:gd name="T10" fmla="*/ 14 w 101"/>
                <a:gd name="T11" fmla="*/ 9 h 180"/>
                <a:gd name="T12" fmla="*/ 12 w 101"/>
                <a:gd name="T13" fmla="*/ 10 h 180"/>
                <a:gd name="T14" fmla="*/ 11 w 101"/>
                <a:gd name="T15" fmla="*/ 11 h 180"/>
                <a:gd name="T16" fmla="*/ 9 w 101"/>
                <a:gd name="T17" fmla="*/ 12 h 180"/>
                <a:gd name="T18" fmla="*/ 7 w 101"/>
                <a:gd name="T19" fmla="*/ 14 h 180"/>
                <a:gd name="T20" fmla="*/ 5 w 101"/>
                <a:gd name="T21" fmla="*/ 15 h 180"/>
                <a:gd name="T22" fmla="*/ 3 w 101"/>
                <a:gd name="T23" fmla="*/ 16 h 180"/>
                <a:gd name="T24" fmla="*/ 2 w 101"/>
                <a:gd name="T25" fmla="*/ 18 h 180"/>
                <a:gd name="T26" fmla="*/ 0 w 101"/>
                <a:gd name="T27" fmla="*/ 20 h 180"/>
                <a:gd name="T28" fmla="*/ 0 w 101"/>
                <a:gd name="T29" fmla="*/ 21 h 180"/>
                <a:gd name="T30" fmla="*/ 1 w 101"/>
                <a:gd name="T31" fmla="*/ 46 h 180"/>
                <a:gd name="T32" fmla="*/ 17 w 101"/>
                <a:gd name="T33" fmla="*/ 26 h 180"/>
                <a:gd name="T34" fmla="*/ 9 w 101"/>
                <a:gd name="T35" fmla="*/ 21 h 180"/>
                <a:gd name="T36" fmla="*/ 13 w 101"/>
                <a:gd name="T37" fmla="*/ 15 h 180"/>
                <a:gd name="T38" fmla="*/ 19 w 101"/>
                <a:gd name="T39" fmla="*/ 19 h 180"/>
                <a:gd name="T40" fmla="*/ 22 w 101"/>
                <a:gd name="T41" fmla="*/ 6 h 180"/>
                <a:gd name="T42" fmla="*/ 25 w 101"/>
                <a:gd name="T43" fmla="*/ 0 h 180"/>
                <a:gd name="T44" fmla="*/ 25 w 101"/>
                <a:gd name="T45" fmla="*/ 0 h 1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1"/>
                <a:gd name="T70" fmla="*/ 0 h 180"/>
                <a:gd name="T71" fmla="*/ 101 w 101"/>
                <a:gd name="T72" fmla="*/ 180 h 18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1" h="180">
                  <a:moveTo>
                    <a:pt x="101" y="0"/>
                  </a:moveTo>
                  <a:lnTo>
                    <a:pt x="87" y="11"/>
                  </a:lnTo>
                  <a:lnTo>
                    <a:pt x="79" y="22"/>
                  </a:lnTo>
                  <a:lnTo>
                    <a:pt x="75" y="23"/>
                  </a:lnTo>
                  <a:lnTo>
                    <a:pt x="65" y="30"/>
                  </a:lnTo>
                  <a:lnTo>
                    <a:pt x="58" y="33"/>
                  </a:lnTo>
                  <a:lnTo>
                    <a:pt x="51" y="37"/>
                  </a:lnTo>
                  <a:lnTo>
                    <a:pt x="44" y="41"/>
                  </a:lnTo>
                  <a:lnTo>
                    <a:pt x="37" y="48"/>
                  </a:lnTo>
                  <a:lnTo>
                    <a:pt x="29" y="53"/>
                  </a:lnTo>
                  <a:lnTo>
                    <a:pt x="22" y="59"/>
                  </a:lnTo>
                  <a:lnTo>
                    <a:pt x="14" y="64"/>
                  </a:lnTo>
                  <a:lnTo>
                    <a:pt x="11" y="71"/>
                  </a:lnTo>
                  <a:lnTo>
                    <a:pt x="3" y="80"/>
                  </a:lnTo>
                  <a:lnTo>
                    <a:pt x="0" y="82"/>
                  </a:lnTo>
                  <a:lnTo>
                    <a:pt x="6" y="180"/>
                  </a:lnTo>
                  <a:lnTo>
                    <a:pt x="68" y="102"/>
                  </a:lnTo>
                  <a:lnTo>
                    <a:pt x="37" y="84"/>
                  </a:lnTo>
                  <a:lnTo>
                    <a:pt x="55" y="60"/>
                  </a:lnTo>
                  <a:lnTo>
                    <a:pt x="77" y="75"/>
                  </a:lnTo>
                  <a:lnTo>
                    <a:pt x="90" y="2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699E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0" name="Freeform 121"/>
            <p:cNvSpPr>
              <a:spLocks/>
            </p:cNvSpPr>
            <p:nvPr/>
          </p:nvSpPr>
          <p:spPr bwMode="auto">
            <a:xfrm>
              <a:off x="2927" y="2744"/>
              <a:ext cx="100" cy="86"/>
            </a:xfrm>
            <a:custGeom>
              <a:avLst/>
              <a:gdLst>
                <a:gd name="T0" fmla="*/ 6 w 198"/>
                <a:gd name="T1" fmla="*/ 0 h 172"/>
                <a:gd name="T2" fmla="*/ 6 w 198"/>
                <a:gd name="T3" fmla="*/ 0 h 172"/>
                <a:gd name="T4" fmla="*/ 8 w 198"/>
                <a:gd name="T5" fmla="*/ 1 h 172"/>
                <a:gd name="T6" fmla="*/ 9 w 198"/>
                <a:gd name="T7" fmla="*/ 1 h 172"/>
                <a:gd name="T8" fmla="*/ 11 w 198"/>
                <a:gd name="T9" fmla="*/ 3 h 172"/>
                <a:gd name="T10" fmla="*/ 13 w 198"/>
                <a:gd name="T11" fmla="*/ 3 h 172"/>
                <a:gd name="T12" fmla="*/ 15 w 198"/>
                <a:gd name="T13" fmla="*/ 5 h 172"/>
                <a:gd name="T14" fmla="*/ 17 w 198"/>
                <a:gd name="T15" fmla="*/ 7 h 172"/>
                <a:gd name="T16" fmla="*/ 20 w 198"/>
                <a:gd name="T17" fmla="*/ 11 h 172"/>
                <a:gd name="T18" fmla="*/ 22 w 198"/>
                <a:gd name="T19" fmla="*/ 12 h 172"/>
                <a:gd name="T20" fmla="*/ 25 w 198"/>
                <a:gd name="T21" fmla="*/ 15 h 172"/>
                <a:gd name="T22" fmla="*/ 27 w 198"/>
                <a:gd name="T23" fmla="*/ 18 h 172"/>
                <a:gd name="T24" fmla="*/ 29 w 198"/>
                <a:gd name="T25" fmla="*/ 20 h 172"/>
                <a:gd name="T26" fmla="*/ 30 w 198"/>
                <a:gd name="T27" fmla="*/ 21 h 172"/>
                <a:gd name="T28" fmla="*/ 31 w 198"/>
                <a:gd name="T29" fmla="*/ 22 h 172"/>
                <a:gd name="T30" fmla="*/ 43 w 198"/>
                <a:gd name="T31" fmla="*/ 22 h 172"/>
                <a:gd name="T32" fmla="*/ 48 w 198"/>
                <a:gd name="T33" fmla="*/ 26 h 172"/>
                <a:gd name="T34" fmla="*/ 40 w 198"/>
                <a:gd name="T35" fmla="*/ 26 h 172"/>
                <a:gd name="T36" fmla="*/ 51 w 198"/>
                <a:gd name="T37" fmla="*/ 41 h 172"/>
                <a:gd name="T38" fmla="*/ 41 w 198"/>
                <a:gd name="T39" fmla="*/ 43 h 172"/>
                <a:gd name="T40" fmla="*/ 31 w 198"/>
                <a:gd name="T41" fmla="*/ 41 h 172"/>
                <a:gd name="T42" fmla="*/ 29 w 198"/>
                <a:gd name="T43" fmla="*/ 27 h 172"/>
                <a:gd name="T44" fmla="*/ 0 w 198"/>
                <a:gd name="T45" fmla="*/ 15 h 172"/>
                <a:gd name="T46" fmla="*/ 3 w 198"/>
                <a:gd name="T47" fmla="*/ 9 h 172"/>
                <a:gd name="T48" fmla="*/ 6 w 198"/>
                <a:gd name="T49" fmla="*/ 0 h 172"/>
                <a:gd name="T50" fmla="*/ 6 w 198"/>
                <a:gd name="T51" fmla="*/ 0 h 1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98"/>
                <a:gd name="T79" fmla="*/ 0 h 172"/>
                <a:gd name="T80" fmla="*/ 198 w 198"/>
                <a:gd name="T81" fmla="*/ 172 h 1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98" h="172">
                  <a:moveTo>
                    <a:pt x="22" y="0"/>
                  </a:moveTo>
                  <a:lnTo>
                    <a:pt x="23" y="0"/>
                  </a:lnTo>
                  <a:lnTo>
                    <a:pt x="32" y="2"/>
                  </a:lnTo>
                  <a:lnTo>
                    <a:pt x="34" y="5"/>
                  </a:lnTo>
                  <a:lnTo>
                    <a:pt x="41" y="9"/>
                  </a:lnTo>
                  <a:lnTo>
                    <a:pt x="49" y="15"/>
                  </a:lnTo>
                  <a:lnTo>
                    <a:pt x="59" y="23"/>
                  </a:lnTo>
                  <a:lnTo>
                    <a:pt x="67" y="31"/>
                  </a:lnTo>
                  <a:lnTo>
                    <a:pt x="78" y="41"/>
                  </a:lnTo>
                  <a:lnTo>
                    <a:pt x="88" y="51"/>
                  </a:lnTo>
                  <a:lnTo>
                    <a:pt x="98" y="62"/>
                  </a:lnTo>
                  <a:lnTo>
                    <a:pt x="107" y="70"/>
                  </a:lnTo>
                  <a:lnTo>
                    <a:pt x="114" y="78"/>
                  </a:lnTo>
                  <a:lnTo>
                    <a:pt x="118" y="82"/>
                  </a:lnTo>
                  <a:lnTo>
                    <a:pt x="121" y="85"/>
                  </a:lnTo>
                  <a:lnTo>
                    <a:pt x="171" y="88"/>
                  </a:lnTo>
                  <a:lnTo>
                    <a:pt x="189" y="105"/>
                  </a:lnTo>
                  <a:lnTo>
                    <a:pt x="156" y="107"/>
                  </a:lnTo>
                  <a:lnTo>
                    <a:pt x="198" y="164"/>
                  </a:lnTo>
                  <a:lnTo>
                    <a:pt x="160" y="172"/>
                  </a:lnTo>
                  <a:lnTo>
                    <a:pt x="123" y="164"/>
                  </a:lnTo>
                  <a:lnTo>
                    <a:pt x="114" y="111"/>
                  </a:lnTo>
                  <a:lnTo>
                    <a:pt x="0" y="62"/>
                  </a:lnTo>
                  <a:lnTo>
                    <a:pt x="11" y="34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1" name="Freeform 122"/>
            <p:cNvSpPr>
              <a:spLocks/>
            </p:cNvSpPr>
            <p:nvPr/>
          </p:nvSpPr>
          <p:spPr bwMode="auto">
            <a:xfrm>
              <a:off x="3302" y="2527"/>
              <a:ext cx="127" cy="52"/>
            </a:xfrm>
            <a:custGeom>
              <a:avLst/>
              <a:gdLst>
                <a:gd name="T0" fmla="*/ 1 w 254"/>
                <a:gd name="T1" fmla="*/ 1 h 104"/>
                <a:gd name="T2" fmla="*/ 1 w 254"/>
                <a:gd name="T3" fmla="*/ 1 h 104"/>
                <a:gd name="T4" fmla="*/ 3 w 254"/>
                <a:gd name="T5" fmla="*/ 1 h 104"/>
                <a:gd name="T6" fmla="*/ 4 w 254"/>
                <a:gd name="T7" fmla="*/ 0 h 104"/>
                <a:gd name="T8" fmla="*/ 6 w 254"/>
                <a:gd name="T9" fmla="*/ 0 h 104"/>
                <a:gd name="T10" fmla="*/ 7 w 254"/>
                <a:gd name="T11" fmla="*/ 0 h 104"/>
                <a:gd name="T12" fmla="*/ 9 w 254"/>
                <a:gd name="T13" fmla="*/ 0 h 104"/>
                <a:gd name="T14" fmla="*/ 11 w 254"/>
                <a:gd name="T15" fmla="*/ 0 h 104"/>
                <a:gd name="T16" fmla="*/ 13 w 254"/>
                <a:gd name="T17" fmla="*/ 0 h 104"/>
                <a:gd name="T18" fmla="*/ 14 w 254"/>
                <a:gd name="T19" fmla="*/ 0 h 104"/>
                <a:gd name="T20" fmla="*/ 17 w 254"/>
                <a:gd name="T21" fmla="*/ 0 h 104"/>
                <a:gd name="T22" fmla="*/ 19 w 254"/>
                <a:gd name="T23" fmla="*/ 0 h 104"/>
                <a:gd name="T24" fmla="*/ 21 w 254"/>
                <a:gd name="T25" fmla="*/ 1 h 104"/>
                <a:gd name="T26" fmla="*/ 23 w 254"/>
                <a:gd name="T27" fmla="*/ 1 h 104"/>
                <a:gd name="T28" fmla="*/ 25 w 254"/>
                <a:gd name="T29" fmla="*/ 1 h 104"/>
                <a:gd name="T30" fmla="*/ 26 w 254"/>
                <a:gd name="T31" fmla="*/ 1 h 104"/>
                <a:gd name="T32" fmla="*/ 28 w 254"/>
                <a:gd name="T33" fmla="*/ 2 h 104"/>
                <a:gd name="T34" fmla="*/ 29 w 254"/>
                <a:gd name="T35" fmla="*/ 3 h 104"/>
                <a:gd name="T36" fmla="*/ 31 w 254"/>
                <a:gd name="T37" fmla="*/ 3 h 104"/>
                <a:gd name="T38" fmla="*/ 33 w 254"/>
                <a:gd name="T39" fmla="*/ 5 h 104"/>
                <a:gd name="T40" fmla="*/ 36 w 254"/>
                <a:gd name="T41" fmla="*/ 7 h 104"/>
                <a:gd name="T42" fmla="*/ 37 w 254"/>
                <a:gd name="T43" fmla="*/ 7 h 104"/>
                <a:gd name="T44" fmla="*/ 39 w 254"/>
                <a:gd name="T45" fmla="*/ 9 h 104"/>
                <a:gd name="T46" fmla="*/ 39 w 254"/>
                <a:gd name="T47" fmla="*/ 10 h 104"/>
                <a:gd name="T48" fmla="*/ 40 w 254"/>
                <a:gd name="T49" fmla="*/ 10 h 104"/>
                <a:gd name="T50" fmla="*/ 54 w 254"/>
                <a:gd name="T51" fmla="*/ 10 h 104"/>
                <a:gd name="T52" fmla="*/ 64 w 254"/>
                <a:gd name="T53" fmla="*/ 26 h 104"/>
                <a:gd name="T54" fmla="*/ 49 w 254"/>
                <a:gd name="T55" fmla="*/ 25 h 104"/>
                <a:gd name="T56" fmla="*/ 34 w 254"/>
                <a:gd name="T57" fmla="*/ 13 h 104"/>
                <a:gd name="T58" fmla="*/ 0 w 254"/>
                <a:gd name="T59" fmla="*/ 14 h 104"/>
                <a:gd name="T60" fmla="*/ 1 w 254"/>
                <a:gd name="T61" fmla="*/ 1 h 104"/>
                <a:gd name="T62" fmla="*/ 1 w 254"/>
                <a:gd name="T63" fmla="*/ 1 h 10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54"/>
                <a:gd name="T97" fmla="*/ 0 h 104"/>
                <a:gd name="T98" fmla="*/ 254 w 254"/>
                <a:gd name="T99" fmla="*/ 104 h 10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54" h="104">
                  <a:moveTo>
                    <a:pt x="1" y="4"/>
                  </a:moveTo>
                  <a:lnTo>
                    <a:pt x="4" y="3"/>
                  </a:lnTo>
                  <a:lnTo>
                    <a:pt x="11" y="2"/>
                  </a:lnTo>
                  <a:lnTo>
                    <a:pt x="15" y="0"/>
                  </a:lnTo>
                  <a:lnTo>
                    <a:pt x="21" y="0"/>
                  </a:lnTo>
                  <a:lnTo>
                    <a:pt x="27" y="0"/>
                  </a:lnTo>
                  <a:lnTo>
                    <a:pt x="34" y="0"/>
                  </a:lnTo>
                  <a:lnTo>
                    <a:pt x="41" y="0"/>
                  </a:lnTo>
                  <a:lnTo>
                    <a:pt x="49" y="0"/>
                  </a:lnTo>
                  <a:lnTo>
                    <a:pt x="56" y="0"/>
                  </a:lnTo>
                  <a:lnTo>
                    <a:pt x="65" y="0"/>
                  </a:lnTo>
                  <a:lnTo>
                    <a:pt x="73" y="0"/>
                  </a:lnTo>
                  <a:lnTo>
                    <a:pt x="81" y="2"/>
                  </a:lnTo>
                  <a:lnTo>
                    <a:pt x="89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0" y="7"/>
                  </a:lnTo>
                  <a:lnTo>
                    <a:pt x="116" y="10"/>
                  </a:lnTo>
                  <a:lnTo>
                    <a:pt x="123" y="14"/>
                  </a:lnTo>
                  <a:lnTo>
                    <a:pt x="132" y="18"/>
                  </a:lnTo>
                  <a:lnTo>
                    <a:pt x="142" y="25"/>
                  </a:lnTo>
                  <a:lnTo>
                    <a:pt x="147" y="29"/>
                  </a:lnTo>
                  <a:lnTo>
                    <a:pt x="154" y="35"/>
                  </a:lnTo>
                  <a:lnTo>
                    <a:pt x="156" y="38"/>
                  </a:lnTo>
                  <a:lnTo>
                    <a:pt x="158" y="39"/>
                  </a:lnTo>
                  <a:lnTo>
                    <a:pt x="214" y="38"/>
                  </a:lnTo>
                  <a:lnTo>
                    <a:pt x="254" y="104"/>
                  </a:lnTo>
                  <a:lnTo>
                    <a:pt x="194" y="97"/>
                  </a:lnTo>
                  <a:lnTo>
                    <a:pt x="134" y="51"/>
                  </a:lnTo>
                  <a:lnTo>
                    <a:pt x="0" y="57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2" name="Freeform 123"/>
            <p:cNvSpPr>
              <a:spLocks/>
            </p:cNvSpPr>
            <p:nvPr/>
          </p:nvSpPr>
          <p:spPr bwMode="auto">
            <a:xfrm>
              <a:off x="3143" y="2491"/>
              <a:ext cx="171" cy="137"/>
            </a:xfrm>
            <a:custGeom>
              <a:avLst/>
              <a:gdLst>
                <a:gd name="T0" fmla="*/ 40 w 342"/>
                <a:gd name="T1" fmla="*/ 0 h 275"/>
                <a:gd name="T2" fmla="*/ 28 w 342"/>
                <a:gd name="T3" fmla="*/ 0 h 275"/>
                <a:gd name="T4" fmla="*/ 25 w 342"/>
                <a:gd name="T5" fmla="*/ 3 h 275"/>
                <a:gd name="T6" fmla="*/ 24 w 342"/>
                <a:gd name="T7" fmla="*/ 3 h 275"/>
                <a:gd name="T8" fmla="*/ 23 w 342"/>
                <a:gd name="T9" fmla="*/ 3 h 275"/>
                <a:gd name="T10" fmla="*/ 22 w 342"/>
                <a:gd name="T11" fmla="*/ 3 h 275"/>
                <a:gd name="T12" fmla="*/ 21 w 342"/>
                <a:gd name="T13" fmla="*/ 3 h 275"/>
                <a:gd name="T14" fmla="*/ 19 w 342"/>
                <a:gd name="T15" fmla="*/ 4 h 275"/>
                <a:gd name="T16" fmla="*/ 16 w 342"/>
                <a:gd name="T17" fmla="*/ 6 h 275"/>
                <a:gd name="T18" fmla="*/ 14 w 342"/>
                <a:gd name="T19" fmla="*/ 7 h 275"/>
                <a:gd name="T20" fmla="*/ 14 w 342"/>
                <a:gd name="T21" fmla="*/ 8 h 275"/>
                <a:gd name="T22" fmla="*/ 12 w 342"/>
                <a:gd name="T23" fmla="*/ 9 h 275"/>
                <a:gd name="T24" fmla="*/ 11 w 342"/>
                <a:gd name="T25" fmla="*/ 11 h 275"/>
                <a:gd name="T26" fmla="*/ 11 w 342"/>
                <a:gd name="T27" fmla="*/ 12 h 275"/>
                <a:gd name="T28" fmla="*/ 9 w 342"/>
                <a:gd name="T29" fmla="*/ 14 h 275"/>
                <a:gd name="T30" fmla="*/ 7 w 342"/>
                <a:gd name="T31" fmla="*/ 17 h 275"/>
                <a:gd name="T32" fmla="*/ 6 w 342"/>
                <a:gd name="T33" fmla="*/ 19 h 275"/>
                <a:gd name="T34" fmla="*/ 5 w 342"/>
                <a:gd name="T35" fmla="*/ 21 h 275"/>
                <a:gd name="T36" fmla="*/ 5 w 342"/>
                <a:gd name="T37" fmla="*/ 24 h 275"/>
                <a:gd name="T38" fmla="*/ 4 w 342"/>
                <a:gd name="T39" fmla="*/ 26 h 275"/>
                <a:gd name="T40" fmla="*/ 3 w 342"/>
                <a:gd name="T41" fmla="*/ 29 h 275"/>
                <a:gd name="T42" fmla="*/ 2 w 342"/>
                <a:gd name="T43" fmla="*/ 31 h 275"/>
                <a:gd name="T44" fmla="*/ 1 w 342"/>
                <a:gd name="T45" fmla="*/ 33 h 275"/>
                <a:gd name="T46" fmla="*/ 1 w 342"/>
                <a:gd name="T47" fmla="*/ 35 h 275"/>
                <a:gd name="T48" fmla="*/ 1 w 342"/>
                <a:gd name="T49" fmla="*/ 37 h 275"/>
                <a:gd name="T50" fmla="*/ 0 w 342"/>
                <a:gd name="T51" fmla="*/ 39 h 275"/>
                <a:gd name="T52" fmla="*/ 0 w 342"/>
                <a:gd name="T53" fmla="*/ 40 h 275"/>
                <a:gd name="T54" fmla="*/ 5 w 342"/>
                <a:gd name="T55" fmla="*/ 68 h 275"/>
                <a:gd name="T56" fmla="*/ 46 w 342"/>
                <a:gd name="T57" fmla="*/ 55 h 275"/>
                <a:gd name="T58" fmla="*/ 57 w 342"/>
                <a:gd name="T59" fmla="*/ 25 h 275"/>
                <a:gd name="T60" fmla="*/ 83 w 342"/>
                <a:gd name="T61" fmla="*/ 30 h 275"/>
                <a:gd name="T62" fmla="*/ 86 w 342"/>
                <a:gd name="T63" fmla="*/ 17 h 275"/>
                <a:gd name="T64" fmla="*/ 79 w 342"/>
                <a:gd name="T65" fmla="*/ 15 h 275"/>
                <a:gd name="T66" fmla="*/ 59 w 342"/>
                <a:gd name="T67" fmla="*/ 4 h 275"/>
                <a:gd name="T68" fmla="*/ 46 w 342"/>
                <a:gd name="T69" fmla="*/ 4 h 275"/>
                <a:gd name="T70" fmla="*/ 40 w 342"/>
                <a:gd name="T71" fmla="*/ 0 h 275"/>
                <a:gd name="T72" fmla="*/ 40 w 342"/>
                <a:gd name="T73" fmla="*/ 0 h 27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42"/>
                <a:gd name="T112" fmla="*/ 0 h 275"/>
                <a:gd name="T113" fmla="*/ 342 w 342"/>
                <a:gd name="T114" fmla="*/ 275 h 27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42" h="275">
                  <a:moveTo>
                    <a:pt x="160" y="0"/>
                  </a:moveTo>
                  <a:lnTo>
                    <a:pt x="113" y="2"/>
                  </a:lnTo>
                  <a:lnTo>
                    <a:pt x="100" y="15"/>
                  </a:lnTo>
                  <a:lnTo>
                    <a:pt x="97" y="14"/>
                  </a:lnTo>
                  <a:lnTo>
                    <a:pt x="95" y="14"/>
                  </a:lnTo>
                  <a:lnTo>
                    <a:pt x="89" y="14"/>
                  </a:lnTo>
                  <a:lnTo>
                    <a:pt x="82" y="15"/>
                  </a:lnTo>
                  <a:lnTo>
                    <a:pt x="74" y="18"/>
                  </a:lnTo>
                  <a:lnTo>
                    <a:pt x="64" y="24"/>
                  </a:lnTo>
                  <a:lnTo>
                    <a:pt x="59" y="28"/>
                  </a:lnTo>
                  <a:lnTo>
                    <a:pt x="56" y="32"/>
                  </a:lnTo>
                  <a:lnTo>
                    <a:pt x="49" y="37"/>
                  </a:lnTo>
                  <a:lnTo>
                    <a:pt x="46" y="44"/>
                  </a:lnTo>
                  <a:lnTo>
                    <a:pt x="41" y="51"/>
                  </a:lnTo>
                  <a:lnTo>
                    <a:pt x="35" y="59"/>
                  </a:lnTo>
                  <a:lnTo>
                    <a:pt x="31" y="68"/>
                  </a:lnTo>
                  <a:lnTo>
                    <a:pt x="27" y="77"/>
                  </a:lnTo>
                  <a:lnTo>
                    <a:pt x="23" y="87"/>
                  </a:lnTo>
                  <a:lnTo>
                    <a:pt x="19" y="97"/>
                  </a:lnTo>
                  <a:lnTo>
                    <a:pt x="16" y="106"/>
                  </a:lnTo>
                  <a:lnTo>
                    <a:pt x="12" y="117"/>
                  </a:lnTo>
                  <a:lnTo>
                    <a:pt x="8" y="126"/>
                  </a:lnTo>
                  <a:lnTo>
                    <a:pt x="5" y="134"/>
                  </a:lnTo>
                  <a:lnTo>
                    <a:pt x="2" y="141"/>
                  </a:lnTo>
                  <a:lnTo>
                    <a:pt x="1" y="148"/>
                  </a:lnTo>
                  <a:lnTo>
                    <a:pt x="0" y="157"/>
                  </a:lnTo>
                  <a:lnTo>
                    <a:pt x="0" y="162"/>
                  </a:lnTo>
                  <a:lnTo>
                    <a:pt x="20" y="275"/>
                  </a:lnTo>
                  <a:lnTo>
                    <a:pt x="184" y="220"/>
                  </a:lnTo>
                  <a:lnTo>
                    <a:pt x="230" y="102"/>
                  </a:lnTo>
                  <a:lnTo>
                    <a:pt x="332" y="123"/>
                  </a:lnTo>
                  <a:lnTo>
                    <a:pt x="342" y="71"/>
                  </a:lnTo>
                  <a:lnTo>
                    <a:pt x="313" y="62"/>
                  </a:lnTo>
                  <a:lnTo>
                    <a:pt x="237" y="19"/>
                  </a:lnTo>
                  <a:lnTo>
                    <a:pt x="187" y="17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699E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3" name="Freeform 124"/>
            <p:cNvSpPr>
              <a:spLocks/>
            </p:cNvSpPr>
            <p:nvPr/>
          </p:nvSpPr>
          <p:spPr bwMode="auto">
            <a:xfrm>
              <a:off x="3123" y="2495"/>
              <a:ext cx="189" cy="163"/>
            </a:xfrm>
            <a:custGeom>
              <a:avLst/>
              <a:gdLst>
                <a:gd name="T0" fmla="*/ 41 w 380"/>
                <a:gd name="T1" fmla="*/ 0 h 328"/>
                <a:gd name="T2" fmla="*/ 35 w 380"/>
                <a:gd name="T3" fmla="*/ 19 h 328"/>
                <a:gd name="T4" fmla="*/ 37 w 380"/>
                <a:gd name="T5" fmla="*/ 25 h 328"/>
                <a:gd name="T6" fmla="*/ 36 w 380"/>
                <a:gd name="T7" fmla="*/ 38 h 328"/>
                <a:gd name="T8" fmla="*/ 44 w 380"/>
                <a:gd name="T9" fmla="*/ 44 h 328"/>
                <a:gd name="T10" fmla="*/ 31 w 380"/>
                <a:gd name="T11" fmla="*/ 58 h 328"/>
                <a:gd name="T12" fmla="*/ 29 w 380"/>
                <a:gd name="T13" fmla="*/ 47 h 328"/>
                <a:gd name="T14" fmla="*/ 22 w 380"/>
                <a:gd name="T15" fmla="*/ 30 h 328"/>
                <a:gd name="T16" fmla="*/ 20 w 380"/>
                <a:gd name="T17" fmla="*/ 18 h 328"/>
                <a:gd name="T18" fmla="*/ 18 w 380"/>
                <a:gd name="T19" fmla="*/ 20 h 328"/>
                <a:gd name="T20" fmla="*/ 15 w 380"/>
                <a:gd name="T21" fmla="*/ 25 h 328"/>
                <a:gd name="T22" fmla="*/ 12 w 380"/>
                <a:gd name="T23" fmla="*/ 29 h 328"/>
                <a:gd name="T24" fmla="*/ 10 w 380"/>
                <a:gd name="T25" fmla="*/ 33 h 328"/>
                <a:gd name="T26" fmla="*/ 9 w 380"/>
                <a:gd name="T27" fmla="*/ 36 h 328"/>
                <a:gd name="T28" fmla="*/ 7 w 380"/>
                <a:gd name="T29" fmla="*/ 40 h 328"/>
                <a:gd name="T30" fmla="*/ 6 w 380"/>
                <a:gd name="T31" fmla="*/ 43 h 328"/>
                <a:gd name="T32" fmla="*/ 5 w 380"/>
                <a:gd name="T33" fmla="*/ 47 h 328"/>
                <a:gd name="T34" fmla="*/ 4 w 380"/>
                <a:gd name="T35" fmla="*/ 52 h 328"/>
                <a:gd name="T36" fmla="*/ 3 w 380"/>
                <a:gd name="T37" fmla="*/ 55 h 328"/>
                <a:gd name="T38" fmla="*/ 7 w 380"/>
                <a:gd name="T39" fmla="*/ 62 h 328"/>
                <a:gd name="T40" fmla="*/ 0 w 380"/>
                <a:gd name="T41" fmla="*/ 81 h 328"/>
                <a:gd name="T42" fmla="*/ 67 w 380"/>
                <a:gd name="T43" fmla="*/ 37 h 328"/>
                <a:gd name="T44" fmla="*/ 80 w 380"/>
                <a:gd name="T45" fmla="*/ 27 h 328"/>
                <a:gd name="T46" fmla="*/ 93 w 380"/>
                <a:gd name="T47" fmla="*/ 35 h 328"/>
                <a:gd name="T48" fmla="*/ 90 w 380"/>
                <a:gd name="T49" fmla="*/ 19 h 328"/>
                <a:gd name="T50" fmla="*/ 85 w 380"/>
                <a:gd name="T51" fmla="*/ 17 h 328"/>
                <a:gd name="T52" fmla="*/ 83 w 380"/>
                <a:gd name="T53" fmla="*/ 17 h 328"/>
                <a:gd name="T54" fmla="*/ 80 w 380"/>
                <a:gd name="T55" fmla="*/ 17 h 328"/>
                <a:gd name="T56" fmla="*/ 77 w 380"/>
                <a:gd name="T57" fmla="*/ 18 h 328"/>
                <a:gd name="T58" fmla="*/ 73 w 380"/>
                <a:gd name="T59" fmla="*/ 18 h 328"/>
                <a:gd name="T60" fmla="*/ 70 w 380"/>
                <a:gd name="T61" fmla="*/ 18 h 328"/>
                <a:gd name="T62" fmla="*/ 66 w 380"/>
                <a:gd name="T63" fmla="*/ 19 h 328"/>
                <a:gd name="T64" fmla="*/ 65 w 380"/>
                <a:gd name="T65" fmla="*/ 15 h 328"/>
                <a:gd name="T66" fmla="*/ 67 w 380"/>
                <a:gd name="T67" fmla="*/ 9 h 328"/>
                <a:gd name="T68" fmla="*/ 64 w 380"/>
                <a:gd name="T69" fmla="*/ 21 h 328"/>
                <a:gd name="T70" fmla="*/ 52 w 380"/>
                <a:gd name="T71" fmla="*/ 39 h 328"/>
                <a:gd name="T72" fmla="*/ 46 w 380"/>
                <a:gd name="T73" fmla="*/ 21 h 328"/>
                <a:gd name="T74" fmla="*/ 59 w 380"/>
                <a:gd name="T75" fmla="*/ 4 h 328"/>
                <a:gd name="T76" fmla="*/ 45 w 380"/>
                <a:gd name="T77" fmla="*/ 0 h 32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380"/>
                <a:gd name="T118" fmla="*/ 0 h 328"/>
                <a:gd name="T119" fmla="*/ 380 w 380"/>
                <a:gd name="T120" fmla="*/ 328 h 32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380" h="328">
                  <a:moveTo>
                    <a:pt x="182" y="2"/>
                  </a:moveTo>
                  <a:lnTo>
                    <a:pt x="164" y="2"/>
                  </a:lnTo>
                  <a:lnTo>
                    <a:pt x="152" y="27"/>
                  </a:lnTo>
                  <a:lnTo>
                    <a:pt x="141" y="76"/>
                  </a:lnTo>
                  <a:lnTo>
                    <a:pt x="164" y="82"/>
                  </a:lnTo>
                  <a:lnTo>
                    <a:pt x="148" y="101"/>
                  </a:lnTo>
                  <a:lnTo>
                    <a:pt x="126" y="93"/>
                  </a:lnTo>
                  <a:lnTo>
                    <a:pt x="146" y="154"/>
                  </a:lnTo>
                  <a:lnTo>
                    <a:pt x="162" y="151"/>
                  </a:lnTo>
                  <a:lnTo>
                    <a:pt x="179" y="180"/>
                  </a:lnTo>
                  <a:lnTo>
                    <a:pt x="152" y="203"/>
                  </a:lnTo>
                  <a:lnTo>
                    <a:pt x="124" y="235"/>
                  </a:lnTo>
                  <a:lnTo>
                    <a:pt x="102" y="217"/>
                  </a:lnTo>
                  <a:lnTo>
                    <a:pt x="119" y="189"/>
                  </a:lnTo>
                  <a:lnTo>
                    <a:pt x="102" y="177"/>
                  </a:lnTo>
                  <a:lnTo>
                    <a:pt x="91" y="123"/>
                  </a:lnTo>
                  <a:lnTo>
                    <a:pt x="83" y="74"/>
                  </a:lnTo>
                  <a:lnTo>
                    <a:pt x="82" y="74"/>
                  </a:lnTo>
                  <a:lnTo>
                    <a:pt x="79" y="78"/>
                  </a:lnTo>
                  <a:lnTo>
                    <a:pt x="73" y="83"/>
                  </a:lnTo>
                  <a:lnTo>
                    <a:pt x="68" y="92"/>
                  </a:lnTo>
                  <a:lnTo>
                    <a:pt x="61" y="101"/>
                  </a:lnTo>
                  <a:lnTo>
                    <a:pt x="54" y="111"/>
                  </a:lnTo>
                  <a:lnTo>
                    <a:pt x="50" y="118"/>
                  </a:lnTo>
                  <a:lnTo>
                    <a:pt x="47" y="125"/>
                  </a:lnTo>
                  <a:lnTo>
                    <a:pt x="43" y="132"/>
                  </a:lnTo>
                  <a:lnTo>
                    <a:pt x="42" y="138"/>
                  </a:lnTo>
                  <a:lnTo>
                    <a:pt x="37" y="145"/>
                  </a:lnTo>
                  <a:lnTo>
                    <a:pt x="35" y="152"/>
                  </a:lnTo>
                  <a:lnTo>
                    <a:pt x="31" y="161"/>
                  </a:lnTo>
                  <a:lnTo>
                    <a:pt x="29" y="169"/>
                  </a:lnTo>
                  <a:lnTo>
                    <a:pt x="25" y="176"/>
                  </a:lnTo>
                  <a:lnTo>
                    <a:pt x="25" y="183"/>
                  </a:lnTo>
                  <a:lnTo>
                    <a:pt x="22" y="189"/>
                  </a:lnTo>
                  <a:lnTo>
                    <a:pt x="21" y="196"/>
                  </a:lnTo>
                  <a:lnTo>
                    <a:pt x="17" y="209"/>
                  </a:lnTo>
                  <a:lnTo>
                    <a:pt x="17" y="217"/>
                  </a:lnTo>
                  <a:lnTo>
                    <a:pt x="15" y="224"/>
                  </a:lnTo>
                  <a:lnTo>
                    <a:pt x="15" y="227"/>
                  </a:lnTo>
                  <a:lnTo>
                    <a:pt x="29" y="250"/>
                  </a:lnTo>
                  <a:lnTo>
                    <a:pt x="4" y="276"/>
                  </a:lnTo>
                  <a:lnTo>
                    <a:pt x="0" y="328"/>
                  </a:lnTo>
                  <a:lnTo>
                    <a:pt x="221" y="242"/>
                  </a:lnTo>
                  <a:lnTo>
                    <a:pt x="269" y="149"/>
                  </a:lnTo>
                  <a:lnTo>
                    <a:pt x="276" y="109"/>
                  </a:lnTo>
                  <a:lnTo>
                    <a:pt x="322" y="111"/>
                  </a:lnTo>
                  <a:lnTo>
                    <a:pt x="317" y="132"/>
                  </a:lnTo>
                  <a:lnTo>
                    <a:pt x="375" y="140"/>
                  </a:lnTo>
                  <a:lnTo>
                    <a:pt x="380" y="86"/>
                  </a:lnTo>
                  <a:lnTo>
                    <a:pt x="363" y="78"/>
                  </a:lnTo>
                  <a:lnTo>
                    <a:pt x="337" y="97"/>
                  </a:lnTo>
                  <a:lnTo>
                    <a:pt x="341" y="69"/>
                  </a:lnTo>
                  <a:lnTo>
                    <a:pt x="338" y="69"/>
                  </a:lnTo>
                  <a:lnTo>
                    <a:pt x="333" y="69"/>
                  </a:lnTo>
                  <a:lnTo>
                    <a:pt x="327" y="69"/>
                  </a:lnTo>
                  <a:lnTo>
                    <a:pt x="322" y="69"/>
                  </a:lnTo>
                  <a:lnTo>
                    <a:pt x="316" y="71"/>
                  </a:lnTo>
                  <a:lnTo>
                    <a:pt x="311" y="72"/>
                  </a:lnTo>
                  <a:lnTo>
                    <a:pt x="302" y="72"/>
                  </a:lnTo>
                  <a:lnTo>
                    <a:pt x="295" y="72"/>
                  </a:lnTo>
                  <a:lnTo>
                    <a:pt x="288" y="74"/>
                  </a:lnTo>
                  <a:lnTo>
                    <a:pt x="282" y="75"/>
                  </a:lnTo>
                  <a:lnTo>
                    <a:pt x="271" y="78"/>
                  </a:lnTo>
                  <a:lnTo>
                    <a:pt x="268" y="79"/>
                  </a:lnTo>
                  <a:lnTo>
                    <a:pt x="290" y="61"/>
                  </a:lnTo>
                  <a:lnTo>
                    <a:pt x="262" y="61"/>
                  </a:lnTo>
                  <a:lnTo>
                    <a:pt x="254" y="57"/>
                  </a:lnTo>
                  <a:lnTo>
                    <a:pt x="269" y="38"/>
                  </a:lnTo>
                  <a:lnTo>
                    <a:pt x="246" y="47"/>
                  </a:lnTo>
                  <a:lnTo>
                    <a:pt x="257" y="85"/>
                  </a:lnTo>
                  <a:lnTo>
                    <a:pt x="226" y="127"/>
                  </a:lnTo>
                  <a:lnTo>
                    <a:pt x="211" y="158"/>
                  </a:lnTo>
                  <a:lnTo>
                    <a:pt x="171" y="115"/>
                  </a:lnTo>
                  <a:lnTo>
                    <a:pt x="184" y="86"/>
                  </a:lnTo>
                  <a:lnTo>
                    <a:pt x="211" y="109"/>
                  </a:lnTo>
                  <a:lnTo>
                    <a:pt x="237" y="17"/>
                  </a:lnTo>
                  <a:lnTo>
                    <a:pt x="213" y="0"/>
                  </a:lnTo>
                  <a:lnTo>
                    <a:pt x="182" y="2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4" name="Freeform 125"/>
            <p:cNvSpPr>
              <a:spLocks/>
            </p:cNvSpPr>
            <p:nvPr/>
          </p:nvSpPr>
          <p:spPr bwMode="auto">
            <a:xfrm>
              <a:off x="3212" y="2509"/>
              <a:ext cx="23" cy="45"/>
            </a:xfrm>
            <a:custGeom>
              <a:avLst/>
              <a:gdLst>
                <a:gd name="T0" fmla="*/ 0 w 46"/>
                <a:gd name="T1" fmla="*/ 3 h 90"/>
                <a:gd name="T2" fmla="*/ 11 w 46"/>
                <a:gd name="T3" fmla="*/ 0 h 90"/>
                <a:gd name="T4" fmla="*/ 11 w 46"/>
                <a:gd name="T5" fmla="*/ 1 h 90"/>
                <a:gd name="T6" fmla="*/ 12 w 46"/>
                <a:gd name="T7" fmla="*/ 3 h 90"/>
                <a:gd name="T8" fmla="*/ 12 w 46"/>
                <a:gd name="T9" fmla="*/ 3 h 90"/>
                <a:gd name="T10" fmla="*/ 12 w 46"/>
                <a:gd name="T11" fmla="*/ 5 h 90"/>
                <a:gd name="T12" fmla="*/ 12 w 46"/>
                <a:gd name="T13" fmla="*/ 6 h 90"/>
                <a:gd name="T14" fmla="*/ 12 w 46"/>
                <a:gd name="T15" fmla="*/ 9 h 90"/>
                <a:gd name="T16" fmla="*/ 11 w 46"/>
                <a:gd name="T17" fmla="*/ 10 h 90"/>
                <a:gd name="T18" fmla="*/ 11 w 46"/>
                <a:gd name="T19" fmla="*/ 12 h 90"/>
                <a:gd name="T20" fmla="*/ 10 w 46"/>
                <a:gd name="T21" fmla="*/ 15 h 90"/>
                <a:gd name="T22" fmla="*/ 9 w 46"/>
                <a:gd name="T23" fmla="*/ 18 h 90"/>
                <a:gd name="T24" fmla="*/ 9 w 46"/>
                <a:gd name="T25" fmla="*/ 19 h 90"/>
                <a:gd name="T26" fmla="*/ 8 w 46"/>
                <a:gd name="T27" fmla="*/ 21 h 90"/>
                <a:gd name="T28" fmla="*/ 7 w 46"/>
                <a:gd name="T29" fmla="*/ 22 h 90"/>
                <a:gd name="T30" fmla="*/ 7 w 46"/>
                <a:gd name="T31" fmla="*/ 23 h 90"/>
                <a:gd name="T32" fmla="*/ 0 w 46"/>
                <a:gd name="T33" fmla="*/ 3 h 90"/>
                <a:gd name="T34" fmla="*/ 0 w 46"/>
                <a:gd name="T35" fmla="*/ 3 h 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"/>
                <a:gd name="T55" fmla="*/ 0 h 90"/>
                <a:gd name="T56" fmla="*/ 46 w 46"/>
                <a:gd name="T57" fmla="*/ 90 h 9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" h="90">
                  <a:moveTo>
                    <a:pt x="0" y="14"/>
                  </a:moveTo>
                  <a:lnTo>
                    <a:pt x="42" y="0"/>
                  </a:lnTo>
                  <a:lnTo>
                    <a:pt x="42" y="2"/>
                  </a:lnTo>
                  <a:lnTo>
                    <a:pt x="45" y="9"/>
                  </a:lnTo>
                  <a:lnTo>
                    <a:pt x="45" y="11"/>
                  </a:lnTo>
                  <a:lnTo>
                    <a:pt x="46" y="17"/>
                  </a:lnTo>
                  <a:lnTo>
                    <a:pt x="46" y="24"/>
                  </a:lnTo>
                  <a:lnTo>
                    <a:pt x="46" y="34"/>
                  </a:lnTo>
                  <a:lnTo>
                    <a:pt x="43" y="40"/>
                  </a:lnTo>
                  <a:lnTo>
                    <a:pt x="42" y="50"/>
                  </a:lnTo>
                  <a:lnTo>
                    <a:pt x="39" y="60"/>
                  </a:lnTo>
                  <a:lnTo>
                    <a:pt x="36" y="69"/>
                  </a:lnTo>
                  <a:lnTo>
                    <a:pt x="34" y="75"/>
                  </a:lnTo>
                  <a:lnTo>
                    <a:pt x="32" y="82"/>
                  </a:lnTo>
                  <a:lnTo>
                    <a:pt x="31" y="87"/>
                  </a:lnTo>
                  <a:lnTo>
                    <a:pt x="31" y="9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D1BDB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5" name="Freeform 126"/>
            <p:cNvSpPr>
              <a:spLocks/>
            </p:cNvSpPr>
            <p:nvPr/>
          </p:nvSpPr>
          <p:spPr bwMode="auto">
            <a:xfrm>
              <a:off x="3206" y="2452"/>
              <a:ext cx="52" cy="73"/>
            </a:xfrm>
            <a:custGeom>
              <a:avLst/>
              <a:gdLst>
                <a:gd name="T0" fmla="*/ 24 w 105"/>
                <a:gd name="T1" fmla="*/ 0 h 146"/>
                <a:gd name="T2" fmla="*/ 26 w 105"/>
                <a:gd name="T3" fmla="*/ 9 h 146"/>
                <a:gd name="T4" fmla="*/ 23 w 105"/>
                <a:gd name="T5" fmla="*/ 10 h 146"/>
                <a:gd name="T6" fmla="*/ 20 w 105"/>
                <a:gd name="T7" fmla="*/ 19 h 146"/>
                <a:gd name="T8" fmla="*/ 16 w 105"/>
                <a:gd name="T9" fmla="*/ 20 h 146"/>
                <a:gd name="T10" fmla="*/ 13 w 105"/>
                <a:gd name="T11" fmla="*/ 34 h 146"/>
                <a:gd name="T12" fmla="*/ 12 w 105"/>
                <a:gd name="T13" fmla="*/ 34 h 146"/>
                <a:gd name="T14" fmla="*/ 11 w 105"/>
                <a:gd name="T15" fmla="*/ 36 h 146"/>
                <a:gd name="T16" fmla="*/ 9 w 105"/>
                <a:gd name="T17" fmla="*/ 37 h 146"/>
                <a:gd name="T18" fmla="*/ 7 w 105"/>
                <a:gd name="T19" fmla="*/ 37 h 146"/>
                <a:gd name="T20" fmla="*/ 5 w 105"/>
                <a:gd name="T21" fmla="*/ 35 h 146"/>
                <a:gd name="T22" fmla="*/ 2 w 105"/>
                <a:gd name="T23" fmla="*/ 33 h 146"/>
                <a:gd name="T24" fmla="*/ 0 w 105"/>
                <a:gd name="T25" fmla="*/ 30 h 146"/>
                <a:gd name="T26" fmla="*/ 0 w 105"/>
                <a:gd name="T27" fmla="*/ 29 h 146"/>
                <a:gd name="T28" fmla="*/ 3 w 105"/>
                <a:gd name="T29" fmla="*/ 10 h 146"/>
                <a:gd name="T30" fmla="*/ 12 w 105"/>
                <a:gd name="T31" fmla="*/ 1 h 146"/>
                <a:gd name="T32" fmla="*/ 24 w 105"/>
                <a:gd name="T33" fmla="*/ 0 h 146"/>
                <a:gd name="T34" fmla="*/ 24 w 105"/>
                <a:gd name="T35" fmla="*/ 0 h 14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5"/>
                <a:gd name="T55" fmla="*/ 0 h 146"/>
                <a:gd name="T56" fmla="*/ 105 w 105"/>
                <a:gd name="T57" fmla="*/ 146 h 14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5" h="146">
                  <a:moveTo>
                    <a:pt x="97" y="0"/>
                  </a:moveTo>
                  <a:lnTo>
                    <a:pt x="105" y="34"/>
                  </a:lnTo>
                  <a:lnTo>
                    <a:pt x="94" y="40"/>
                  </a:lnTo>
                  <a:lnTo>
                    <a:pt x="81" y="79"/>
                  </a:lnTo>
                  <a:lnTo>
                    <a:pt x="65" y="81"/>
                  </a:lnTo>
                  <a:lnTo>
                    <a:pt x="52" y="135"/>
                  </a:lnTo>
                  <a:lnTo>
                    <a:pt x="50" y="136"/>
                  </a:lnTo>
                  <a:lnTo>
                    <a:pt x="46" y="141"/>
                  </a:lnTo>
                  <a:lnTo>
                    <a:pt x="39" y="145"/>
                  </a:lnTo>
                  <a:lnTo>
                    <a:pt x="30" y="146"/>
                  </a:lnTo>
                  <a:lnTo>
                    <a:pt x="21" y="138"/>
                  </a:lnTo>
                  <a:lnTo>
                    <a:pt x="11" y="130"/>
                  </a:lnTo>
                  <a:lnTo>
                    <a:pt x="3" y="120"/>
                  </a:lnTo>
                  <a:lnTo>
                    <a:pt x="0" y="117"/>
                  </a:lnTo>
                  <a:lnTo>
                    <a:pt x="12" y="40"/>
                  </a:lnTo>
                  <a:lnTo>
                    <a:pt x="51" y="7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6" name="Freeform 127"/>
            <p:cNvSpPr>
              <a:spLocks/>
            </p:cNvSpPr>
            <p:nvPr/>
          </p:nvSpPr>
          <p:spPr bwMode="auto">
            <a:xfrm>
              <a:off x="3205" y="2454"/>
              <a:ext cx="32" cy="35"/>
            </a:xfrm>
            <a:custGeom>
              <a:avLst/>
              <a:gdLst>
                <a:gd name="T0" fmla="*/ 13 w 65"/>
                <a:gd name="T1" fmla="*/ 9 h 70"/>
                <a:gd name="T2" fmla="*/ 12 w 65"/>
                <a:gd name="T3" fmla="*/ 8 h 70"/>
                <a:gd name="T4" fmla="*/ 10 w 65"/>
                <a:gd name="T5" fmla="*/ 7 h 70"/>
                <a:gd name="T6" fmla="*/ 8 w 65"/>
                <a:gd name="T7" fmla="*/ 8 h 70"/>
                <a:gd name="T8" fmla="*/ 8 w 65"/>
                <a:gd name="T9" fmla="*/ 9 h 70"/>
                <a:gd name="T10" fmla="*/ 9 w 65"/>
                <a:gd name="T11" fmla="*/ 11 h 70"/>
                <a:gd name="T12" fmla="*/ 10 w 65"/>
                <a:gd name="T13" fmla="*/ 13 h 70"/>
                <a:gd name="T14" fmla="*/ 5 w 65"/>
                <a:gd name="T15" fmla="*/ 18 h 70"/>
                <a:gd name="T16" fmla="*/ 4 w 65"/>
                <a:gd name="T17" fmla="*/ 18 h 70"/>
                <a:gd name="T18" fmla="*/ 3 w 65"/>
                <a:gd name="T19" fmla="*/ 17 h 70"/>
                <a:gd name="T20" fmla="*/ 1 w 65"/>
                <a:gd name="T21" fmla="*/ 14 h 70"/>
                <a:gd name="T22" fmla="*/ 0 w 65"/>
                <a:gd name="T23" fmla="*/ 11 h 70"/>
                <a:gd name="T24" fmla="*/ 0 w 65"/>
                <a:gd name="T25" fmla="*/ 10 h 70"/>
                <a:gd name="T26" fmla="*/ 0 w 65"/>
                <a:gd name="T27" fmla="*/ 9 h 70"/>
                <a:gd name="T28" fmla="*/ 0 w 65"/>
                <a:gd name="T29" fmla="*/ 7 h 70"/>
                <a:gd name="T30" fmla="*/ 0 w 65"/>
                <a:gd name="T31" fmla="*/ 5 h 70"/>
                <a:gd name="T32" fmla="*/ 1 w 65"/>
                <a:gd name="T33" fmla="*/ 2 h 70"/>
                <a:gd name="T34" fmla="*/ 2 w 65"/>
                <a:gd name="T35" fmla="*/ 2 h 70"/>
                <a:gd name="T36" fmla="*/ 16 w 65"/>
                <a:gd name="T37" fmla="*/ 0 h 70"/>
                <a:gd name="T38" fmla="*/ 15 w 65"/>
                <a:gd name="T39" fmla="*/ 5 h 70"/>
                <a:gd name="T40" fmla="*/ 13 w 65"/>
                <a:gd name="T41" fmla="*/ 9 h 70"/>
                <a:gd name="T42" fmla="*/ 13 w 65"/>
                <a:gd name="T43" fmla="*/ 9 h 7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65"/>
                <a:gd name="T67" fmla="*/ 0 h 70"/>
                <a:gd name="T68" fmla="*/ 65 w 65"/>
                <a:gd name="T69" fmla="*/ 70 h 7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65" h="70">
                  <a:moveTo>
                    <a:pt x="54" y="33"/>
                  </a:moveTo>
                  <a:lnTo>
                    <a:pt x="49" y="32"/>
                  </a:lnTo>
                  <a:lnTo>
                    <a:pt x="40" y="30"/>
                  </a:lnTo>
                  <a:lnTo>
                    <a:pt x="32" y="32"/>
                  </a:lnTo>
                  <a:lnTo>
                    <a:pt x="32" y="39"/>
                  </a:lnTo>
                  <a:lnTo>
                    <a:pt x="36" y="47"/>
                  </a:lnTo>
                  <a:lnTo>
                    <a:pt x="40" y="52"/>
                  </a:lnTo>
                  <a:lnTo>
                    <a:pt x="20" y="70"/>
                  </a:lnTo>
                  <a:lnTo>
                    <a:pt x="17" y="69"/>
                  </a:lnTo>
                  <a:lnTo>
                    <a:pt x="13" y="65"/>
                  </a:lnTo>
                  <a:lnTo>
                    <a:pt x="7" y="58"/>
                  </a:lnTo>
                  <a:lnTo>
                    <a:pt x="3" y="47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2" y="28"/>
                  </a:lnTo>
                  <a:lnTo>
                    <a:pt x="3" y="21"/>
                  </a:lnTo>
                  <a:lnTo>
                    <a:pt x="6" y="11"/>
                  </a:lnTo>
                  <a:lnTo>
                    <a:pt x="9" y="8"/>
                  </a:lnTo>
                  <a:lnTo>
                    <a:pt x="65" y="0"/>
                  </a:lnTo>
                  <a:lnTo>
                    <a:pt x="62" y="23"/>
                  </a:lnTo>
                  <a:lnTo>
                    <a:pt x="54" y="33"/>
                  </a:lnTo>
                  <a:close/>
                </a:path>
              </a:pathLst>
            </a:custGeom>
            <a:solidFill>
              <a:srgbClr val="FFA6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7" name="Freeform 128"/>
            <p:cNvSpPr>
              <a:spLocks/>
            </p:cNvSpPr>
            <p:nvPr/>
          </p:nvSpPr>
          <p:spPr bwMode="auto">
            <a:xfrm>
              <a:off x="3189" y="2419"/>
              <a:ext cx="83" cy="45"/>
            </a:xfrm>
            <a:custGeom>
              <a:avLst/>
              <a:gdLst>
                <a:gd name="T0" fmla="*/ 5 w 165"/>
                <a:gd name="T1" fmla="*/ 22 h 91"/>
                <a:gd name="T2" fmla="*/ 32 w 165"/>
                <a:gd name="T3" fmla="*/ 18 h 91"/>
                <a:gd name="T4" fmla="*/ 35 w 165"/>
                <a:gd name="T5" fmla="*/ 16 h 91"/>
                <a:gd name="T6" fmla="*/ 42 w 165"/>
                <a:gd name="T7" fmla="*/ 15 h 91"/>
                <a:gd name="T8" fmla="*/ 41 w 165"/>
                <a:gd name="T9" fmla="*/ 12 h 91"/>
                <a:gd name="T10" fmla="*/ 36 w 165"/>
                <a:gd name="T11" fmla="*/ 12 h 91"/>
                <a:gd name="T12" fmla="*/ 35 w 165"/>
                <a:gd name="T13" fmla="*/ 11 h 91"/>
                <a:gd name="T14" fmla="*/ 34 w 165"/>
                <a:gd name="T15" fmla="*/ 10 h 91"/>
                <a:gd name="T16" fmla="*/ 33 w 165"/>
                <a:gd name="T17" fmla="*/ 9 h 91"/>
                <a:gd name="T18" fmla="*/ 32 w 165"/>
                <a:gd name="T19" fmla="*/ 7 h 91"/>
                <a:gd name="T20" fmla="*/ 30 w 165"/>
                <a:gd name="T21" fmla="*/ 6 h 91"/>
                <a:gd name="T22" fmla="*/ 28 w 165"/>
                <a:gd name="T23" fmla="*/ 4 h 91"/>
                <a:gd name="T24" fmla="*/ 26 w 165"/>
                <a:gd name="T25" fmla="*/ 2 h 91"/>
                <a:gd name="T26" fmla="*/ 24 w 165"/>
                <a:gd name="T27" fmla="*/ 1 h 91"/>
                <a:gd name="T28" fmla="*/ 22 w 165"/>
                <a:gd name="T29" fmla="*/ 0 h 91"/>
                <a:gd name="T30" fmla="*/ 20 w 165"/>
                <a:gd name="T31" fmla="*/ 0 h 91"/>
                <a:gd name="T32" fmla="*/ 17 w 165"/>
                <a:gd name="T33" fmla="*/ 0 h 91"/>
                <a:gd name="T34" fmla="*/ 15 w 165"/>
                <a:gd name="T35" fmla="*/ 0 h 91"/>
                <a:gd name="T36" fmla="*/ 13 w 165"/>
                <a:gd name="T37" fmla="*/ 0 h 91"/>
                <a:gd name="T38" fmla="*/ 11 w 165"/>
                <a:gd name="T39" fmla="*/ 2 h 91"/>
                <a:gd name="T40" fmla="*/ 9 w 165"/>
                <a:gd name="T41" fmla="*/ 2 h 91"/>
                <a:gd name="T42" fmla="*/ 8 w 165"/>
                <a:gd name="T43" fmla="*/ 4 h 91"/>
                <a:gd name="T44" fmla="*/ 7 w 165"/>
                <a:gd name="T45" fmla="*/ 6 h 91"/>
                <a:gd name="T46" fmla="*/ 6 w 165"/>
                <a:gd name="T47" fmla="*/ 7 h 91"/>
                <a:gd name="T48" fmla="*/ 5 w 165"/>
                <a:gd name="T49" fmla="*/ 9 h 91"/>
                <a:gd name="T50" fmla="*/ 5 w 165"/>
                <a:gd name="T51" fmla="*/ 11 h 91"/>
                <a:gd name="T52" fmla="*/ 4 w 165"/>
                <a:gd name="T53" fmla="*/ 13 h 91"/>
                <a:gd name="T54" fmla="*/ 4 w 165"/>
                <a:gd name="T55" fmla="*/ 14 h 91"/>
                <a:gd name="T56" fmla="*/ 3 w 165"/>
                <a:gd name="T57" fmla="*/ 16 h 91"/>
                <a:gd name="T58" fmla="*/ 3 w 165"/>
                <a:gd name="T59" fmla="*/ 17 h 91"/>
                <a:gd name="T60" fmla="*/ 2 w 165"/>
                <a:gd name="T61" fmla="*/ 19 h 91"/>
                <a:gd name="T62" fmla="*/ 1 w 165"/>
                <a:gd name="T63" fmla="*/ 19 h 91"/>
                <a:gd name="T64" fmla="*/ 0 w 165"/>
                <a:gd name="T65" fmla="*/ 19 h 91"/>
                <a:gd name="T66" fmla="*/ 0 w 165"/>
                <a:gd name="T67" fmla="*/ 20 h 91"/>
                <a:gd name="T68" fmla="*/ 1 w 165"/>
                <a:gd name="T69" fmla="*/ 22 h 91"/>
                <a:gd name="T70" fmla="*/ 5 w 165"/>
                <a:gd name="T71" fmla="*/ 22 h 91"/>
                <a:gd name="T72" fmla="*/ 5 w 165"/>
                <a:gd name="T73" fmla="*/ 22 h 9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65"/>
                <a:gd name="T112" fmla="*/ 0 h 91"/>
                <a:gd name="T113" fmla="*/ 165 w 165"/>
                <a:gd name="T114" fmla="*/ 91 h 9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65" h="91">
                  <a:moveTo>
                    <a:pt x="18" y="88"/>
                  </a:moveTo>
                  <a:lnTo>
                    <a:pt x="127" y="73"/>
                  </a:lnTo>
                  <a:lnTo>
                    <a:pt x="138" y="66"/>
                  </a:lnTo>
                  <a:lnTo>
                    <a:pt x="165" y="60"/>
                  </a:lnTo>
                  <a:lnTo>
                    <a:pt x="164" y="49"/>
                  </a:lnTo>
                  <a:lnTo>
                    <a:pt x="141" y="49"/>
                  </a:lnTo>
                  <a:lnTo>
                    <a:pt x="138" y="47"/>
                  </a:lnTo>
                  <a:lnTo>
                    <a:pt x="135" y="42"/>
                  </a:lnTo>
                  <a:lnTo>
                    <a:pt x="131" y="37"/>
                  </a:lnTo>
                  <a:lnTo>
                    <a:pt x="127" y="31"/>
                  </a:lnTo>
                  <a:lnTo>
                    <a:pt x="120" y="24"/>
                  </a:lnTo>
                  <a:lnTo>
                    <a:pt x="112" y="16"/>
                  </a:lnTo>
                  <a:lnTo>
                    <a:pt x="103" y="11"/>
                  </a:lnTo>
                  <a:lnTo>
                    <a:pt x="95" y="7"/>
                  </a:lnTo>
                  <a:lnTo>
                    <a:pt x="87" y="1"/>
                  </a:lnTo>
                  <a:lnTo>
                    <a:pt x="77" y="0"/>
                  </a:lnTo>
                  <a:lnTo>
                    <a:pt x="68" y="0"/>
                  </a:lnTo>
                  <a:lnTo>
                    <a:pt x="59" y="1"/>
                  </a:lnTo>
                  <a:lnTo>
                    <a:pt x="50" y="2"/>
                  </a:lnTo>
                  <a:lnTo>
                    <a:pt x="43" y="8"/>
                  </a:lnTo>
                  <a:lnTo>
                    <a:pt x="36" y="11"/>
                  </a:lnTo>
                  <a:lnTo>
                    <a:pt x="30" y="18"/>
                  </a:lnTo>
                  <a:lnTo>
                    <a:pt x="25" y="24"/>
                  </a:lnTo>
                  <a:lnTo>
                    <a:pt x="21" y="31"/>
                  </a:lnTo>
                  <a:lnTo>
                    <a:pt x="18" y="38"/>
                  </a:lnTo>
                  <a:lnTo>
                    <a:pt x="17" y="47"/>
                  </a:lnTo>
                  <a:lnTo>
                    <a:pt x="14" y="52"/>
                  </a:lnTo>
                  <a:lnTo>
                    <a:pt x="14" y="59"/>
                  </a:lnTo>
                  <a:lnTo>
                    <a:pt x="12" y="66"/>
                  </a:lnTo>
                  <a:lnTo>
                    <a:pt x="11" y="71"/>
                  </a:lnTo>
                  <a:lnTo>
                    <a:pt x="7" y="76"/>
                  </a:lnTo>
                  <a:lnTo>
                    <a:pt x="4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4" y="91"/>
                  </a:lnTo>
                  <a:lnTo>
                    <a:pt x="18" y="88"/>
                  </a:lnTo>
                  <a:close/>
                </a:path>
              </a:pathLst>
            </a:custGeom>
            <a:solidFill>
              <a:srgbClr val="75696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8" name="Freeform 129"/>
            <p:cNvSpPr>
              <a:spLocks/>
            </p:cNvSpPr>
            <p:nvPr/>
          </p:nvSpPr>
          <p:spPr bwMode="auto">
            <a:xfrm>
              <a:off x="3193" y="2428"/>
              <a:ext cx="57" cy="38"/>
            </a:xfrm>
            <a:custGeom>
              <a:avLst/>
              <a:gdLst>
                <a:gd name="T0" fmla="*/ 1 w 114"/>
                <a:gd name="T1" fmla="*/ 19 h 75"/>
                <a:gd name="T2" fmla="*/ 0 w 114"/>
                <a:gd name="T3" fmla="*/ 16 h 75"/>
                <a:gd name="T4" fmla="*/ 12 w 114"/>
                <a:gd name="T5" fmla="*/ 15 h 75"/>
                <a:gd name="T6" fmla="*/ 6 w 114"/>
                <a:gd name="T7" fmla="*/ 14 h 75"/>
                <a:gd name="T8" fmla="*/ 6 w 114"/>
                <a:gd name="T9" fmla="*/ 13 h 75"/>
                <a:gd name="T10" fmla="*/ 6 w 114"/>
                <a:gd name="T11" fmla="*/ 12 h 75"/>
                <a:gd name="T12" fmla="*/ 6 w 114"/>
                <a:gd name="T13" fmla="*/ 11 h 75"/>
                <a:gd name="T14" fmla="*/ 6 w 114"/>
                <a:gd name="T15" fmla="*/ 9 h 75"/>
                <a:gd name="T16" fmla="*/ 7 w 114"/>
                <a:gd name="T17" fmla="*/ 7 h 75"/>
                <a:gd name="T18" fmla="*/ 7 w 114"/>
                <a:gd name="T19" fmla="*/ 5 h 75"/>
                <a:gd name="T20" fmla="*/ 8 w 114"/>
                <a:gd name="T21" fmla="*/ 3 h 75"/>
                <a:gd name="T22" fmla="*/ 10 w 114"/>
                <a:gd name="T23" fmla="*/ 2 h 75"/>
                <a:gd name="T24" fmla="*/ 11 w 114"/>
                <a:gd name="T25" fmla="*/ 1 h 75"/>
                <a:gd name="T26" fmla="*/ 13 w 114"/>
                <a:gd name="T27" fmla="*/ 1 h 75"/>
                <a:gd name="T28" fmla="*/ 14 w 114"/>
                <a:gd name="T29" fmla="*/ 0 h 75"/>
                <a:gd name="T30" fmla="*/ 17 w 114"/>
                <a:gd name="T31" fmla="*/ 0 h 75"/>
                <a:gd name="T32" fmla="*/ 18 w 114"/>
                <a:gd name="T33" fmla="*/ 0 h 75"/>
                <a:gd name="T34" fmla="*/ 20 w 114"/>
                <a:gd name="T35" fmla="*/ 1 h 75"/>
                <a:gd name="T36" fmla="*/ 20 w 114"/>
                <a:gd name="T37" fmla="*/ 1 h 75"/>
                <a:gd name="T38" fmla="*/ 21 w 114"/>
                <a:gd name="T39" fmla="*/ 1 h 75"/>
                <a:gd name="T40" fmla="*/ 20 w 114"/>
                <a:gd name="T41" fmla="*/ 1 h 75"/>
                <a:gd name="T42" fmla="*/ 19 w 114"/>
                <a:gd name="T43" fmla="*/ 2 h 75"/>
                <a:gd name="T44" fmla="*/ 17 w 114"/>
                <a:gd name="T45" fmla="*/ 3 h 75"/>
                <a:gd name="T46" fmla="*/ 15 w 114"/>
                <a:gd name="T47" fmla="*/ 5 h 75"/>
                <a:gd name="T48" fmla="*/ 14 w 114"/>
                <a:gd name="T49" fmla="*/ 6 h 75"/>
                <a:gd name="T50" fmla="*/ 14 w 114"/>
                <a:gd name="T51" fmla="*/ 9 h 75"/>
                <a:gd name="T52" fmla="*/ 14 w 114"/>
                <a:gd name="T53" fmla="*/ 10 h 75"/>
                <a:gd name="T54" fmla="*/ 14 w 114"/>
                <a:gd name="T55" fmla="*/ 11 h 75"/>
                <a:gd name="T56" fmla="*/ 14 w 114"/>
                <a:gd name="T57" fmla="*/ 10 h 75"/>
                <a:gd name="T58" fmla="*/ 14 w 114"/>
                <a:gd name="T59" fmla="*/ 10 h 75"/>
                <a:gd name="T60" fmla="*/ 15 w 114"/>
                <a:gd name="T61" fmla="*/ 9 h 75"/>
                <a:gd name="T62" fmla="*/ 18 w 114"/>
                <a:gd name="T63" fmla="*/ 8 h 75"/>
                <a:gd name="T64" fmla="*/ 20 w 114"/>
                <a:gd name="T65" fmla="*/ 8 h 75"/>
                <a:gd name="T66" fmla="*/ 22 w 114"/>
                <a:gd name="T67" fmla="*/ 7 h 75"/>
                <a:gd name="T68" fmla="*/ 23 w 114"/>
                <a:gd name="T69" fmla="*/ 6 h 75"/>
                <a:gd name="T70" fmla="*/ 26 w 114"/>
                <a:gd name="T71" fmla="*/ 6 h 75"/>
                <a:gd name="T72" fmla="*/ 27 w 114"/>
                <a:gd name="T73" fmla="*/ 7 h 75"/>
                <a:gd name="T74" fmla="*/ 29 w 114"/>
                <a:gd name="T75" fmla="*/ 8 h 75"/>
                <a:gd name="T76" fmla="*/ 29 w 114"/>
                <a:gd name="T77" fmla="*/ 10 h 75"/>
                <a:gd name="T78" fmla="*/ 29 w 114"/>
                <a:gd name="T79" fmla="*/ 11 h 75"/>
                <a:gd name="T80" fmla="*/ 22 w 114"/>
                <a:gd name="T81" fmla="*/ 12 h 75"/>
                <a:gd name="T82" fmla="*/ 27 w 114"/>
                <a:gd name="T83" fmla="*/ 13 h 75"/>
                <a:gd name="T84" fmla="*/ 27 w 114"/>
                <a:gd name="T85" fmla="*/ 15 h 75"/>
                <a:gd name="T86" fmla="*/ 17 w 114"/>
                <a:gd name="T87" fmla="*/ 16 h 75"/>
                <a:gd name="T88" fmla="*/ 1 w 114"/>
                <a:gd name="T89" fmla="*/ 19 h 75"/>
                <a:gd name="T90" fmla="*/ 1 w 114"/>
                <a:gd name="T91" fmla="*/ 19 h 7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14"/>
                <a:gd name="T139" fmla="*/ 0 h 75"/>
                <a:gd name="T140" fmla="*/ 114 w 114"/>
                <a:gd name="T141" fmla="*/ 75 h 7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14" h="75">
                  <a:moveTo>
                    <a:pt x="1" y="75"/>
                  </a:moveTo>
                  <a:lnTo>
                    <a:pt x="0" y="64"/>
                  </a:lnTo>
                  <a:lnTo>
                    <a:pt x="47" y="58"/>
                  </a:lnTo>
                  <a:lnTo>
                    <a:pt x="21" y="53"/>
                  </a:lnTo>
                  <a:lnTo>
                    <a:pt x="21" y="51"/>
                  </a:lnTo>
                  <a:lnTo>
                    <a:pt x="21" y="48"/>
                  </a:lnTo>
                  <a:lnTo>
                    <a:pt x="21" y="41"/>
                  </a:lnTo>
                  <a:lnTo>
                    <a:pt x="23" y="35"/>
                  </a:lnTo>
                  <a:lnTo>
                    <a:pt x="25" y="27"/>
                  </a:lnTo>
                  <a:lnTo>
                    <a:pt x="29" y="19"/>
                  </a:lnTo>
                  <a:lnTo>
                    <a:pt x="32" y="12"/>
                  </a:lnTo>
                  <a:lnTo>
                    <a:pt x="38" y="6"/>
                  </a:lnTo>
                  <a:lnTo>
                    <a:pt x="44" y="2"/>
                  </a:lnTo>
                  <a:lnTo>
                    <a:pt x="51" y="1"/>
                  </a:lnTo>
                  <a:lnTo>
                    <a:pt x="58" y="0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77" y="1"/>
                  </a:lnTo>
                  <a:lnTo>
                    <a:pt x="80" y="2"/>
                  </a:lnTo>
                  <a:lnTo>
                    <a:pt x="81" y="4"/>
                  </a:lnTo>
                  <a:lnTo>
                    <a:pt x="80" y="4"/>
                  </a:lnTo>
                  <a:lnTo>
                    <a:pt x="73" y="6"/>
                  </a:lnTo>
                  <a:lnTo>
                    <a:pt x="67" y="11"/>
                  </a:lnTo>
                  <a:lnTo>
                    <a:pt x="62" y="19"/>
                  </a:lnTo>
                  <a:lnTo>
                    <a:pt x="56" y="24"/>
                  </a:lnTo>
                  <a:lnTo>
                    <a:pt x="55" y="33"/>
                  </a:lnTo>
                  <a:lnTo>
                    <a:pt x="54" y="38"/>
                  </a:lnTo>
                  <a:lnTo>
                    <a:pt x="54" y="41"/>
                  </a:lnTo>
                  <a:lnTo>
                    <a:pt x="54" y="40"/>
                  </a:lnTo>
                  <a:lnTo>
                    <a:pt x="58" y="38"/>
                  </a:lnTo>
                  <a:lnTo>
                    <a:pt x="63" y="34"/>
                  </a:lnTo>
                  <a:lnTo>
                    <a:pt x="72" y="31"/>
                  </a:lnTo>
                  <a:lnTo>
                    <a:pt x="78" y="29"/>
                  </a:lnTo>
                  <a:lnTo>
                    <a:pt x="85" y="26"/>
                  </a:lnTo>
                  <a:lnTo>
                    <a:pt x="92" y="23"/>
                  </a:lnTo>
                  <a:lnTo>
                    <a:pt x="101" y="23"/>
                  </a:lnTo>
                  <a:lnTo>
                    <a:pt x="107" y="26"/>
                  </a:lnTo>
                  <a:lnTo>
                    <a:pt x="113" y="31"/>
                  </a:lnTo>
                  <a:lnTo>
                    <a:pt x="113" y="38"/>
                  </a:lnTo>
                  <a:lnTo>
                    <a:pt x="114" y="41"/>
                  </a:lnTo>
                  <a:lnTo>
                    <a:pt x="88" y="46"/>
                  </a:lnTo>
                  <a:lnTo>
                    <a:pt x="106" y="49"/>
                  </a:lnTo>
                  <a:lnTo>
                    <a:pt x="107" y="58"/>
                  </a:lnTo>
                  <a:lnTo>
                    <a:pt x="65" y="64"/>
                  </a:lnTo>
                  <a:lnTo>
                    <a:pt x="1" y="75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9" name="Freeform 130"/>
            <p:cNvSpPr>
              <a:spLocks/>
            </p:cNvSpPr>
            <p:nvPr/>
          </p:nvSpPr>
          <p:spPr bwMode="auto">
            <a:xfrm>
              <a:off x="3189" y="2592"/>
              <a:ext cx="107" cy="76"/>
            </a:xfrm>
            <a:custGeom>
              <a:avLst/>
              <a:gdLst>
                <a:gd name="T0" fmla="*/ 10 w 215"/>
                <a:gd name="T1" fmla="*/ 0 h 152"/>
                <a:gd name="T2" fmla="*/ 0 w 215"/>
                <a:gd name="T3" fmla="*/ 11 h 152"/>
                <a:gd name="T4" fmla="*/ 1 w 215"/>
                <a:gd name="T5" fmla="*/ 12 h 152"/>
                <a:gd name="T6" fmla="*/ 2 w 215"/>
                <a:gd name="T7" fmla="*/ 13 h 152"/>
                <a:gd name="T8" fmla="*/ 3 w 215"/>
                <a:gd name="T9" fmla="*/ 15 h 152"/>
                <a:gd name="T10" fmla="*/ 5 w 215"/>
                <a:gd name="T11" fmla="*/ 17 h 152"/>
                <a:gd name="T12" fmla="*/ 8 w 215"/>
                <a:gd name="T13" fmla="*/ 19 h 152"/>
                <a:gd name="T14" fmla="*/ 9 w 215"/>
                <a:gd name="T15" fmla="*/ 19 h 152"/>
                <a:gd name="T16" fmla="*/ 11 w 215"/>
                <a:gd name="T17" fmla="*/ 20 h 152"/>
                <a:gd name="T18" fmla="*/ 12 w 215"/>
                <a:gd name="T19" fmla="*/ 21 h 152"/>
                <a:gd name="T20" fmla="*/ 14 w 215"/>
                <a:gd name="T21" fmla="*/ 22 h 152"/>
                <a:gd name="T22" fmla="*/ 15 w 215"/>
                <a:gd name="T23" fmla="*/ 22 h 152"/>
                <a:gd name="T24" fmla="*/ 17 w 215"/>
                <a:gd name="T25" fmla="*/ 23 h 152"/>
                <a:gd name="T26" fmla="*/ 19 w 215"/>
                <a:gd name="T27" fmla="*/ 23 h 152"/>
                <a:gd name="T28" fmla="*/ 21 w 215"/>
                <a:gd name="T29" fmla="*/ 24 h 152"/>
                <a:gd name="T30" fmla="*/ 22 w 215"/>
                <a:gd name="T31" fmla="*/ 24 h 152"/>
                <a:gd name="T32" fmla="*/ 24 w 215"/>
                <a:gd name="T33" fmla="*/ 24 h 152"/>
                <a:gd name="T34" fmla="*/ 25 w 215"/>
                <a:gd name="T35" fmla="*/ 24 h 152"/>
                <a:gd name="T36" fmla="*/ 27 w 215"/>
                <a:gd name="T37" fmla="*/ 25 h 152"/>
                <a:gd name="T38" fmla="*/ 29 w 215"/>
                <a:gd name="T39" fmla="*/ 25 h 152"/>
                <a:gd name="T40" fmla="*/ 32 w 215"/>
                <a:gd name="T41" fmla="*/ 26 h 152"/>
                <a:gd name="T42" fmla="*/ 33 w 215"/>
                <a:gd name="T43" fmla="*/ 26 h 152"/>
                <a:gd name="T44" fmla="*/ 34 w 215"/>
                <a:gd name="T45" fmla="*/ 26 h 152"/>
                <a:gd name="T46" fmla="*/ 46 w 215"/>
                <a:gd name="T47" fmla="*/ 38 h 152"/>
                <a:gd name="T48" fmla="*/ 53 w 215"/>
                <a:gd name="T49" fmla="*/ 38 h 152"/>
                <a:gd name="T50" fmla="*/ 46 w 215"/>
                <a:gd name="T51" fmla="*/ 27 h 152"/>
                <a:gd name="T52" fmla="*/ 51 w 215"/>
                <a:gd name="T53" fmla="*/ 23 h 152"/>
                <a:gd name="T54" fmla="*/ 53 w 215"/>
                <a:gd name="T55" fmla="*/ 21 h 152"/>
                <a:gd name="T56" fmla="*/ 47 w 215"/>
                <a:gd name="T57" fmla="*/ 19 h 152"/>
                <a:gd name="T58" fmla="*/ 36 w 215"/>
                <a:gd name="T59" fmla="*/ 18 h 152"/>
                <a:gd name="T60" fmla="*/ 33 w 215"/>
                <a:gd name="T61" fmla="*/ 19 h 152"/>
                <a:gd name="T62" fmla="*/ 33 w 215"/>
                <a:gd name="T63" fmla="*/ 18 h 152"/>
                <a:gd name="T64" fmla="*/ 32 w 215"/>
                <a:gd name="T65" fmla="*/ 18 h 152"/>
                <a:gd name="T66" fmla="*/ 30 w 215"/>
                <a:gd name="T67" fmla="*/ 17 h 152"/>
                <a:gd name="T68" fmla="*/ 28 w 215"/>
                <a:gd name="T69" fmla="*/ 15 h 152"/>
                <a:gd name="T70" fmla="*/ 26 w 215"/>
                <a:gd name="T71" fmla="*/ 13 h 152"/>
                <a:gd name="T72" fmla="*/ 24 w 215"/>
                <a:gd name="T73" fmla="*/ 12 h 152"/>
                <a:gd name="T74" fmla="*/ 22 w 215"/>
                <a:gd name="T75" fmla="*/ 10 h 152"/>
                <a:gd name="T76" fmla="*/ 20 w 215"/>
                <a:gd name="T77" fmla="*/ 9 h 152"/>
                <a:gd name="T78" fmla="*/ 17 w 215"/>
                <a:gd name="T79" fmla="*/ 6 h 152"/>
                <a:gd name="T80" fmla="*/ 16 w 215"/>
                <a:gd name="T81" fmla="*/ 5 h 152"/>
                <a:gd name="T82" fmla="*/ 14 w 215"/>
                <a:gd name="T83" fmla="*/ 3 h 152"/>
                <a:gd name="T84" fmla="*/ 13 w 215"/>
                <a:gd name="T85" fmla="*/ 2 h 152"/>
                <a:gd name="T86" fmla="*/ 11 w 215"/>
                <a:gd name="T87" fmla="*/ 1 h 152"/>
                <a:gd name="T88" fmla="*/ 10 w 215"/>
                <a:gd name="T89" fmla="*/ 0 h 152"/>
                <a:gd name="T90" fmla="*/ 10 w 215"/>
                <a:gd name="T91" fmla="*/ 0 h 15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15"/>
                <a:gd name="T139" fmla="*/ 0 h 152"/>
                <a:gd name="T140" fmla="*/ 215 w 215"/>
                <a:gd name="T141" fmla="*/ 152 h 15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15" h="152">
                  <a:moveTo>
                    <a:pt x="42" y="0"/>
                  </a:moveTo>
                  <a:lnTo>
                    <a:pt x="0" y="47"/>
                  </a:lnTo>
                  <a:lnTo>
                    <a:pt x="4" y="50"/>
                  </a:lnTo>
                  <a:lnTo>
                    <a:pt x="8" y="55"/>
                  </a:lnTo>
                  <a:lnTo>
                    <a:pt x="15" y="62"/>
                  </a:lnTo>
                  <a:lnTo>
                    <a:pt x="22" y="68"/>
                  </a:lnTo>
                  <a:lnTo>
                    <a:pt x="33" y="75"/>
                  </a:lnTo>
                  <a:lnTo>
                    <a:pt x="38" y="79"/>
                  </a:lnTo>
                  <a:lnTo>
                    <a:pt x="44" y="81"/>
                  </a:lnTo>
                  <a:lnTo>
                    <a:pt x="51" y="86"/>
                  </a:lnTo>
                  <a:lnTo>
                    <a:pt x="58" y="88"/>
                  </a:lnTo>
                  <a:lnTo>
                    <a:pt x="63" y="90"/>
                  </a:lnTo>
                  <a:lnTo>
                    <a:pt x="70" y="92"/>
                  </a:lnTo>
                  <a:lnTo>
                    <a:pt x="77" y="94"/>
                  </a:lnTo>
                  <a:lnTo>
                    <a:pt x="84" y="97"/>
                  </a:lnTo>
                  <a:lnTo>
                    <a:pt x="89" y="97"/>
                  </a:lnTo>
                  <a:lnTo>
                    <a:pt x="96" y="98"/>
                  </a:lnTo>
                  <a:lnTo>
                    <a:pt x="102" y="98"/>
                  </a:lnTo>
                  <a:lnTo>
                    <a:pt x="109" y="101"/>
                  </a:lnTo>
                  <a:lnTo>
                    <a:pt x="118" y="102"/>
                  </a:lnTo>
                  <a:lnTo>
                    <a:pt x="128" y="104"/>
                  </a:lnTo>
                  <a:lnTo>
                    <a:pt x="133" y="104"/>
                  </a:lnTo>
                  <a:lnTo>
                    <a:pt x="136" y="105"/>
                  </a:lnTo>
                  <a:lnTo>
                    <a:pt x="184" y="152"/>
                  </a:lnTo>
                  <a:lnTo>
                    <a:pt x="215" y="152"/>
                  </a:lnTo>
                  <a:lnTo>
                    <a:pt x="184" y="109"/>
                  </a:lnTo>
                  <a:lnTo>
                    <a:pt x="207" y="94"/>
                  </a:lnTo>
                  <a:lnTo>
                    <a:pt x="212" y="86"/>
                  </a:lnTo>
                  <a:lnTo>
                    <a:pt x="191" y="79"/>
                  </a:lnTo>
                  <a:lnTo>
                    <a:pt x="146" y="70"/>
                  </a:lnTo>
                  <a:lnTo>
                    <a:pt x="135" y="75"/>
                  </a:lnTo>
                  <a:lnTo>
                    <a:pt x="132" y="72"/>
                  </a:lnTo>
                  <a:lnTo>
                    <a:pt x="128" y="70"/>
                  </a:lnTo>
                  <a:lnTo>
                    <a:pt x="121" y="65"/>
                  </a:lnTo>
                  <a:lnTo>
                    <a:pt x="115" y="62"/>
                  </a:lnTo>
                  <a:lnTo>
                    <a:pt x="106" y="55"/>
                  </a:lnTo>
                  <a:lnTo>
                    <a:pt x="98" y="48"/>
                  </a:lnTo>
                  <a:lnTo>
                    <a:pt x="88" y="41"/>
                  </a:lnTo>
                  <a:lnTo>
                    <a:pt x="81" y="35"/>
                  </a:lnTo>
                  <a:lnTo>
                    <a:pt x="71" y="26"/>
                  </a:lnTo>
                  <a:lnTo>
                    <a:pt x="64" y="19"/>
                  </a:lnTo>
                  <a:lnTo>
                    <a:pt x="58" y="12"/>
                  </a:lnTo>
                  <a:lnTo>
                    <a:pt x="53" y="8"/>
                  </a:lnTo>
                  <a:lnTo>
                    <a:pt x="45" y="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0" name="Freeform 131"/>
            <p:cNvSpPr>
              <a:spLocks/>
            </p:cNvSpPr>
            <p:nvPr/>
          </p:nvSpPr>
          <p:spPr bwMode="auto">
            <a:xfrm>
              <a:off x="3237" y="2460"/>
              <a:ext cx="23" cy="29"/>
            </a:xfrm>
            <a:custGeom>
              <a:avLst/>
              <a:gdLst>
                <a:gd name="T0" fmla="*/ 9 w 46"/>
                <a:gd name="T1" fmla="*/ 0 h 58"/>
                <a:gd name="T2" fmla="*/ 6 w 46"/>
                <a:gd name="T3" fmla="*/ 3 h 58"/>
                <a:gd name="T4" fmla="*/ 0 w 46"/>
                <a:gd name="T5" fmla="*/ 6 h 58"/>
                <a:gd name="T6" fmla="*/ 5 w 46"/>
                <a:gd name="T7" fmla="*/ 15 h 58"/>
                <a:gd name="T8" fmla="*/ 7 w 46"/>
                <a:gd name="T9" fmla="*/ 6 h 58"/>
                <a:gd name="T10" fmla="*/ 12 w 46"/>
                <a:gd name="T11" fmla="*/ 5 h 58"/>
                <a:gd name="T12" fmla="*/ 9 w 46"/>
                <a:gd name="T13" fmla="*/ 0 h 58"/>
                <a:gd name="T14" fmla="*/ 9 w 46"/>
                <a:gd name="T15" fmla="*/ 0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6"/>
                <a:gd name="T25" fmla="*/ 0 h 58"/>
                <a:gd name="T26" fmla="*/ 46 w 46"/>
                <a:gd name="T27" fmla="*/ 58 h 5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6" h="58">
                  <a:moveTo>
                    <a:pt x="35" y="0"/>
                  </a:moveTo>
                  <a:lnTo>
                    <a:pt x="25" y="9"/>
                  </a:lnTo>
                  <a:lnTo>
                    <a:pt x="0" y="21"/>
                  </a:lnTo>
                  <a:lnTo>
                    <a:pt x="19" y="58"/>
                  </a:lnTo>
                  <a:lnTo>
                    <a:pt x="30" y="21"/>
                  </a:lnTo>
                  <a:lnTo>
                    <a:pt x="46" y="2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1" name="Freeform 132"/>
            <p:cNvSpPr>
              <a:spLocks/>
            </p:cNvSpPr>
            <p:nvPr/>
          </p:nvSpPr>
          <p:spPr bwMode="auto">
            <a:xfrm>
              <a:off x="3220" y="2497"/>
              <a:ext cx="17" cy="27"/>
            </a:xfrm>
            <a:custGeom>
              <a:avLst/>
              <a:gdLst>
                <a:gd name="T0" fmla="*/ 9 w 34"/>
                <a:gd name="T1" fmla="*/ 0 h 53"/>
                <a:gd name="T2" fmla="*/ 0 w 34"/>
                <a:gd name="T3" fmla="*/ 9 h 53"/>
                <a:gd name="T4" fmla="*/ 2 w 34"/>
                <a:gd name="T5" fmla="*/ 14 h 53"/>
                <a:gd name="T6" fmla="*/ 6 w 34"/>
                <a:gd name="T7" fmla="*/ 12 h 53"/>
                <a:gd name="T8" fmla="*/ 9 w 34"/>
                <a:gd name="T9" fmla="*/ 0 h 53"/>
                <a:gd name="T10" fmla="*/ 9 w 34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"/>
                <a:gd name="T19" fmla="*/ 0 h 53"/>
                <a:gd name="T20" fmla="*/ 34 w 3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" h="53">
                  <a:moveTo>
                    <a:pt x="34" y="0"/>
                  </a:moveTo>
                  <a:lnTo>
                    <a:pt x="0" y="33"/>
                  </a:lnTo>
                  <a:lnTo>
                    <a:pt x="8" y="53"/>
                  </a:lnTo>
                  <a:lnTo>
                    <a:pt x="24" y="45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2" name="Freeform 133"/>
            <p:cNvSpPr>
              <a:spLocks/>
            </p:cNvSpPr>
            <p:nvPr/>
          </p:nvSpPr>
          <p:spPr bwMode="auto">
            <a:xfrm>
              <a:off x="3209" y="2594"/>
              <a:ext cx="47" cy="39"/>
            </a:xfrm>
            <a:custGeom>
              <a:avLst/>
              <a:gdLst>
                <a:gd name="T0" fmla="*/ 0 w 95"/>
                <a:gd name="T1" fmla="*/ 0 h 77"/>
                <a:gd name="T2" fmla="*/ 0 w 95"/>
                <a:gd name="T3" fmla="*/ 11 h 77"/>
                <a:gd name="T4" fmla="*/ 23 w 95"/>
                <a:gd name="T5" fmla="*/ 20 h 77"/>
                <a:gd name="T6" fmla="*/ 0 w 95"/>
                <a:gd name="T7" fmla="*/ 0 h 77"/>
                <a:gd name="T8" fmla="*/ 0 w 95"/>
                <a:gd name="T9" fmla="*/ 0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5"/>
                <a:gd name="T16" fmla="*/ 0 h 77"/>
                <a:gd name="T17" fmla="*/ 95 w 95"/>
                <a:gd name="T18" fmla="*/ 77 h 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5" h="77">
                  <a:moveTo>
                    <a:pt x="2" y="0"/>
                  </a:moveTo>
                  <a:lnTo>
                    <a:pt x="0" y="43"/>
                  </a:lnTo>
                  <a:lnTo>
                    <a:pt x="95" y="7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3" name="Freeform 134"/>
            <p:cNvSpPr>
              <a:spLocks/>
            </p:cNvSpPr>
            <p:nvPr/>
          </p:nvSpPr>
          <p:spPr bwMode="auto">
            <a:xfrm>
              <a:off x="3315" y="2526"/>
              <a:ext cx="66" cy="22"/>
            </a:xfrm>
            <a:custGeom>
              <a:avLst/>
              <a:gdLst>
                <a:gd name="T0" fmla="*/ 0 w 131"/>
                <a:gd name="T1" fmla="*/ 1 h 44"/>
                <a:gd name="T2" fmla="*/ 0 w 131"/>
                <a:gd name="T3" fmla="*/ 1 h 44"/>
                <a:gd name="T4" fmla="*/ 2 w 131"/>
                <a:gd name="T5" fmla="*/ 1 h 44"/>
                <a:gd name="T6" fmla="*/ 3 w 131"/>
                <a:gd name="T7" fmla="*/ 0 h 44"/>
                <a:gd name="T8" fmla="*/ 6 w 131"/>
                <a:gd name="T9" fmla="*/ 0 h 44"/>
                <a:gd name="T10" fmla="*/ 8 w 131"/>
                <a:gd name="T11" fmla="*/ 0 h 44"/>
                <a:gd name="T12" fmla="*/ 11 w 131"/>
                <a:gd name="T13" fmla="*/ 0 h 44"/>
                <a:gd name="T14" fmla="*/ 14 w 131"/>
                <a:gd name="T15" fmla="*/ 1 h 44"/>
                <a:gd name="T16" fmla="*/ 17 w 131"/>
                <a:gd name="T17" fmla="*/ 1 h 44"/>
                <a:gd name="T18" fmla="*/ 20 w 131"/>
                <a:gd name="T19" fmla="*/ 2 h 44"/>
                <a:gd name="T20" fmla="*/ 23 w 131"/>
                <a:gd name="T21" fmla="*/ 3 h 44"/>
                <a:gd name="T22" fmla="*/ 26 w 131"/>
                <a:gd name="T23" fmla="*/ 5 h 44"/>
                <a:gd name="T24" fmla="*/ 28 w 131"/>
                <a:gd name="T25" fmla="*/ 6 h 44"/>
                <a:gd name="T26" fmla="*/ 30 w 131"/>
                <a:gd name="T27" fmla="*/ 7 h 44"/>
                <a:gd name="T28" fmla="*/ 32 w 131"/>
                <a:gd name="T29" fmla="*/ 10 h 44"/>
                <a:gd name="T30" fmla="*/ 32 w 131"/>
                <a:gd name="T31" fmla="*/ 11 h 44"/>
                <a:gd name="T32" fmla="*/ 33 w 131"/>
                <a:gd name="T33" fmla="*/ 11 h 44"/>
                <a:gd name="T34" fmla="*/ 8 w 131"/>
                <a:gd name="T35" fmla="*/ 10 h 44"/>
                <a:gd name="T36" fmla="*/ 0 w 131"/>
                <a:gd name="T37" fmla="*/ 1 h 44"/>
                <a:gd name="T38" fmla="*/ 0 w 131"/>
                <a:gd name="T39" fmla="*/ 1 h 4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31"/>
                <a:gd name="T61" fmla="*/ 0 h 44"/>
                <a:gd name="T62" fmla="*/ 131 w 131"/>
                <a:gd name="T63" fmla="*/ 44 h 4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31" h="44">
                  <a:moveTo>
                    <a:pt x="0" y="4"/>
                  </a:moveTo>
                  <a:lnTo>
                    <a:pt x="0" y="2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1" y="0"/>
                  </a:lnTo>
                  <a:lnTo>
                    <a:pt x="30" y="0"/>
                  </a:lnTo>
                  <a:lnTo>
                    <a:pt x="41" y="0"/>
                  </a:lnTo>
                  <a:lnTo>
                    <a:pt x="54" y="1"/>
                  </a:lnTo>
                  <a:lnTo>
                    <a:pt x="66" y="6"/>
                  </a:lnTo>
                  <a:lnTo>
                    <a:pt x="79" y="8"/>
                  </a:lnTo>
                  <a:lnTo>
                    <a:pt x="90" y="15"/>
                  </a:lnTo>
                  <a:lnTo>
                    <a:pt x="101" y="20"/>
                  </a:lnTo>
                  <a:lnTo>
                    <a:pt x="112" y="27"/>
                  </a:lnTo>
                  <a:lnTo>
                    <a:pt x="119" y="31"/>
                  </a:lnTo>
                  <a:lnTo>
                    <a:pt x="126" y="38"/>
                  </a:lnTo>
                  <a:lnTo>
                    <a:pt x="128" y="41"/>
                  </a:lnTo>
                  <a:lnTo>
                    <a:pt x="131" y="44"/>
                  </a:lnTo>
                  <a:lnTo>
                    <a:pt x="30" y="3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4" name="Freeform 135"/>
            <p:cNvSpPr>
              <a:spLocks/>
            </p:cNvSpPr>
            <p:nvPr/>
          </p:nvSpPr>
          <p:spPr bwMode="auto">
            <a:xfrm>
              <a:off x="3261" y="2446"/>
              <a:ext cx="9" cy="5"/>
            </a:xfrm>
            <a:custGeom>
              <a:avLst/>
              <a:gdLst>
                <a:gd name="T0" fmla="*/ 1 w 19"/>
                <a:gd name="T1" fmla="*/ 0 h 8"/>
                <a:gd name="T2" fmla="*/ 4 w 19"/>
                <a:gd name="T3" fmla="*/ 0 h 8"/>
                <a:gd name="T4" fmla="*/ 4 w 19"/>
                <a:gd name="T5" fmla="*/ 2 h 8"/>
                <a:gd name="T6" fmla="*/ 0 w 19"/>
                <a:gd name="T7" fmla="*/ 3 h 8"/>
                <a:gd name="T8" fmla="*/ 1 w 19"/>
                <a:gd name="T9" fmla="*/ 0 h 8"/>
                <a:gd name="T10" fmla="*/ 1 w 1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"/>
                <a:gd name="T19" fmla="*/ 0 h 8"/>
                <a:gd name="T20" fmla="*/ 19 w 19"/>
                <a:gd name="T21" fmla="*/ 8 h 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" h="8">
                  <a:moveTo>
                    <a:pt x="4" y="0"/>
                  </a:moveTo>
                  <a:lnTo>
                    <a:pt x="19" y="0"/>
                  </a:lnTo>
                  <a:lnTo>
                    <a:pt x="19" y="5"/>
                  </a:lnTo>
                  <a:lnTo>
                    <a:pt x="0" y="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5" name="Freeform 136"/>
            <p:cNvSpPr>
              <a:spLocks/>
            </p:cNvSpPr>
            <p:nvPr/>
          </p:nvSpPr>
          <p:spPr bwMode="auto">
            <a:xfrm>
              <a:off x="3917" y="2228"/>
              <a:ext cx="40" cy="36"/>
            </a:xfrm>
            <a:custGeom>
              <a:avLst/>
              <a:gdLst>
                <a:gd name="T0" fmla="*/ 6 w 80"/>
                <a:gd name="T1" fmla="*/ 0 h 73"/>
                <a:gd name="T2" fmla="*/ 3 w 80"/>
                <a:gd name="T3" fmla="*/ 3 h 73"/>
                <a:gd name="T4" fmla="*/ 0 w 80"/>
                <a:gd name="T5" fmla="*/ 10 h 73"/>
                <a:gd name="T6" fmla="*/ 3 w 80"/>
                <a:gd name="T7" fmla="*/ 13 h 73"/>
                <a:gd name="T8" fmla="*/ 11 w 80"/>
                <a:gd name="T9" fmla="*/ 17 h 73"/>
                <a:gd name="T10" fmla="*/ 20 w 80"/>
                <a:gd name="T11" fmla="*/ 18 h 73"/>
                <a:gd name="T12" fmla="*/ 20 w 80"/>
                <a:gd name="T13" fmla="*/ 15 h 73"/>
                <a:gd name="T14" fmla="*/ 11 w 80"/>
                <a:gd name="T15" fmla="*/ 8 h 73"/>
                <a:gd name="T16" fmla="*/ 6 w 80"/>
                <a:gd name="T17" fmla="*/ 0 h 73"/>
                <a:gd name="T18" fmla="*/ 6 w 80"/>
                <a:gd name="T19" fmla="*/ 0 h 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0"/>
                <a:gd name="T31" fmla="*/ 0 h 73"/>
                <a:gd name="T32" fmla="*/ 80 w 80"/>
                <a:gd name="T33" fmla="*/ 73 h 7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0" h="73">
                  <a:moveTo>
                    <a:pt x="25" y="0"/>
                  </a:moveTo>
                  <a:lnTo>
                    <a:pt x="11" y="13"/>
                  </a:lnTo>
                  <a:lnTo>
                    <a:pt x="0" y="43"/>
                  </a:lnTo>
                  <a:lnTo>
                    <a:pt x="14" y="54"/>
                  </a:lnTo>
                  <a:lnTo>
                    <a:pt x="46" y="71"/>
                  </a:lnTo>
                  <a:lnTo>
                    <a:pt x="80" y="73"/>
                  </a:lnTo>
                  <a:lnTo>
                    <a:pt x="80" y="60"/>
                  </a:lnTo>
                  <a:lnTo>
                    <a:pt x="47" y="32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2E332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6" name="Freeform 137"/>
            <p:cNvSpPr>
              <a:spLocks/>
            </p:cNvSpPr>
            <p:nvPr/>
          </p:nvSpPr>
          <p:spPr bwMode="auto">
            <a:xfrm>
              <a:off x="3886" y="2017"/>
              <a:ext cx="53" cy="28"/>
            </a:xfrm>
            <a:custGeom>
              <a:avLst/>
              <a:gdLst>
                <a:gd name="T0" fmla="*/ 0 w 106"/>
                <a:gd name="T1" fmla="*/ 13 h 56"/>
                <a:gd name="T2" fmla="*/ 0 w 106"/>
                <a:gd name="T3" fmla="*/ 11 h 56"/>
                <a:gd name="T4" fmla="*/ 3 w 106"/>
                <a:gd name="T5" fmla="*/ 9 h 56"/>
                <a:gd name="T6" fmla="*/ 3 w 106"/>
                <a:gd name="T7" fmla="*/ 8 h 56"/>
                <a:gd name="T8" fmla="*/ 3 w 106"/>
                <a:gd name="T9" fmla="*/ 7 h 56"/>
                <a:gd name="T10" fmla="*/ 5 w 106"/>
                <a:gd name="T11" fmla="*/ 5 h 56"/>
                <a:gd name="T12" fmla="*/ 6 w 106"/>
                <a:gd name="T13" fmla="*/ 4 h 56"/>
                <a:gd name="T14" fmla="*/ 7 w 106"/>
                <a:gd name="T15" fmla="*/ 2 h 56"/>
                <a:gd name="T16" fmla="*/ 9 w 106"/>
                <a:gd name="T17" fmla="*/ 2 h 56"/>
                <a:gd name="T18" fmla="*/ 10 w 106"/>
                <a:gd name="T19" fmla="*/ 1 h 56"/>
                <a:gd name="T20" fmla="*/ 12 w 106"/>
                <a:gd name="T21" fmla="*/ 1 h 56"/>
                <a:gd name="T22" fmla="*/ 13 w 106"/>
                <a:gd name="T23" fmla="*/ 0 h 56"/>
                <a:gd name="T24" fmla="*/ 14 w 106"/>
                <a:gd name="T25" fmla="*/ 0 h 56"/>
                <a:gd name="T26" fmla="*/ 14 w 106"/>
                <a:gd name="T27" fmla="*/ 0 h 56"/>
                <a:gd name="T28" fmla="*/ 15 w 106"/>
                <a:gd name="T29" fmla="*/ 0 h 56"/>
                <a:gd name="T30" fmla="*/ 16 w 106"/>
                <a:gd name="T31" fmla="*/ 0 h 56"/>
                <a:gd name="T32" fmla="*/ 18 w 106"/>
                <a:gd name="T33" fmla="*/ 1 h 56"/>
                <a:gd name="T34" fmla="*/ 19 w 106"/>
                <a:gd name="T35" fmla="*/ 2 h 56"/>
                <a:gd name="T36" fmla="*/ 21 w 106"/>
                <a:gd name="T37" fmla="*/ 3 h 56"/>
                <a:gd name="T38" fmla="*/ 23 w 106"/>
                <a:gd name="T39" fmla="*/ 4 h 56"/>
                <a:gd name="T40" fmla="*/ 25 w 106"/>
                <a:gd name="T41" fmla="*/ 6 h 56"/>
                <a:gd name="T42" fmla="*/ 26 w 106"/>
                <a:gd name="T43" fmla="*/ 7 h 56"/>
                <a:gd name="T44" fmla="*/ 27 w 106"/>
                <a:gd name="T45" fmla="*/ 8 h 56"/>
                <a:gd name="T46" fmla="*/ 23 w 106"/>
                <a:gd name="T47" fmla="*/ 14 h 56"/>
                <a:gd name="T48" fmla="*/ 0 w 106"/>
                <a:gd name="T49" fmla="*/ 13 h 56"/>
                <a:gd name="T50" fmla="*/ 0 w 106"/>
                <a:gd name="T51" fmla="*/ 13 h 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06"/>
                <a:gd name="T79" fmla="*/ 0 h 56"/>
                <a:gd name="T80" fmla="*/ 106 w 106"/>
                <a:gd name="T81" fmla="*/ 56 h 5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06" h="56">
                  <a:moveTo>
                    <a:pt x="0" y="51"/>
                  </a:moveTo>
                  <a:lnTo>
                    <a:pt x="0" y="42"/>
                  </a:lnTo>
                  <a:lnTo>
                    <a:pt x="15" y="36"/>
                  </a:lnTo>
                  <a:lnTo>
                    <a:pt x="14" y="32"/>
                  </a:lnTo>
                  <a:lnTo>
                    <a:pt x="14" y="27"/>
                  </a:lnTo>
                  <a:lnTo>
                    <a:pt x="17" y="18"/>
                  </a:lnTo>
                  <a:lnTo>
                    <a:pt x="22" y="13"/>
                  </a:lnTo>
                  <a:lnTo>
                    <a:pt x="26" y="7"/>
                  </a:lnTo>
                  <a:lnTo>
                    <a:pt x="33" y="6"/>
                  </a:lnTo>
                  <a:lnTo>
                    <a:pt x="39" y="3"/>
                  </a:lnTo>
                  <a:lnTo>
                    <a:pt x="46" y="2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9" y="2"/>
                  </a:lnTo>
                  <a:lnTo>
                    <a:pt x="76" y="5"/>
                  </a:lnTo>
                  <a:lnTo>
                    <a:pt x="84" y="9"/>
                  </a:lnTo>
                  <a:lnTo>
                    <a:pt x="91" y="16"/>
                  </a:lnTo>
                  <a:lnTo>
                    <a:pt x="99" y="24"/>
                  </a:lnTo>
                  <a:lnTo>
                    <a:pt x="104" y="29"/>
                  </a:lnTo>
                  <a:lnTo>
                    <a:pt x="106" y="32"/>
                  </a:lnTo>
                  <a:lnTo>
                    <a:pt x="91" y="56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D1BDB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7" name="Freeform 138"/>
            <p:cNvSpPr>
              <a:spLocks/>
            </p:cNvSpPr>
            <p:nvPr/>
          </p:nvSpPr>
          <p:spPr bwMode="auto">
            <a:xfrm>
              <a:off x="3884" y="2038"/>
              <a:ext cx="50" cy="23"/>
            </a:xfrm>
            <a:custGeom>
              <a:avLst/>
              <a:gdLst>
                <a:gd name="T0" fmla="*/ 12 w 99"/>
                <a:gd name="T1" fmla="*/ 11 h 47"/>
                <a:gd name="T2" fmla="*/ 7 w 99"/>
                <a:gd name="T3" fmla="*/ 9 h 47"/>
                <a:gd name="T4" fmla="*/ 7 w 99"/>
                <a:gd name="T5" fmla="*/ 6 h 47"/>
                <a:gd name="T6" fmla="*/ 0 w 99"/>
                <a:gd name="T7" fmla="*/ 2 h 47"/>
                <a:gd name="T8" fmla="*/ 10 w 99"/>
                <a:gd name="T9" fmla="*/ 0 h 47"/>
                <a:gd name="T10" fmla="*/ 12 w 99"/>
                <a:gd name="T11" fmla="*/ 1 h 47"/>
                <a:gd name="T12" fmla="*/ 18 w 99"/>
                <a:gd name="T13" fmla="*/ 1 h 47"/>
                <a:gd name="T14" fmla="*/ 23 w 99"/>
                <a:gd name="T15" fmla="*/ 2 h 47"/>
                <a:gd name="T16" fmla="*/ 25 w 99"/>
                <a:gd name="T17" fmla="*/ 8 h 47"/>
                <a:gd name="T18" fmla="*/ 12 w 99"/>
                <a:gd name="T19" fmla="*/ 11 h 47"/>
                <a:gd name="T20" fmla="*/ 12 w 99"/>
                <a:gd name="T21" fmla="*/ 11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9"/>
                <a:gd name="T34" fmla="*/ 0 h 47"/>
                <a:gd name="T35" fmla="*/ 99 w 99"/>
                <a:gd name="T36" fmla="*/ 47 h 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9" h="47">
                  <a:moveTo>
                    <a:pt x="48" y="47"/>
                  </a:moveTo>
                  <a:lnTo>
                    <a:pt x="26" y="36"/>
                  </a:lnTo>
                  <a:lnTo>
                    <a:pt x="28" y="27"/>
                  </a:lnTo>
                  <a:lnTo>
                    <a:pt x="0" y="8"/>
                  </a:lnTo>
                  <a:lnTo>
                    <a:pt x="39" y="0"/>
                  </a:lnTo>
                  <a:lnTo>
                    <a:pt x="47" y="4"/>
                  </a:lnTo>
                  <a:lnTo>
                    <a:pt x="72" y="4"/>
                  </a:lnTo>
                  <a:lnTo>
                    <a:pt x="92" y="9"/>
                  </a:lnTo>
                  <a:lnTo>
                    <a:pt x="99" y="34"/>
                  </a:lnTo>
                  <a:lnTo>
                    <a:pt x="48" y="47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8" name="Freeform 139"/>
            <p:cNvSpPr>
              <a:spLocks/>
            </p:cNvSpPr>
            <p:nvPr/>
          </p:nvSpPr>
          <p:spPr bwMode="auto">
            <a:xfrm>
              <a:off x="3901" y="2079"/>
              <a:ext cx="92" cy="197"/>
            </a:xfrm>
            <a:custGeom>
              <a:avLst/>
              <a:gdLst>
                <a:gd name="T0" fmla="*/ 1 w 184"/>
                <a:gd name="T1" fmla="*/ 7 h 395"/>
                <a:gd name="T2" fmla="*/ 1 w 184"/>
                <a:gd name="T3" fmla="*/ 6 h 395"/>
                <a:gd name="T4" fmla="*/ 3 w 184"/>
                <a:gd name="T5" fmla="*/ 5 h 395"/>
                <a:gd name="T6" fmla="*/ 6 w 184"/>
                <a:gd name="T7" fmla="*/ 3 h 395"/>
                <a:gd name="T8" fmla="*/ 9 w 184"/>
                <a:gd name="T9" fmla="*/ 2 h 395"/>
                <a:gd name="T10" fmla="*/ 11 w 184"/>
                <a:gd name="T11" fmla="*/ 0 h 395"/>
                <a:gd name="T12" fmla="*/ 12 w 184"/>
                <a:gd name="T13" fmla="*/ 0 h 395"/>
                <a:gd name="T14" fmla="*/ 12 w 184"/>
                <a:gd name="T15" fmla="*/ 0 h 395"/>
                <a:gd name="T16" fmla="*/ 12 w 184"/>
                <a:gd name="T17" fmla="*/ 0 h 395"/>
                <a:gd name="T18" fmla="*/ 20 w 184"/>
                <a:gd name="T19" fmla="*/ 0 h 395"/>
                <a:gd name="T20" fmla="*/ 29 w 184"/>
                <a:gd name="T21" fmla="*/ 14 h 395"/>
                <a:gd name="T22" fmla="*/ 44 w 184"/>
                <a:gd name="T23" fmla="*/ 65 h 395"/>
                <a:gd name="T24" fmla="*/ 46 w 184"/>
                <a:gd name="T25" fmla="*/ 86 h 395"/>
                <a:gd name="T26" fmla="*/ 46 w 184"/>
                <a:gd name="T27" fmla="*/ 98 h 395"/>
                <a:gd name="T28" fmla="*/ 36 w 184"/>
                <a:gd name="T29" fmla="*/ 98 h 395"/>
                <a:gd name="T30" fmla="*/ 31 w 184"/>
                <a:gd name="T31" fmla="*/ 74 h 395"/>
                <a:gd name="T32" fmla="*/ 18 w 184"/>
                <a:gd name="T33" fmla="*/ 82 h 395"/>
                <a:gd name="T34" fmla="*/ 8 w 184"/>
                <a:gd name="T35" fmla="*/ 74 h 395"/>
                <a:gd name="T36" fmla="*/ 12 w 184"/>
                <a:gd name="T37" fmla="*/ 68 h 395"/>
                <a:gd name="T38" fmla="*/ 23 w 184"/>
                <a:gd name="T39" fmla="*/ 57 h 395"/>
                <a:gd name="T40" fmla="*/ 17 w 184"/>
                <a:gd name="T41" fmla="*/ 47 h 395"/>
                <a:gd name="T42" fmla="*/ 20 w 184"/>
                <a:gd name="T43" fmla="*/ 39 h 395"/>
                <a:gd name="T44" fmla="*/ 8 w 184"/>
                <a:gd name="T45" fmla="*/ 35 h 395"/>
                <a:gd name="T46" fmla="*/ 12 w 184"/>
                <a:gd name="T47" fmla="*/ 30 h 395"/>
                <a:gd name="T48" fmla="*/ 12 w 184"/>
                <a:gd name="T49" fmla="*/ 29 h 395"/>
                <a:gd name="T50" fmla="*/ 11 w 184"/>
                <a:gd name="T51" fmla="*/ 28 h 395"/>
                <a:gd name="T52" fmla="*/ 10 w 184"/>
                <a:gd name="T53" fmla="*/ 27 h 395"/>
                <a:gd name="T54" fmla="*/ 9 w 184"/>
                <a:gd name="T55" fmla="*/ 25 h 395"/>
                <a:gd name="T56" fmla="*/ 6 w 184"/>
                <a:gd name="T57" fmla="*/ 23 h 395"/>
                <a:gd name="T58" fmla="*/ 6 w 184"/>
                <a:gd name="T59" fmla="*/ 21 h 395"/>
                <a:gd name="T60" fmla="*/ 3 w 184"/>
                <a:gd name="T61" fmla="*/ 18 h 395"/>
                <a:gd name="T62" fmla="*/ 3 w 184"/>
                <a:gd name="T63" fmla="*/ 16 h 395"/>
                <a:gd name="T64" fmla="*/ 1 w 184"/>
                <a:gd name="T65" fmla="*/ 14 h 395"/>
                <a:gd name="T66" fmla="*/ 1 w 184"/>
                <a:gd name="T67" fmla="*/ 12 h 395"/>
                <a:gd name="T68" fmla="*/ 1 w 184"/>
                <a:gd name="T69" fmla="*/ 10 h 395"/>
                <a:gd name="T70" fmla="*/ 1 w 184"/>
                <a:gd name="T71" fmla="*/ 9 h 395"/>
                <a:gd name="T72" fmla="*/ 0 w 184"/>
                <a:gd name="T73" fmla="*/ 7 h 395"/>
                <a:gd name="T74" fmla="*/ 1 w 184"/>
                <a:gd name="T75" fmla="*/ 7 h 395"/>
                <a:gd name="T76" fmla="*/ 1 w 184"/>
                <a:gd name="T77" fmla="*/ 7 h 39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4"/>
                <a:gd name="T118" fmla="*/ 0 h 395"/>
                <a:gd name="T119" fmla="*/ 184 w 184"/>
                <a:gd name="T120" fmla="*/ 395 h 39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4" h="395">
                  <a:moveTo>
                    <a:pt x="2" y="28"/>
                  </a:moveTo>
                  <a:lnTo>
                    <a:pt x="5" y="24"/>
                  </a:lnTo>
                  <a:lnTo>
                    <a:pt x="13" y="20"/>
                  </a:lnTo>
                  <a:lnTo>
                    <a:pt x="24" y="13"/>
                  </a:lnTo>
                  <a:lnTo>
                    <a:pt x="35" y="8"/>
                  </a:lnTo>
                  <a:lnTo>
                    <a:pt x="42" y="3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1" y="0"/>
                  </a:lnTo>
                  <a:lnTo>
                    <a:pt x="79" y="3"/>
                  </a:lnTo>
                  <a:lnTo>
                    <a:pt x="119" y="58"/>
                  </a:lnTo>
                  <a:lnTo>
                    <a:pt x="173" y="262"/>
                  </a:lnTo>
                  <a:lnTo>
                    <a:pt x="184" y="345"/>
                  </a:lnTo>
                  <a:lnTo>
                    <a:pt x="184" y="395"/>
                  </a:lnTo>
                  <a:lnTo>
                    <a:pt x="143" y="394"/>
                  </a:lnTo>
                  <a:lnTo>
                    <a:pt x="126" y="298"/>
                  </a:lnTo>
                  <a:lnTo>
                    <a:pt x="69" y="330"/>
                  </a:lnTo>
                  <a:lnTo>
                    <a:pt x="32" y="296"/>
                  </a:lnTo>
                  <a:lnTo>
                    <a:pt x="50" y="272"/>
                  </a:lnTo>
                  <a:lnTo>
                    <a:pt x="91" y="231"/>
                  </a:lnTo>
                  <a:lnTo>
                    <a:pt x="65" y="188"/>
                  </a:lnTo>
                  <a:lnTo>
                    <a:pt x="78" y="156"/>
                  </a:lnTo>
                  <a:lnTo>
                    <a:pt x="32" y="142"/>
                  </a:lnTo>
                  <a:lnTo>
                    <a:pt x="47" y="120"/>
                  </a:lnTo>
                  <a:lnTo>
                    <a:pt x="46" y="118"/>
                  </a:lnTo>
                  <a:lnTo>
                    <a:pt x="43" y="115"/>
                  </a:lnTo>
                  <a:lnTo>
                    <a:pt x="38" y="108"/>
                  </a:lnTo>
                  <a:lnTo>
                    <a:pt x="34" y="102"/>
                  </a:lnTo>
                  <a:lnTo>
                    <a:pt x="27" y="93"/>
                  </a:lnTo>
                  <a:lnTo>
                    <a:pt x="21" y="84"/>
                  </a:lnTo>
                  <a:lnTo>
                    <a:pt x="14" y="75"/>
                  </a:lnTo>
                  <a:lnTo>
                    <a:pt x="11" y="66"/>
                  </a:lnTo>
                  <a:lnTo>
                    <a:pt x="6" y="58"/>
                  </a:lnTo>
                  <a:lnTo>
                    <a:pt x="5" y="50"/>
                  </a:lnTo>
                  <a:lnTo>
                    <a:pt x="2" y="43"/>
                  </a:lnTo>
                  <a:lnTo>
                    <a:pt x="2" y="39"/>
                  </a:lnTo>
                  <a:lnTo>
                    <a:pt x="0" y="31"/>
                  </a:lnTo>
                  <a:lnTo>
                    <a:pt x="2" y="28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9" name="Freeform 140"/>
            <p:cNvSpPr>
              <a:spLocks/>
            </p:cNvSpPr>
            <p:nvPr/>
          </p:nvSpPr>
          <p:spPr bwMode="auto">
            <a:xfrm>
              <a:off x="3899" y="2083"/>
              <a:ext cx="57" cy="69"/>
            </a:xfrm>
            <a:custGeom>
              <a:avLst/>
              <a:gdLst>
                <a:gd name="T0" fmla="*/ 12 w 115"/>
                <a:gd name="T1" fmla="*/ 0 h 140"/>
                <a:gd name="T2" fmla="*/ 12 w 115"/>
                <a:gd name="T3" fmla="*/ 0 h 140"/>
                <a:gd name="T4" fmla="*/ 11 w 115"/>
                <a:gd name="T5" fmla="*/ 0 h 140"/>
                <a:gd name="T6" fmla="*/ 10 w 115"/>
                <a:gd name="T7" fmla="*/ 0 h 140"/>
                <a:gd name="T8" fmla="*/ 8 w 115"/>
                <a:gd name="T9" fmla="*/ 0 h 140"/>
                <a:gd name="T10" fmla="*/ 5 w 115"/>
                <a:gd name="T11" fmla="*/ 1 h 140"/>
                <a:gd name="T12" fmla="*/ 2 w 115"/>
                <a:gd name="T13" fmla="*/ 2 h 140"/>
                <a:gd name="T14" fmla="*/ 0 w 115"/>
                <a:gd name="T15" fmla="*/ 3 h 140"/>
                <a:gd name="T16" fmla="*/ 0 w 115"/>
                <a:gd name="T17" fmla="*/ 4 h 140"/>
                <a:gd name="T18" fmla="*/ 0 w 115"/>
                <a:gd name="T19" fmla="*/ 4 h 140"/>
                <a:gd name="T20" fmla="*/ 0 w 115"/>
                <a:gd name="T21" fmla="*/ 6 h 140"/>
                <a:gd name="T22" fmla="*/ 2 w 115"/>
                <a:gd name="T23" fmla="*/ 7 h 140"/>
                <a:gd name="T24" fmla="*/ 4 w 115"/>
                <a:gd name="T25" fmla="*/ 10 h 140"/>
                <a:gd name="T26" fmla="*/ 5 w 115"/>
                <a:gd name="T27" fmla="*/ 11 h 140"/>
                <a:gd name="T28" fmla="*/ 7 w 115"/>
                <a:gd name="T29" fmla="*/ 13 h 140"/>
                <a:gd name="T30" fmla="*/ 8 w 115"/>
                <a:gd name="T31" fmla="*/ 14 h 140"/>
                <a:gd name="T32" fmla="*/ 10 w 115"/>
                <a:gd name="T33" fmla="*/ 16 h 140"/>
                <a:gd name="T34" fmla="*/ 12 w 115"/>
                <a:gd name="T35" fmla="*/ 17 h 140"/>
                <a:gd name="T36" fmla="*/ 13 w 115"/>
                <a:gd name="T37" fmla="*/ 18 h 140"/>
                <a:gd name="T38" fmla="*/ 7 w 115"/>
                <a:gd name="T39" fmla="*/ 18 h 140"/>
                <a:gd name="T40" fmla="*/ 13 w 115"/>
                <a:gd name="T41" fmla="*/ 23 h 140"/>
                <a:gd name="T42" fmla="*/ 21 w 115"/>
                <a:gd name="T43" fmla="*/ 24 h 140"/>
                <a:gd name="T44" fmla="*/ 15 w 115"/>
                <a:gd name="T45" fmla="*/ 30 h 140"/>
                <a:gd name="T46" fmla="*/ 23 w 115"/>
                <a:gd name="T47" fmla="*/ 34 h 140"/>
                <a:gd name="T48" fmla="*/ 28 w 115"/>
                <a:gd name="T49" fmla="*/ 27 h 140"/>
                <a:gd name="T50" fmla="*/ 28 w 115"/>
                <a:gd name="T51" fmla="*/ 26 h 140"/>
                <a:gd name="T52" fmla="*/ 28 w 115"/>
                <a:gd name="T53" fmla="*/ 24 h 140"/>
                <a:gd name="T54" fmla="*/ 27 w 115"/>
                <a:gd name="T55" fmla="*/ 23 h 140"/>
                <a:gd name="T56" fmla="*/ 27 w 115"/>
                <a:gd name="T57" fmla="*/ 22 h 140"/>
                <a:gd name="T58" fmla="*/ 26 w 115"/>
                <a:gd name="T59" fmla="*/ 20 h 140"/>
                <a:gd name="T60" fmla="*/ 25 w 115"/>
                <a:gd name="T61" fmla="*/ 18 h 140"/>
                <a:gd name="T62" fmla="*/ 23 w 115"/>
                <a:gd name="T63" fmla="*/ 16 h 140"/>
                <a:gd name="T64" fmla="*/ 21 w 115"/>
                <a:gd name="T65" fmla="*/ 14 h 140"/>
                <a:gd name="T66" fmla="*/ 19 w 115"/>
                <a:gd name="T67" fmla="*/ 12 h 140"/>
                <a:gd name="T68" fmla="*/ 18 w 115"/>
                <a:gd name="T69" fmla="*/ 10 h 140"/>
                <a:gd name="T70" fmla="*/ 16 w 115"/>
                <a:gd name="T71" fmla="*/ 9 h 140"/>
                <a:gd name="T72" fmla="*/ 15 w 115"/>
                <a:gd name="T73" fmla="*/ 8 h 140"/>
                <a:gd name="T74" fmla="*/ 13 w 115"/>
                <a:gd name="T75" fmla="*/ 7 h 140"/>
                <a:gd name="T76" fmla="*/ 16 w 115"/>
                <a:gd name="T77" fmla="*/ 6 h 140"/>
                <a:gd name="T78" fmla="*/ 19 w 115"/>
                <a:gd name="T79" fmla="*/ 8 h 140"/>
                <a:gd name="T80" fmla="*/ 23 w 115"/>
                <a:gd name="T81" fmla="*/ 8 h 140"/>
                <a:gd name="T82" fmla="*/ 19 w 115"/>
                <a:gd name="T83" fmla="*/ 4 h 140"/>
                <a:gd name="T84" fmla="*/ 12 w 115"/>
                <a:gd name="T85" fmla="*/ 0 h 140"/>
                <a:gd name="T86" fmla="*/ 12 w 115"/>
                <a:gd name="T87" fmla="*/ 0 h 1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5"/>
                <a:gd name="T133" fmla="*/ 0 h 140"/>
                <a:gd name="T134" fmla="*/ 115 w 115"/>
                <a:gd name="T135" fmla="*/ 140 h 14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5" h="140">
                  <a:moveTo>
                    <a:pt x="51" y="3"/>
                  </a:moveTo>
                  <a:lnTo>
                    <a:pt x="50" y="2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2" y="3"/>
                  </a:lnTo>
                  <a:lnTo>
                    <a:pt x="20" y="6"/>
                  </a:lnTo>
                  <a:lnTo>
                    <a:pt x="10" y="10"/>
                  </a:lnTo>
                  <a:lnTo>
                    <a:pt x="2" y="14"/>
                  </a:lnTo>
                  <a:lnTo>
                    <a:pt x="0" y="16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9" y="31"/>
                  </a:lnTo>
                  <a:lnTo>
                    <a:pt x="18" y="41"/>
                  </a:lnTo>
                  <a:lnTo>
                    <a:pt x="22" y="46"/>
                  </a:lnTo>
                  <a:lnTo>
                    <a:pt x="29" y="52"/>
                  </a:lnTo>
                  <a:lnTo>
                    <a:pt x="35" y="57"/>
                  </a:lnTo>
                  <a:lnTo>
                    <a:pt x="42" y="64"/>
                  </a:lnTo>
                  <a:lnTo>
                    <a:pt x="50" y="72"/>
                  </a:lnTo>
                  <a:lnTo>
                    <a:pt x="54" y="76"/>
                  </a:lnTo>
                  <a:lnTo>
                    <a:pt x="28" y="76"/>
                  </a:lnTo>
                  <a:lnTo>
                    <a:pt x="54" y="96"/>
                  </a:lnTo>
                  <a:lnTo>
                    <a:pt x="84" y="100"/>
                  </a:lnTo>
                  <a:lnTo>
                    <a:pt x="61" y="121"/>
                  </a:lnTo>
                  <a:lnTo>
                    <a:pt x="95" y="140"/>
                  </a:lnTo>
                  <a:lnTo>
                    <a:pt x="115" y="112"/>
                  </a:lnTo>
                  <a:lnTo>
                    <a:pt x="115" y="108"/>
                  </a:lnTo>
                  <a:lnTo>
                    <a:pt x="113" y="100"/>
                  </a:lnTo>
                  <a:lnTo>
                    <a:pt x="111" y="94"/>
                  </a:lnTo>
                  <a:lnTo>
                    <a:pt x="108" y="89"/>
                  </a:lnTo>
                  <a:lnTo>
                    <a:pt x="104" y="82"/>
                  </a:lnTo>
                  <a:lnTo>
                    <a:pt x="100" y="74"/>
                  </a:lnTo>
                  <a:lnTo>
                    <a:pt x="93" y="65"/>
                  </a:lnTo>
                  <a:lnTo>
                    <a:pt x="86" y="57"/>
                  </a:lnTo>
                  <a:lnTo>
                    <a:pt x="79" y="50"/>
                  </a:lnTo>
                  <a:lnTo>
                    <a:pt x="72" y="43"/>
                  </a:lnTo>
                  <a:lnTo>
                    <a:pt x="65" y="36"/>
                  </a:lnTo>
                  <a:lnTo>
                    <a:pt x="60" y="32"/>
                  </a:lnTo>
                  <a:lnTo>
                    <a:pt x="55" y="28"/>
                  </a:lnTo>
                  <a:lnTo>
                    <a:pt x="65" y="24"/>
                  </a:lnTo>
                  <a:lnTo>
                    <a:pt x="76" y="35"/>
                  </a:lnTo>
                  <a:lnTo>
                    <a:pt x="95" y="35"/>
                  </a:lnTo>
                  <a:lnTo>
                    <a:pt x="78" y="16"/>
                  </a:lnTo>
                  <a:lnTo>
                    <a:pt x="51" y="3"/>
                  </a:lnTo>
                  <a:close/>
                </a:path>
              </a:pathLst>
            </a:custGeom>
            <a:solidFill>
              <a:srgbClr val="699E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0" name="Freeform 141"/>
            <p:cNvSpPr>
              <a:spLocks/>
            </p:cNvSpPr>
            <p:nvPr/>
          </p:nvSpPr>
          <p:spPr bwMode="auto">
            <a:xfrm>
              <a:off x="3941" y="2171"/>
              <a:ext cx="47" cy="109"/>
            </a:xfrm>
            <a:custGeom>
              <a:avLst/>
              <a:gdLst>
                <a:gd name="T0" fmla="*/ 0 w 94"/>
                <a:gd name="T1" fmla="*/ 0 h 218"/>
                <a:gd name="T2" fmla="*/ 1 w 94"/>
                <a:gd name="T3" fmla="*/ 0 h 218"/>
                <a:gd name="T4" fmla="*/ 3 w 94"/>
                <a:gd name="T5" fmla="*/ 1 h 218"/>
                <a:gd name="T6" fmla="*/ 5 w 94"/>
                <a:gd name="T7" fmla="*/ 2 h 218"/>
                <a:gd name="T8" fmla="*/ 7 w 94"/>
                <a:gd name="T9" fmla="*/ 3 h 218"/>
                <a:gd name="T10" fmla="*/ 10 w 94"/>
                <a:gd name="T11" fmla="*/ 6 h 218"/>
                <a:gd name="T12" fmla="*/ 12 w 94"/>
                <a:gd name="T13" fmla="*/ 9 h 218"/>
                <a:gd name="T14" fmla="*/ 12 w 94"/>
                <a:gd name="T15" fmla="*/ 11 h 218"/>
                <a:gd name="T16" fmla="*/ 12 w 94"/>
                <a:gd name="T17" fmla="*/ 13 h 218"/>
                <a:gd name="T18" fmla="*/ 10 w 94"/>
                <a:gd name="T19" fmla="*/ 15 h 218"/>
                <a:gd name="T20" fmla="*/ 10 w 94"/>
                <a:gd name="T21" fmla="*/ 15 h 218"/>
                <a:gd name="T22" fmla="*/ 12 w 94"/>
                <a:gd name="T23" fmla="*/ 17 h 218"/>
                <a:gd name="T24" fmla="*/ 12 w 94"/>
                <a:gd name="T25" fmla="*/ 18 h 218"/>
                <a:gd name="T26" fmla="*/ 13 w 94"/>
                <a:gd name="T27" fmla="*/ 20 h 218"/>
                <a:gd name="T28" fmla="*/ 14 w 94"/>
                <a:gd name="T29" fmla="*/ 21 h 218"/>
                <a:gd name="T30" fmla="*/ 14 w 94"/>
                <a:gd name="T31" fmla="*/ 22 h 218"/>
                <a:gd name="T32" fmla="*/ 15 w 94"/>
                <a:gd name="T33" fmla="*/ 24 h 218"/>
                <a:gd name="T34" fmla="*/ 15 w 94"/>
                <a:gd name="T35" fmla="*/ 25 h 218"/>
                <a:gd name="T36" fmla="*/ 17 w 94"/>
                <a:gd name="T37" fmla="*/ 27 h 218"/>
                <a:gd name="T38" fmla="*/ 17 w 94"/>
                <a:gd name="T39" fmla="*/ 28 h 218"/>
                <a:gd name="T40" fmla="*/ 18 w 94"/>
                <a:gd name="T41" fmla="*/ 30 h 218"/>
                <a:gd name="T42" fmla="*/ 18 w 94"/>
                <a:gd name="T43" fmla="*/ 33 h 218"/>
                <a:gd name="T44" fmla="*/ 19 w 94"/>
                <a:gd name="T45" fmla="*/ 35 h 218"/>
                <a:gd name="T46" fmla="*/ 20 w 94"/>
                <a:gd name="T47" fmla="*/ 38 h 218"/>
                <a:gd name="T48" fmla="*/ 20 w 94"/>
                <a:gd name="T49" fmla="*/ 40 h 218"/>
                <a:gd name="T50" fmla="*/ 21 w 94"/>
                <a:gd name="T51" fmla="*/ 42 h 218"/>
                <a:gd name="T52" fmla="*/ 22 w 94"/>
                <a:gd name="T53" fmla="*/ 44 h 218"/>
                <a:gd name="T54" fmla="*/ 22 w 94"/>
                <a:gd name="T55" fmla="*/ 46 h 218"/>
                <a:gd name="T56" fmla="*/ 22 w 94"/>
                <a:gd name="T57" fmla="*/ 47 h 218"/>
                <a:gd name="T58" fmla="*/ 23 w 94"/>
                <a:gd name="T59" fmla="*/ 49 h 218"/>
                <a:gd name="T60" fmla="*/ 24 w 94"/>
                <a:gd name="T61" fmla="*/ 51 h 218"/>
                <a:gd name="T62" fmla="*/ 24 w 94"/>
                <a:gd name="T63" fmla="*/ 53 h 218"/>
                <a:gd name="T64" fmla="*/ 12 w 94"/>
                <a:gd name="T65" fmla="*/ 55 h 218"/>
                <a:gd name="T66" fmla="*/ 12 w 94"/>
                <a:gd name="T67" fmla="*/ 55 h 218"/>
                <a:gd name="T68" fmla="*/ 12 w 94"/>
                <a:gd name="T69" fmla="*/ 54 h 218"/>
                <a:gd name="T70" fmla="*/ 12 w 94"/>
                <a:gd name="T71" fmla="*/ 52 h 218"/>
                <a:gd name="T72" fmla="*/ 13 w 94"/>
                <a:gd name="T73" fmla="*/ 50 h 218"/>
                <a:gd name="T74" fmla="*/ 12 w 94"/>
                <a:gd name="T75" fmla="*/ 47 h 218"/>
                <a:gd name="T76" fmla="*/ 12 w 94"/>
                <a:gd name="T77" fmla="*/ 44 h 218"/>
                <a:gd name="T78" fmla="*/ 12 w 94"/>
                <a:gd name="T79" fmla="*/ 43 h 218"/>
                <a:gd name="T80" fmla="*/ 12 w 94"/>
                <a:gd name="T81" fmla="*/ 41 h 218"/>
                <a:gd name="T82" fmla="*/ 12 w 94"/>
                <a:gd name="T83" fmla="*/ 39 h 218"/>
                <a:gd name="T84" fmla="*/ 12 w 94"/>
                <a:gd name="T85" fmla="*/ 37 h 218"/>
                <a:gd name="T86" fmla="*/ 11 w 94"/>
                <a:gd name="T87" fmla="*/ 35 h 218"/>
                <a:gd name="T88" fmla="*/ 10 w 94"/>
                <a:gd name="T89" fmla="*/ 32 h 218"/>
                <a:gd name="T90" fmla="*/ 10 w 94"/>
                <a:gd name="T91" fmla="*/ 29 h 218"/>
                <a:gd name="T92" fmla="*/ 9 w 94"/>
                <a:gd name="T93" fmla="*/ 27 h 218"/>
                <a:gd name="T94" fmla="*/ 8 w 94"/>
                <a:gd name="T95" fmla="*/ 26 h 218"/>
                <a:gd name="T96" fmla="*/ 7 w 94"/>
                <a:gd name="T97" fmla="*/ 24 h 218"/>
                <a:gd name="T98" fmla="*/ 7 w 94"/>
                <a:gd name="T99" fmla="*/ 21 h 218"/>
                <a:gd name="T100" fmla="*/ 6 w 94"/>
                <a:gd name="T101" fmla="*/ 20 h 218"/>
                <a:gd name="T102" fmla="*/ 6 w 94"/>
                <a:gd name="T103" fmla="*/ 18 h 218"/>
                <a:gd name="T104" fmla="*/ 5 w 94"/>
                <a:gd name="T105" fmla="*/ 15 h 218"/>
                <a:gd name="T106" fmla="*/ 5 w 94"/>
                <a:gd name="T107" fmla="*/ 14 h 218"/>
                <a:gd name="T108" fmla="*/ 4 w 94"/>
                <a:gd name="T109" fmla="*/ 13 h 218"/>
                <a:gd name="T110" fmla="*/ 3 w 94"/>
                <a:gd name="T111" fmla="*/ 11 h 218"/>
                <a:gd name="T112" fmla="*/ 3 w 94"/>
                <a:gd name="T113" fmla="*/ 11 h 218"/>
                <a:gd name="T114" fmla="*/ 0 w 94"/>
                <a:gd name="T115" fmla="*/ 0 h 218"/>
                <a:gd name="T116" fmla="*/ 0 w 94"/>
                <a:gd name="T117" fmla="*/ 0 h 21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94"/>
                <a:gd name="T178" fmla="*/ 0 h 218"/>
                <a:gd name="T179" fmla="*/ 94 w 94"/>
                <a:gd name="T180" fmla="*/ 218 h 218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94" h="218">
                  <a:moveTo>
                    <a:pt x="0" y="0"/>
                  </a:moveTo>
                  <a:lnTo>
                    <a:pt x="3" y="0"/>
                  </a:lnTo>
                  <a:lnTo>
                    <a:pt x="9" y="2"/>
                  </a:lnTo>
                  <a:lnTo>
                    <a:pt x="17" y="6"/>
                  </a:lnTo>
                  <a:lnTo>
                    <a:pt x="28" y="14"/>
                  </a:lnTo>
                  <a:lnTo>
                    <a:pt x="38" y="24"/>
                  </a:lnTo>
                  <a:lnTo>
                    <a:pt x="45" y="36"/>
                  </a:lnTo>
                  <a:lnTo>
                    <a:pt x="49" y="44"/>
                  </a:lnTo>
                  <a:lnTo>
                    <a:pt x="51" y="50"/>
                  </a:lnTo>
                  <a:lnTo>
                    <a:pt x="39" y="61"/>
                  </a:lnTo>
                  <a:lnTo>
                    <a:pt x="46" y="66"/>
                  </a:lnTo>
                  <a:lnTo>
                    <a:pt x="49" y="69"/>
                  </a:lnTo>
                  <a:lnTo>
                    <a:pt x="53" y="77"/>
                  </a:lnTo>
                  <a:lnTo>
                    <a:pt x="56" y="82"/>
                  </a:lnTo>
                  <a:lnTo>
                    <a:pt x="57" y="86"/>
                  </a:lnTo>
                  <a:lnTo>
                    <a:pt x="60" y="93"/>
                  </a:lnTo>
                  <a:lnTo>
                    <a:pt x="63" y="100"/>
                  </a:lnTo>
                  <a:lnTo>
                    <a:pt x="65" y="105"/>
                  </a:lnTo>
                  <a:lnTo>
                    <a:pt x="68" y="113"/>
                  </a:lnTo>
                  <a:lnTo>
                    <a:pt x="71" y="122"/>
                  </a:lnTo>
                  <a:lnTo>
                    <a:pt x="72" y="131"/>
                  </a:lnTo>
                  <a:lnTo>
                    <a:pt x="75" y="140"/>
                  </a:lnTo>
                  <a:lnTo>
                    <a:pt x="78" y="149"/>
                  </a:lnTo>
                  <a:lnTo>
                    <a:pt x="80" y="157"/>
                  </a:lnTo>
                  <a:lnTo>
                    <a:pt x="83" y="167"/>
                  </a:lnTo>
                  <a:lnTo>
                    <a:pt x="85" y="174"/>
                  </a:lnTo>
                  <a:lnTo>
                    <a:pt x="87" y="182"/>
                  </a:lnTo>
                  <a:lnTo>
                    <a:pt x="87" y="188"/>
                  </a:lnTo>
                  <a:lnTo>
                    <a:pt x="90" y="195"/>
                  </a:lnTo>
                  <a:lnTo>
                    <a:pt x="93" y="204"/>
                  </a:lnTo>
                  <a:lnTo>
                    <a:pt x="94" y="209"/>
                  </a:lnTo>
                  <a:lnTo>
                    <a:pt x="51" y="218"/>
                  </a:lnTo>
                  <a:lnTo>
                    <a:pt x="51" y="217"/>
                  </a:lnTo>
                  <a:lnTo>
                    <a:pt x="51" y="213"/>
                  </a:lnTo>
                  <a:lnTo>
                    <a:pt x="51" y="206"/>
                  </a:lnTo>
                  <a:lnTo>
                    <a:pt x="53" y="199"/>
                  </a:lnTo>
                  <a:lnTo>
                    <a:pt x="51" y="188"/>
                  </a:lnTo>
                  <a:lnTo>
                    <a:pt x="51" y="175"/>
                  </a:lnTo>
                  <a:lnTo>
                    <a:pt x="50" y="169"/>
                  </a:lnTo>
                  <a:lnTo>
                    <a:pt x="49" y="162"/>
                  </a:lnTo>
                  <a:lnTo>
                    <a:pt x="47" y="153"/>
                  </a:lnTo>
                  <a:lnTo>
                    <a:pt x="47" y="146"/>
                  </a:lnTo>
                  <a:lnTo>
                    <a:pt x="43" y="137"/>
                  </a:lnTo>
                  <a:lnTo>
                    <a:pt x="40" y="128"/>
                  </a:lnTo>
                  <a:lnTo>
                    <a:pt x="39" y="119"/>
                  </a:lnTo>
                  <a:lnTo>
                    <a:pt x="36" y="111"/>
                  </a:lnTo>
                  <a:lnTo>
                    <a:pt x="32" y="102"/>
                  </a:lnTo>
                  <a:lnTo>
                    <a:pt x="31" y="94"/>
                  </a:lnTo>
                  <a:lnTo>
                    <a:pt x="28" y="84"/>
                  </a:lnTo>
                  <a:lnTo>
                    <a:pt x="25" y="77"/>
                  </a:lnTo>
                  <a:lnTo>
                    <a:pt x="23" y="69"/>
                  </a:lnTo>
                  <a:lnTo>
                    <a:pt x="20" y="61"/>
                  </a:lnTo>
                  <a:lnTo>
                    <a:pt x="17" y="55"/>
                  </a:lnTo>
                  <a:lnTo>
                    <a:pt x="16" y="51"/>
                  </a:lnTo>
                  <a:lnTo>
                    <a:pt x="13" y="44"/>
                  </a:lnTo>
                  <a:lnTo>
                    <a:pt x="13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8C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1" name="Freeform 142"/>
            <p:cNvSpPr>
              <a:spLocks/>
            </p:cNvSpPr>
            <p:nvPr/>
          </p:nvSpPr>
          <p:spPr bwMode="auto">
            <a:xfrm>
              <a:off x="3903" y="2044"/>
              <a:ext cx="39" cy="42"/>
            </a:xfrm>
            <a:custGeom>
              <a:avLst/>
              <a:gdLst>
                <a:gd name="T0" fmla="*/ 14 w 77"/>
                <a:gd name="T1" fmla="*/ 1 h 84"/>
                <a:gd name="T2" fmla="*/ 5 w 77"/>
                <a:gd name="T3" fmla="*/ 0 h 84"/>
                <a:gd name="T4" fmla="*/ 2 w 77"/>
                <a:gd name="T5" fmla="*/ 1 h 84"/>
                <a:gd name="T6" fmla="*/ 0 w 77"/>
                <a:gd name="T7" fmla="*/ 6 h 84"/>
                <a:gd name="T8" fmla="*/ 4 w 77"/>
                <a:gd name="T9" fmla="*/ 17 h 84"/>
                <a:gd name="T10" fmla="*/ 8 w 77"/>
                <a:gd name="T11" fmla="*/ 17 h 84"/>
                <a:gd name="T12" fmla="*/ 11 w 77"/>
                <a:gd name="T13" fmla="*/ 20 h 84"/>
                <a:gd name="T14" fmla="*/ 20 w 77"/>
                <a:gd name="T15" fmla="*/ 21 h 84"/>
                <a:gd name="T16" fmla="*/ 14 w 77"/>
                <a:gd name="T17" fmla="*/ 1 h 84"/>
                <a:gd name="T18" fmla="*/ 14 w 77"/>
                <a:gd name="T19" fmla="*/ 1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"/>
                <a:gd name="T31" fmla="*/ 0 h 84"/>
                <a:gd name="T32" fmla="*/ 77 w 77"/>
                <a:gd name="T33" fmla="*/ 84 h 8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" h="84">
                  <a:moveTo>
                    <a:pt x="53" y="7"/>
                  </a:moveTo>
                  <a:lnTo>
                    <a:pt x="19" y="0"/>
                  </a:lnTo>
                  <a:lnTo>
                    <a:pt x="6" y="4"/>
                  </a:lnTo>
                  <a:lnTo>
                    <a:pt x="0" y="24"/>
                  </a:lnTo>
                  <a:lnTo>
                    <a:pt x="16" y="68"/>
                  </a:lnTo>
                  <a:lnTo>
                    <a:pt x="31" y="65"/>
                  </a:lnTo>
                  <a:lnTo>
                    <a:pt x="41" y="77"/>
                  </a:lnTo>
                  <a:lnTo>
                    <a:pt x="77" y="84"/>
                  </a:lnTo>
                  <a:lnTo>
                    <a:pt x="53" y="7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2" name="Freeform 143"/>
            <p:cNvSpPr>
              <a:spLocks/>
            </p:cNvSpPr>
            <p:nvPr/>
          </p:nvSpPr>
          <p:spPr bwMode="auto">
            <a:xfrm>
              <a:off x="3910" y="2045"/>
              <a:ext cx="39" cy="47"/>
            </a:xfrm>
            <a:custGeom>
              <a:avLst/>
              <a:gdLst>
                <a:gd name="T0" fmla="*/ 6 w 79"/>
                <a:gd name="T1" fmla="*/ 0 h 92"/>
                <a:gd name="T2" fmla="*/ 4 w 79"/>
                <a:gd name="T3" fmla="*/ 4 h 92"/>
                <a:gd name="T4" fmla="*/ 1 w 79"/>
                <a:gd name="T5" fmla="*/ 2 h 92"/>
                <a:gd name="T6" fmla="*/ 0 w 79"/>
                <a:gd name="T7" fmla="*/ 7 h 92"/>
                <a:gd name="T8" fmla="*/ 3 w 79"/>
                <a:gd name="T9" fmla="*/ 9 h 92"/>
                <a:gd name="T10" fmla="*/ 3 w 79"/>
                <a:gd name="T11" fmla="*/ 15 h 92"/>
                <a:gd name="T12" fmla="*/ 11 w 79"/>
                <a:gd name="T13" fmla="*/ 15 h 92"/>
                <a:gd name="T14" fmla="*/ 10 w 79"/>
                <a:gd name="T15" fmla="*/ 19 h 92"/>
                <a:gd name="T16" fmla="*/ 19 w 79"/>
                <a:gd name="T17" fmla="*/ 24 h 92"/>
                <a:gd name="T18" fmla="*/ 13 w 79"/>
                <a:gd name="T19" fmla="*/ 10 h 92"/>
                <a:gd name="T20" fmla="*/ 10 w 79"/>
                <a:gd name="T21" fmla="*/ 1 h 92"/>
                <a:gd name="T22" fmla="*/ 6 w 79"/>
                <a:gd name="T23" fmla="*/ 0 h 92"/>
                <a:gd name="T24" fmla="*/ 6 w 79"/>
                <a:gd name="T25" fmla="*/ 0 h 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9"/>
                <a:gd name="T40" fmla="*/ 0 h 92"/>
                <a:gd name="T41" fmla="*/ 79 w 79"/>
                <a:gd name="T42" fmla="*/ 92 h 9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9" h="92">
                  <a:moveTo>
                    <a:pt x="26" y="0"/>
                  </a:moveTo>
                  <a:lnTo>
                    <a:pt x="19" y="14"/>
                  </a:lnTo>
                  <a:lnTo>
                    <a:pt x="4" y="5"/>
                  </a:lnTo>
                  <a:lnTo>
                    <a:pt x="0" y="28"/>
                  </a:lnTo>
                  <a:lnTo>
                    <a:pt x="15" y="33"/>
                  </a:lnTo>
                  <a:lnTo>
                    <a:pt x="15" y="58"/>
                  </a:lnTo>
                  <a:lnTo>
                    <a:pt x="47" y="58"/>
                  </a:lnTo>
                  <a:lnTo>
                    <a:pt x="41" y="74"/>
                  </a:lnTo>
                  <a:lnTo>
                    <a:pt x="79" y="92"/>
                  </a:lnTo>
                  <a:lnTo>
                    <a:pt x="55" y="37"/>
                  </a:lnTo>
                  <a:lnTo>
                    <a:pt x="41" y="4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3" name="Freeform 144"/>
            <p:cNvSpPr>
              <a:spLocks/>
            </p:cNvSpPr>
            <p:nvPr/>
          </p:nvSpPr>
          <p:spPr bwMode="auto">
            <a:xfrm>
              <a:off x="3903" y="2021"/>
              <a:ext cx="30" cy="19"/>
            </a:xfrm>
            <a:custGeom>
              <a:avLst/>
              <a:gdLst>
                <a:gd name="T0" fmla="*/ 0 w 61"/>
                <a:gd name="T1" fmla="*/ 6 h 39"/>
                <a:gd name="T2" fmla="*/ 0 w 61"/>
                <a:gd name="T3" fmla="*/ 5 h 39"/>
                <a:gd name="T4" fmla="*/ 1 w 61"/>
                <a:gd name="T5" fmla="*/ 3 h 39"/>
                <a:gd name="T6" fmla="*/ 2 w 61"/>
                <a:gd name="T7" fmla="*/ 1 h 39"/>
                <a:gd name="T8" fmla="*/ 4 w 61"/>
                <a:gd name="T9" fmla="*/ 0 h 39"/>
                <a:gd name="T10" fmla="*/ 5 w 61"/>
                <a:gd name="T11" fmla="*/ 0 h 39"/>
                <a:gd name="T12" fmla="*/ 6 w 61"/>
                <a:gd name="T13" fmla="*/ 0 h 39"/>
                <a:gd name="T14" fmla="*/ 5 w 61"/>
                <a:gd name="T15" fmla="*/ 3 h 39"/>
                <a:gd name="T16" fmla="*/ 5 w 61"/>
                <a:gd name="T17" fmla="*/ 6 h 39"/>
                <a:gd name="T18" fmla="*/ 10 w 61"/>
                <a:gd name="T19" fmla="*/ 7 h 39"/>
                <a:gd name="T20" fmla="*/ 15 w 61"/>
                <a:gd name="T21" fmla="*/ 9 h 39"/>
                <a:gd name="T22" fmla="*/ 7 w 61"/>
                <a:gd name="T23" fmla="*/ 8 h 39"/>
                <a:gd name="T24" fmla="*/ 2 w 61"/>
                <a:gd name="T25" fmla="*/ 8 h 39"/>
                <a:gd name="T26" fmla="*/ 0 w 61"/>
                <a:gd name="T27" fmla="*/ 6 h 39"/>
                <a:gd name="T28" fmla="*/ 0 w 61"/>
                <a:gd name="T29" fmla="*/ 6 h 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61"/>
                <a:gd name="T46" fmla="*/ 0 h 39"/>
                <a:gd name="T47" fmla="*/ 61 w 61"/>
                <a:gd name="T48" fmla="*/ 39 h 3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61" h="39">
                  <a:moveTo>
                    <a:pt x="2" y="25"/>
                  </a:moveTo>
                  <a:lnTo>
                    <a:pt x="0" y="20"/>
                  </a:lnTo>
                  <a:lnTo>
                    <a:pt x="6" y="13"/>
                  </a:lnTo>
                  <a:lnTo>
                    <a:pt x="11" y="7"/>
                  </a:lnTo>
                  <a:lnTo>
                    <a:pt x="18" y="3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0" y="14"/>
                  </a:lnTo>
                  <a:lnTo>
                    <a:pt x="20" y="25"/>
                  </a:lnTo>
                  <a:lnTo>
                    <a:pt x="43" y="28"/>
                  </a:lnTo>
                  <a:lnTo>
                    <a:pt x="61" y="39"/>
                  </a:lnTo>
                  <a:lnTo>
                    <a:pt x="28" y="32"/>
                  </a:lnTo>
                  <a:lnTo>
                    <a:pt x="8" y="32"/>
                  </a:lnTo>
                  <a:lnTo>
                    <a:pt x="2" y="25"/>
                  </a:lnTo>
                  <a:close/>
                </a:path>
              </a:pathLst>
            </a:custGeom>
            <a:solidFill>
              <a:srgbClr val="75696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4" name="Freeform 145"/>
            <p:cNvSpPr>
              <a:spLocks/>
            </p:cNvSpPr>
            <p:nvPr/>
          </p:nvSpPr>
          <p:spPr bwMode="auto">
            <a:xfrm>
              <a:off x="4051" y="2246"/>
              <a:ext cx="31" cy="47"/>
            </a:xfrm>
            <a:custGeom>
              <a:avLst/>
              <a:gdLst>
                <a:gd name="T0" fmla="*/ 1 w 62"/>
                <a:gd name="T1" fmla="*/ 15 h 94"/>
                <a:gd name="T2" fmla="*/ 1 w 62"/>
                <a:gd name="T3" fmla="*/ 13 h 94"/>
                <a:gd name="T4" fmla="*/ 1 w 62"/>
                <a:gd name="T5" fmla="*/ 12 h 94"/>
                <a:gd name="T6" fmla="*/ 0 w 62"/>
                <a:gd name="T7" fmla="*/ 10 h 94"/>
                <a:gd name="T8" fmla="*/ 0 w 62"/>
                <a:gd name="T9" fmla="*/ 6 h 94"/>
                <a:gd name="T10" fmla="*/ 0 w 62"/>
                <a:gd name="T11" fmla="*/ 5 h 94"/>
                <a:gd name="T12" fmla="*/ 2 w 62"/>
                <a:gd name="T13" fmla="*/ 3 h 94"/>
                <a:gd name="T14" fmla="*/ 3 w 62"/>
                <a:gd name="T15" fmla="*/ 1 h 94"/>
                <a:gd name="T16" fmla="*/ 5 w 62"/>
                <a:gd name="T17" fmla="*/ 1 h 94"/>
                <a:gd name="T18" fmla="*/ 7 w 62"/>
                <a:gd name="T19" fmla="*/ 0 h 94"/>
                <a:gd name="T20" fmla="*/ 9 w 62"/>
                <a:gd name="T21" fmla="*/ 1 h 94"/>
                <a:gd name="T22" fmla="*/ 10 w 62"/>
                <a:gd name="T23" fmla="*/ 1 h 94"/>
                <a:gd name="T24" fmla="*/ 12 w 62"/>
                <a:gd name="T25" fmla="*/ 3 h 94"/>
                <a:gd name="T26" fmla="*/ 14 w 62"/>
                <a:gd name="T27" fmla="*/ 6 h 94"/>
                <a:gd name="T28" fmla="*/ 15 w 62"/>
                <a:gd name="T29" fmla="*/ 9 h 94"/>
                <a:gd name="T30" fmla="*/ 16 w 62"/>
                <a:gd name="T31" fmla="*/ 12 h 94"/>
                <a:gd name="T32" fmla="*/ 16 w 62"/>
                <a:gd name="T33" fmla="*/ 15 h 94"/>
                <a:gd name="T34" fmla="*/ 15 w 62"/>
                <a:gd name="T35" fmla="*/ 18 h 94"/>
                <a:gd name="T36" fmla="*/ 14 w 62"/>
                <a:gd name="T37" fmla="*/ 21 h 94"/>
                <a:gd name="T38" fmla="*/ 12 w 62"/>
                <a:gd name="T39" fmla="*/ 23 h 94"/>
                <a:gd name="T40" fmla="*/ 10 w 62"/>
                <a:gd name="T41" fmla="*/ 24 h 94"/>
                <a:gd name="T42" fmla="*/ 8 w 62"/>
                <a:gd name="T43" fmla="*/ 24 h 94"/>
                <a:gd name="T44" fmla="*/ 7 w 62"/>
                <a:gd name="T45" fmla="*/ 24 h 94"/>
                <a:gd name="T46" fmla="*/ 5 w 62"/>
                <a:gd name="T47" fmla="*/ 23 h 94"/>
                <a:gd name="T48" fmla="*/ 4 w 62"/>
                <a:gd name="T49" fmla="*/ 21 h 94"/>
                <a:gd name="T50" fmla="*/ 3 w 62"/>
                <a:gd name="T51" fmla="*/ 19 h 94"/>
                <a:gd name="T52" fmla="*/ 2 w 62"/>
                <a:gd name="T53" fmla="*/ 17 h 94"/>
                <a:gd name="T54" fmla="*/ 1 w 62"/>
                <a:gd name="T55" fmla="*/ 15 h 94"/>
                <a:gd name="T56" fmla="*/ 1 w 62"/>
                <a:gd name="T57" fmla="*/ 15 h 94"/>
                <a:gd name="T58" fmla="*/ 1 w 62"/>
                <a:gd name="T59" fmla="*/ 15 h 9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62"/>
                <a:gd name="T91" fmla="*/ 0 h 94"/>
                <a:gd name="T92" fmla="*/ 62 w 62"/>
                <a:gd name="T93" fmla="*/ 94 h 94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62" h="94">
                  <a:moveTo>
                    <a:pt x="4" y="60"/>
                  </a:moveTo>
                  <a:lnTo>
                    <a:pt x="3" y="55"/>
                  </a:lnTo>
                  <a:lnTo>
                    <a:pt x="1" y="48"/>
                  </a:lnTo>
                  <a:lnTo>
                    <a:pt x="0" y="37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5" y="10"/>
                  </a:lnTo>
                  <a:lnTo>
                    <a:pt x="9" y="3"/>
                  </a:lnTo>
                  <a:lnTo>
                    <a:pt x="18" y="2"/>
                  </a:lnTo>
                  <a:lnTo>
                    <a:pt x="25" y="0"/>
                  </a:lnTo>
                  <a:lnTo>
                    <a:pt x="33" y="2"/>
                  </a:lnTo>
                  <a:lnTo>
                    <a:pt x="40" y="7"/>
                  </a:lnTo>
                  <a:lnTo>
                    <a:pt x="48" y="15"/>
                  </a:lnTo>
                  <a:lnTo>
                    <a:pt x="54" y="25"/>
                  </a:lnTo>
                  <a:lnTo>
                    <a:pt x="58" y="36"/>
                  </a:lnTo>
                  <a:lnTo>
                    <a:pt x="62" y="48"/>
                  </a:lnTo>
                  <a:lnTo>
                    <a:pt x="62" y="61"/>
                  </a:lnTo>
                  <a:lnTo>
                    <a:pt x="58" y="71"/>
                  </a:lnTo>
                  <a:lnTo>
                    <a:pt x="54" y="82"/>
                  </a:lnTo>
                  <a:lnTo>
                    <a:pt x="47" y="89"/>
                  </a:lnTo>
                  <a:lnTo>
                    <a:pt x="40" y="93"/>
                  </a:lnTo>
                  <a:lnTo>
                    <a:pt x="31" y="94"/>
                  </a:lnTo>
                  <a:lnTo>
                    <a:pt x="25" y="94"/>
                  </a:lnTo>
                  <a:lnTo>
                    <a:pt x="18" y="90"/>
                  </a:lnTo>
                  <a:lnTo>
                    <a:pt x="15" y="84"/>
                  </a:lnTo>
                  <a:lnTo>
                    <a:pt x="9" y="76"/>
                  </a:lnTo>
                  <a:lnTo>
                    <a:pt x="7" y="68"/>
                  </a:lnTo>
                  <a:lnTo>
                    <a:pt x="4" y="61"/>
                  </a:lnTo>
                  <a:lnTo>
                    <a:pt x="4" y="6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5" name="Freeform 146"/>
            <p:cNvSpPr>
              <a:spLocks/>
            </p:cNvSpPr>
            <p:nvPr/>
          </p:nvSpPr>
          <p:spPr bwMode="auto">
            <a:xfrm>
              <a:off x="3983" y="2006"/>
              <a:ext cx="121" cy="278"/>
            </a:xfrm>
            <a:custGeom>
              <a:avLst/>
              <a:gdLst>
                <a:gd name="T0" fmla="*/ 0 w 241"/>
                <a:gd name="T1" fmla="*/ 0 h 555"/>
                <a:gd name="T2" fmla="*/ 24 w 241"/>
                <a:gd name="T3" fmla="*/ 9 h 555"/>
                <a:gd name="T4" fmla="*/ 36 w 241"/>
                <a:gd name="T5" fmla="*/ 36 h 555"/>
                <a:gd name="T6" fmla="*/ 26 w 241"/>
                <a:gd name="T7" fmla="*/ 43 h 555"/>
                <a:gd name="T8" fmla="*/ 40 w 241"/>
                <a:gd name="T9" fmla="*/ 83 h 555"/>
                <a:gd name="T10" fmla="*/ 48 w 241"/>
                <a:gd name="T11" fmla="*/ 85 h 555"/>
                <a:gd name="T12" fmla="*/ 61 w 241"/>
                <a:gd name="T13" fmla="*/ 127 h 555"/>
                <a:gd name="T14" fmla="*/ 34 w 241"/>
                <a:gd name="T15" fmla="*/ 139 h 555"/>
                <a:gd name="T16" fmla="*/ 8 w 241"/>
                <a:gd name="T17" fmla="*/ 96 h 555"/>
                <a:gd name="T18" fmla="*/ 0 w 241"/>
                <a:gd name="T19" fmla="*/ 0 h 555"/>
                <a:gd name="T20" fmla="*/ 0 w 241"/>
                <a:gd name="T21" fmla="*/ 0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41"/>
                <a:gd name="T34" fmla="*/ 0 h 555"/>
                <a:gd name="T35" fmla="*/ 241 w 241"/>
                <a:gd name="T36" fmla="*/ 555 h 55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41" h="555">
                  <a:moveTo>
                    <a:pt x="0" y="0"/>
                  </a:moveTo>
                  <a:lnTo>
                    <a:pt x="95" y="33"/>
                  </a:lnTo>
                  <a:lnTo>
                    <a:pt x="142" y="142"/>
                  </a:lnTo>
                  <a:lnTo>
                    <a:pt x="103" y="169"/>
                  </a:lnTo>
                  <a:lnTo>
                    <a:pt x="157" y="330"/>
                  </a:lnTo>
                  <a:lnTo>
                    <a:pt x="189" y="338"/>
                  </a:lnTo>
                  <a:lnTo>
                    <a:pt x="241" y="507"/>
                  </a:lnTo>
                  <a:lnTo>
                    <a:pt x="135" y="555"/>
                  </a:lnTo>
                  <a:lnTo>
                    <a:pt x="30" y="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99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6" name="Freeform 147"/>
            <p:cNvSpPr>
              <a:spLocks/>
            </p:cNvSpPr>
            <p:nvPr/>
          </p:nvSpPr>
          <p:spPr bwMode="auto">
            <a:xfrm>
              <a:off x="3927" y="2005"/>
              <a:ext cx="129" cy="283"/>
            </a:xfrm>
            <a:custGeom>
              <a:avLst/>
              <a:gdLst>
                <a:gd name="T0" fmla="*/ 0 w 258"/>
                <a:gd name="T1" fmla="*/ 17 h 564"/>
                <a:gd name="T2" fmla="*/ 12 w 258"/>
                <a:gd name="T3" fmla="*/ 55 h 564"/>
                <a:gd name="T4" fmla="*/ 15 w 258"/>
                <a:gd name="T5" fmla="*/ 55 h 564"/>
                <a:gd name="T6" fmla="*/ 27 w 258"/>
                <a:gd name="T7" fmla="*/ 95 h 564"/>
                <a:gd name="T8" fmla="*/ 39 w 258"/>
                <a:gd name="T9" fmla="*/ 142 h 564"/>
                <a:gd name="T10" fmla="*/ 63 w 258"/>
                <a:gd name="T11" fmla="*/ 140 h 564"/>
                <a:gd name="T12" fmla="*/ 50 w 258"/>
                <a:gd name="T13" fmla="*/ 89 h 564"/>
                <a:gd name="T14" fmla="*/ 45 w 258"/>
                <a:gd name="T15" fmla="*/ 90 h 564"/>
                <a:gd name="T16" fmla="*/ 36 w 258"/>
                <a:gd name="T17" fmla="*/ 47 h 564"/>
                <a:gd name="T18" fmla="*/ 56 w 258"/>
                <a:gd name="T19" fmla="*/ 47 h 564"/>
                <a:gd name="T20" fmla="*/ 55 w 258"/>
                <a:gd name="T21" fmla="*/ 44 h 564"/>
                <a:gd name="T22" fmla="*/ 65 w 258"/>
                <a:gd name="T23" fmla="*/ 37 h 564"/>
                <a:gd name="T24" fmla="*/ 40 w 258"/>
                <a:gd name="T25" fmla="*/ 33 h 564"/>
                <a:gd name="T26" fmla="*/ 28 w 258"/>
                <a:gd name="T27" fmla="*/ 0 h 564"/>
                <a:gd name="T28" fmla="*/ 0 w 258"/>
                <a:gd name="T29" fmla="*/ 17 h 564"/>
                <a:gd name="T30" fmla="*/ 0 w 258"/>
                <a:gd name="T31" fmla="*/ 17 h 5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58"/>
                <a:gd name="T49" fmla="*/ 0 h 564"/>
                <a:gd name="T50" fmla="*/ 258 w 258"/>
                <a:gd name="T51" fmla="*/ 564 h 5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58" h="564">
                  <a:moveTo>
                    <a:pt x="0" y="65"/>
                  </a:moveTo>
                  <a:lnTo>
                    <a:pt x="50" y="219"/>
                  </a:lnTo>
                  <a:lnTo>
                    <a:pt x="60" y="219"/>
                  </a:lnTo>
                  <a:lnTo>
                    <a:pt x="111" y="377"/>
                  </a:lnTo>
                  <a:lnTo>
                    <a:pt x="158" y="564"/>
                  </a:lnTo>
                  <a:lnTo>
                    <a:pt x="253" y="557"/>
                  </a:lnTo>
                  <a:lnTo>
                    <a:pt x="203" y="353"/>
                  </a:lnTo>
                  <a:lnTo>
                    <a:pt x="183" y="357"/>
                  </a:lnTo>
                  <a:lnTo>
                    <a:pt x="144" y="186"/>
                  </a:lnTo>
                  <a:lnTo>
                    <a:pt x="225" y="186"/>
                  </a:lnTo>
                  <a:lnTo>
                    <a:pt x="223" y="174"/>
                  </a:lnTo>
                  <a:lnTo>
                    <a:pt x="258" y="145"/>
                  </a:lnTo>
                  <a:lnTo>
                    <a:pt x="163" y="131"/>
                  </a:lnTo>
                  <a:lnTo>
                    <a:pt x="114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7D2B1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7" name="Freeform 148"/>
            <p:cNvSpPr>
              <a:spLocks/>
            </p:cNvSpPr>
            <p:nvPr/>
          </p:nvSpPr>
          <p:spPr bwMode="auto">
            <a:xfrm>
              <a:off x="3999" y="2261"/>
              <a:ext cx="31" cy="47"/>
            </a:xfrm>
            <a:custGeom>
              <a:avLst/>
              <a:gdLst>
                <a:gd name="T0" fmla="*/ 1 w 61"/>
                <a:gd name="T1" fmla="*/ 15 h 95"/>
                <a:gd name="T2" fmla="*/ 1 w 61"/>
                <a:gd name="T3" fmla="*/ 14 h 95"/>
                <a:gd name="T4" fmla="*/ 1 w 61"/>
                <a:gd name="T5" fmla="*/ 12 h 95"/>
                <a:gd name="T6" fmla="*/ 0 w 61"/>
                <a:gd name="T7" fmla="*/ 9 h 95"/>
                <a:gd name="T8" fmla="*/ 0 w 61"/>
                <a:gd name="T9" fmla="*/ 7 h 95"/>
                <a:gd name="T10" fmla="*/ 0 w 61"/>
                <a:gd name="T11" fmla="*/ 4 h 95"/>
                <a:gd name="T12" fmla="*/ 1 w 61"/>
                <a:gd name="T13" fmla="*/ 2 h 95"/>
                <a:gd name="T14" fmla="*/ 3 w 61"/>
                <a:gd name="T15" fmla="*/ 1 h 95"/>
                <a:gd name="T16" fmla="*/ 5 w 61"/>
                <a:gd name="T17" fmla="*/ 0 h 95"/>
                <a:gd name="T18" fmla="*/ 7 w 61"/>
                <a:gd name="T19" fmla="*/ 0 h 95"/>
                <a:gd name="T20" fmla="*/ 9 w 61"/>
                <a:gd name="T21" fmla="*/ 0 h 95"/>
                <a:gd name="T22" fmla="*/ 10 w 61"/>
                <a:gd name="T23" fmla="*/ 2 h 95"/>
                <a:gd name="T24" fmla="*/ 13 w 61"/>
                <a:gd name="T25" fmla="*/ 4 h 95"/>
                <a:gd name="T26" fmla="*/ 14 w 61"/>
                <a:gd name="T27" fmla="*/ 6 h 95"/>
                <a:gd name="T28" fmla="*/ 15 w 61"/>
                <a:gd name="T29" fmla="*/ 9 h 95"/>
                <a:gd name="T30" fmla="*/ 16 w 61"/>
                <a:gd name="T31" fmla="*/ 12 h 95"/>
                <a:gd name="T32" fmla="*/ 16 w 61"/>
                <a:gd name="T33" fmla="*/ 15 h 95"/>
                <a:gd name="T34" fmla="*/ 15 w 61"/>
                <a:gd name="T35" fmla="*/ 17 h 95"/>
                <a:gd name="T36" fmla="*/ 14 w 61"/>
                <a:gd name="T37" fmla="*/ 20 h 95"/>
                <a:gd name="T38" fmla="*/ 12 w 61"/>
                <a:gd name="T39" fmla="*/ 22 h 95"/>
                <a:gd name="T40" fmla="*/ 10 w 61"/>
                <a:gd name="T41" fmla="*/ 23 h 95"/>
                <a:gd name="T42" fmla="*/ 8 w 61"/>
                <a:gd name="T43" fmla="*/ 23 h 95"/>
                <a:gd name="T44" fmla="*/ 7 w 61"/>
                <a:gd name="T45" fmla="*/ 23 h 95"/>
                <a:gd name="T46" fmla="*/ 5 w 61"/>
                <a:gd name="T47" fmla="*/ 22 h 95"/>
                <a:gd name="T48" fmla="*/ 4 w 61"/>
                <a:gd name="T49" fmla="*/ 21 h 95"/>
                <a:gd name="T50" fmla="*/ 3 w 61"/>
                <a:gd name="T51" fmla="*/ 19 h 95"/>
                <a:gd name="T52" fmla="*/ 2 w 61"/>
                <a:gd name="T53" fmla="*/ 17 h 95"/>
                <a:gd name="T54" fmla="*/ 1 w 61"/>
                <a:gd name="T55" fmla="*/ 15 h 95"/>
                <a:gd name="T56" fmla="*/ 1 w 61"/>
                <a:gd name="T57" fmla="*/ 15 h 95"/>
                <a:gd name="T58" fmla="*/ 1 w 61"/>
                <a:gd name="T59" fmla="*/ 15 h 9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61"/>
                <a:gd name="T91" fmla="*/ 0 h 95"/>
                <a:gd name="T92" fmla="*/ 61 w 61"/>
                <a:gd name="T93" fmla="*/ 95 h 9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61" h="95">
                  <a:moveTo>
                    <a:pt x="4" y="62"/>
                  </a:moveTo>
                  <a:lnTo>
                    <a:pt x="3" y="58"/>
                  </a:lnTo>
                  <a:lnTo>
                    <a:pt x="2" y="49"/>
                  </a:lnTo>
                  <a:lnTo>
                    <a:pt x="0" y="38"/>
                  </a:lnTo>
                  <a:lnTo>
                    <a:pt x="0" y="29"/>
                  </a:lnTo>
                  <a:lnTo>
                    <a:pt x="0" y="16"/>
                  </a:lnTo>
                  <a:lnTo>
                    <a:pt x="4" y="9"/>
                  </a:lnTo>
                  <a:lnTo>
                    <a:pt x="10" y="4"/>
                  </a:lnTo>
                  <a:lnTo>
                    <a:pt x="18" y="1"/>
                  </a:lnTo>
                  <a:lnTo>
                    <a:pt x="25" y="0"/>
                  </a:lnTo>
                  <a:lnTo>
                    <a:pt x="33" y="2"/>
                  </a:lnTo>
                  <a:lnTo>
                    <a:pt x="40" y="8"/>
                  </a:lnTo>
                  <a:lnTo>
                    <a:pt x="49" y="16"/>
                  </a:lnTo>
                  <a:lnTo>
                    <a:pt x="53" y="26"/>
                  </a:lnTo>
                  <a:lnTo>
                    <a:pt x="58" y="37"/>
                  </a:lnTo>
                  <a:lnTo>
                    <a:pt x="61" y="48"/>
                  </a:lnTo>
                  <a:lnTo>
                    <a:pt x="61" y="62"/>
                  </a:lnTo>
                  <a:lnTo>
                    <a:pt x="58" y="70"/>
                  </a:lnTo>
                  <a:lnTo>
                    <a:pt x="53" y="81"/>
                  </a:lnTo>
                  <a:lnTo>
                    <a:pt x="46" y="88"/>
                  </a:lnTo>
                  <a:lnTo>
                    <a:pt x="39" y="93"/>
                  </a:lnTo>
                  <a:lnTo>
                    <a:pt x="31" y="95"/>
                  </a:lnTo>
                  <a:lnTo>
                    <a:pt x="25" y="95"/>
                  </a:lnTo>
                  <a:lnTo>
                    <a:pt x="18" y="89"/>
                  </a:lnTo>
                  <a:lnTo>
                    <a:pt x="14" y="85"/>
                  </a:lnTo>
                  <a:lnTo>
                    <a:pt x="10" y="77"/>
                  </a:lnTo>
                  <a:lnTo>
                    <a:pt x="6" y="70"/>
                  </a:lnTo>
                  <a:lnTo>
                    <a:pt x="4" y="63"/>
                  </a:lnTo>
                  <a:lnTo>
                    <a:pt x="4" y="62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8" name="Freeform 149"/>
            <p:cNvSpPr>
              <a:spLocks/>
            </p:cNvSpPr>
            <p:nvPr/>
          </p:nvSpPr>
          <p:spPr bwMode="auto">
            <a:xfrm>
              <a:off x="4006" y="2272"/>
              <a:ext cx="17" cy="27"/>
            </a:xfrm>
            <a:custGeom>
              <a:avLst/>
              <a:gdLst>
                <a:gd name="T0" fmla="*/ 0 w 35"/>
                <a:gd name="T1" fmla="*/ 8 h 55"/>
                <a:gd name="T2" fmla="*/ 0 w 35"/>
                <a:gd name="T3" fmla="*/ 7 h 55"/>
                <a:gd name="T4" fmla="*/ 0 w 35"/>
                <a:gd name="T5" fmla="*/ 6 h 55"/>
                <a:gd name="T6" fmla="*/ 0 w 35"/>
                <a:gd name="T7" fmla="*/ 5 h 55"/>
                <a:gd name="T8" fmla="*/ 0 w 35"/>
                <a:gd name="T9" fmla="*/ 3 h 55"/>
                <a:gd name="T10" fmla="*/ 0 w 35"/>
                <a:gd name="T11" fmla="*/ 2 h 55"/>
                <a:gd name="T12" fmla="*/ 0 w 35"/>
                <a:gd name="T13" fmla="*/ 1 h 55"/>
                <a:gd name="T14" fmla="*/ 1 w 35"/>
                <a:gd name="T15" fmla="*/ 0 h 55"/>
                <a:gd name="T16" fmla="*/ 2 w 35"/>
                <a:gd name="T17" fmla="*/ 0 h 55"/>
                <a:gd name="T18" fmla="*/ 4 w 35"/>
                <a:gd name="T19" fmla="*/ 0 h 55"/>
                <a:gd name="T20" fmla="*/ 7 w 35"/>
                <a:gd name="T21" fmla="*/ 2 h 55"/>
                <a:gd name="T22" fmla="*/ 7 w 35"/>
                <a:gd name="T23" fmla="*/ 3 h 55"/>
                <a:gd name="T24" fmla="*/ 8 w 35"/>
                <a:gd name="T25" fmla="*/ 5 h 55"/>
                <a:gd name="T26" fmla="*/ 8 w 35"/>
                <a:gd name="T27" fmla="*/ 6 h 55"/>
                <a:gd name="T28" fmla="*/ 8 w 35"/>
                <a:gd name="T29" fmla="*/ 9 h 55"/>
                <a:gd name="T30" fmla="*/ 7 w 35"/>
                <a:gd name="T31" fmla="*/ 11 h 55"/>
                <a:gd name="T32" fmla="*/ 6 w 35"/>
                <a:gd name="T33" fmla="*/ 13 h 55"/>
                <a:gd name="T34" fmla="*/ 3 w 35"/>
                <a:gd name="T35" fmla="*/ 13 h 55"/>
                <a:gd name="T36" fmla="*/ 1 w 35"/>
                <a:gd name="T37" fmla="*/ 12 h 55"/>
                <a:gd name="T38" fmla="*/ 0 w 35"/>
                <a:gd name="T39" fmla="*/ 10 h 55"/>
                <a:gd name="T40" fmla="*/ 0 w 35"/>
                <a:gd name="T41" fmla="*/ 8 h 55"/>
                <a:gd name="T42" fmla="*/ 0 w 35"/>
                <a:gd name="T43" fmla="*/ 8 h 5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5"/>
                <a:gd name="T67" fmla="*/ 0 h 55"/>
                <a:gd name="T68" fmla="*/ 35 w 35"/>
                <a:gd name="T69" fmla="*/ 55 h 5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5" h="55">
                  <a:moveTo>
                    <a:pt x="1" y="34"/>
                  </a:moveTo>
                  <a:lnTo>
                    <a:pt x="0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15"/>
                  </a:lnTo>
                  <a:lnTo>
                    <a:pt x="0" y="8"/>
                  </a:lnTo>
                  <a:lnTo>
                    <a:pt x="3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8" y="0"/>
                  </a:lnTo>
                  <a:lnTo>
                    <a:pt x="28" y="8"/>
                  </a:lnTo>
                  <a:lnTo>
                    <a:pt x="30" y="13"/>
                  </a:lnTo>
                  <a:lnTo>
                    <a:pt x="32" y="20"/>
                  </a:lnTo>
                  <a:lnTo>
                    <a:pt x="33" y="27"/>
                  </a:lnTo>
                  <a:lnTo>
                    <a:pt x="35" y="36"/>
                  </a:lnTo>
                  <a:lnTo>
                    <a:pt x="30" y="47"/>
                  </a:lnTo>
                  <a:lnTo>
                    <a:pt x="24" y="55"/>
                  </a:lnTo>
                  <a:lnTo>
                    <a:pt x="14" y="53"/>
                  </a:lnTo>
                  <a:lnTo>
                    <a:pt x="7" y="48"/>
                  </a:lnTo>
                  <a:lnTo>
                    <a:pt x="3" y="40"/>
                  </a:lnTo>
                  <a:lnTo>
                    <a:pt x="1" y="34"/>
                  </a:lnTo>
                  <a:close/>
                </a:path>
              </a:pathLst>
            </a:custGeom>
            <a:solidFill>
              <a:srgbClr val="B8B8D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9" name="Freeform 150"/>
            <p:cNvSpPr>
              <a:spLocks/>
            </p:cNvSpPr>
            <p:nvPr/>
          </p:nvSpPr>
          <p:spPr bwMode="auto">
            <a:xfrm>
              <a:off x="3945" y="2141"/>
              <a:ext cx="48" cy="63"/>
            </a:xfrm>
            <a:custGeom>
              <a:avLst/>
              <a:gdLst>
                <a:gd name="T0" fmla="*/ 7 w 95"/>
                <a:gd name="T1" fmla="*/ 0 h 124"/>
                <a:gd name="T2" fmla="*/ 0 w 95"/>
                <a:gd name="T3" fmla="*/ 8 h 124"/>
                <a:gd name="T4" fmla="*/ 14 w 95"/>
                <a:gd name="T5" fmla="*/ 20 h 124"/>
                <a:gd name="T6" fmla="*/ 14 w 95"/>
                <a:gd name="T7" fmla="*/ 29 h 124"/>
                <a:gd name="T8" fmla="*/ 22 w 95"/>
                <a:gd name="T9" fmla="*/ 32 h 124"/>
                <a:gd name="T10" fmla="*/ 23 w 95"/>
                <a:gd name="T11" fmla="*/ 25 h 124"/>
                <a:gd name="T12" fmla="*/ 21 w 95"/>
                <a:gd name="T13" fmla="*/ 22 h 124"/>
                <a:gd name="T14" fmla="*/ 24 w 95"/>
                <a:gd name="T15" fmla="*/ 20 h 124"/>
                <a:gd name="T16" fmla="*/ 24 w 95"/>
                <a:gd name="T17" fmla="*/ 18 h 124"/>
                <a:gd name="T18" fmla="*/ 18 w 95"/>
                <a:gd name="T19" fmla="*/ 16 h 124"/>
                <a:gd name="T20" fmla="*/ 7 w 95"/>
                <a:gd name="T21" fmla="*/ 0 h 124"/>
                <a:gd name="T22" fmla="*/ 7 w 95"/>
                <a:gd name="T23" fmla="*/ 0 h 1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5"/>
                <a:gd name="T37" fmla="*/ 0 h 124"/>
                <a:gd name="T38" fmla="*/ 95 w 95"/>
                <a:gd name="T39" fmla="*/ 124 h 12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5" h="124">
                  <a:moveTo>
                    <a:pt x="26" y="0"/>
                  </a:moveTo>
                  <a:lnTo>
                    <a:pt x="0" y="32"/>
                  </a:lnTo>
                  <a:lnTo>
                    <a:pt x="54" y="77"/>
                  </a:lnTo>
                  <a:lnTo>
                    <a:pt x="56" y="113"/>
                  </a:lnTo>
                  <a:lnTo>
                    <a:pt x="87" y="124"/>
                  </a:lnTo>
                  <a:lnTo>
                    <a:pt x="91" y="98"/>
                  </a:lnTo>
                  <a:lnTo>
                    <a:pt x="84" y="87"/>
                  </a:lnTo>
                  <a:lnTo>
                    <a:pt x="95" y="78"/>
                  </a:lnTo>
                  <a:lnTo>
                    <a:pt x="95" y="70"/>
                  </a:lnTo>
                  <a:lnTo>
                    <a:pt x="70" y="62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0" name="Freeform 151"/>
            <p:cNvSpPr>
              <a:spLocks/>
            </p:cNvSpPr>
            <p:nvPr/>
          </p:nvSpPr>
          <p:spPr bwMode="auto">
            <a:xfrm>
              <a:off x="3969" y="2275"/>
              <a:ext cx="36" cy="38"/>
            </a:xfrm>
            <a:custGeom>
              <a:avLst/>
              <a:gdLst>
                <a:gd name="T0" fmla="*/ 0 w 73"/>
                <a:gd name="T1" fmla="*/ 2 h 74"/>
                <a:gd name="T2" fmla="*/ 1 w 73"/>
                <a:gd name="T3" fmla="*/ 9 h 74"/>
                <a:gd name="T4" fmla="*/ 0 w 73"/>
                <a:gd name="T5" fmla="*/ 13 h 74"/>
                <a:gd name="T6" fmla="*/ 0 w 73"/>
                <a:gd name="T7" fmla="*/ 18 h 74"/>
                <a:gd name="T8" fmla="*/ 7 w 73"/>
                <a:gd name="T9" fmla="*/ 18 h 74"/>
                <a:gd name="T10" fmla="*/ 18 w 73"/>
                <a:gd name="T11" fmla="*/ 20 h 74"/>
                <a:gd name="T12" fmla="*/ 14 w 73"/>
                <a:gd name="T13" fmla="*/ 11 h 74"/>
                <a:gd name="T14" fmla="*/ 7 w 73"/>
                <a:gd name="T15" fmla="*/ 8 h 74"/>
                <a:gd name="T16" fmla="*/ 7 w 73"/>
                <a:gd name="T17" fmla="*/ 0 h 74"/>
                <a:gd name="T18" fmla="*/ 0 w 73"/>
                <a:gd name="T19" fmla="*/ 2 h 74"/>
                <a:gd name="T20" fmla="*/ 0 w 73"/>
                <a:gd name="T21" fmla="*/ 2 h 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3"/>
                <a:gd name="T34" fmla="*/ 0 h 74"/>
                <a:gd name="T35" fmla="*/ 73 w 73"/>
                <a:gd name="T36" fmla="*/ 74 h 7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3" h="74">
                  <a:moveTo>
                    <a:pt x="2" y="5"/>
                  </a:moveTo>
                  <a:lnTo>
                    <a:pt x="7" y="33"/>
                  </a:lnTo>
                  <a:lnTo>
                    <a:pt x="0" y="48"/>
                  </a:lnTo>
                  <a:lnTo>
                    <a:pt x="2" y="71"/>
                  </a:lnTo>
                  <a:lnTo>
                    <a:pt x="30" y="71"/>
                  </a:lnTo>
                  <a:lnTo>
                    <a:pt x="73" y="74"/>
                  </a:lnTo>
                  <a:lnTo>
                    <a:pt x="56" y="42"/>
                  </a:lnTo>
                  <a:lnTo>
                    <a:pt x="31" y="29"/>
                  </a:lnTo>
                  <a:lnTo>
                    <a:pt x="31" y="0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2E332E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1" name="Freeform 152"/>
            <p:cNvSpPr>
              <a:spLocks/>
            </p:cNvSpPr>
            <p:nvPr/>
          </p:nvSpPr>
          <p:spPr bwMode="auto">
            <a:xfrm>
              <a:off x="4420" y="1947"/>
              <a:ext cx="167" cy="58"/>
            </a:xfrm>
            <a:custGeom>
              <a:avLst/>
              <a:gdLst>
                <a:gd name="T0" fmla="*/ 11 w 335"/>
                <a:gd name="T1" fmla="*/ 7 h 117"/>
                <a:gd name="T2" fmla="*/ 83 w 335"/>
                <a:gd name="T3" fmla="*/ 29 h 117"/>
                <a:gd name="T4" fmla="*/ 83 w 335"/>
                <a:gd name="T5" fmla="*/ 0 h 117"/>
                <a:gd name="T6" fmla="*/ 0 w 335"/>
                <a:gd name="T7" fmla="*/ 0 h 117"/>
                <a:gd name="T8" fmla="*/ 11 w 335"/>
                <a:gd name="T9" fmla="*/ 7 h 117"/>
                <a:gd name="T10" fmla="*/ 11 w 335"/>
                <a:gd name="T11" fmla="*/ 7 h 1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5"/>
                <a:gd name="T19" fmla="*/ 0 h 117"/>
                <a:gd name="T20" fmla="*/ 335 w 335"/>
                <a:gd name="T21" fmla="*/ 117 h 1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5" h="117">
                  <a:moveTo>
                    <a:pt x="47" y="30"/>
                  </a:moveTo>
                  <a:lnTo>
                    <a:pt x="335" y="117"/>
                  </a:lnTo>
                  <a:lnTo>
                    <a:pt x="335" y="0"/>
                  </a:lnTo>
                  <a:lnTo>
                    <a:pt x="0" y="0"/>
                  </a:lnTo>
                  <a:lnTo>
                    <a:pt x="47" y="30"/>
                  </a:lnTo>
                  <a:close/>
                </a:path>
              </a:pathLst>
            </a:custGeom>
            <a:solidFill>
              <a:srgbClr val="525C5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2" name="Freeform 153"/>
            <p:cNvSpPr>
              <a:spLocks/>
            </p:cNvSpPr>
            <p:nvPr/>
          </p:nvSpPr>
          <p:spPr bwMode="auto">
            <a:xfrm>
              <a:off x="4418" y="1962"/>
              <a:ext cx="172" cy="429"/>
            </a:xfrm>
            <a:custGeom>
              <a:avLst/>
              <a:gdLst>
                <a:gd name="T0" fmla="*/ 9 w 344"/>
                <a:gd name="T1" fmla="*/ 0 h 858"/>
                <a:gd name="T2" fmla="*/ 86 w 344"/>
                <a:gd name="T3" fmla="*/ 20 h 858"/>
                <a:gd name="T4" fmla="*/ 85 w 344"/>
                <a:gd name="T5" fmla="*/ 215 h 858"/>
                <a:gd name="T6" fmla="*/ 0 w 344"/>
                <a:gd name="T7" fmla="*/ 160 h 858"/>
                <a:gd name="T8" fmla="*/ 9 w 344"/>
                <a:gd name="T9" fmla="*/ 0 h 858"/>
                <a:gd name="T10" fmla="*/ 9 w 344"/>
                <a:gd name="T11" fmla="*/ 0 h 8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4"/>
                <a:gd name="T19" fmla="*/ 0 h 858"/>
                <a:gd name="T20" fmla="*/ 344 w 344"/>
                <a:gd name="T21" fmla="*/ 858 h 8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4" h="858">
                  <a:moveTo>
                    <a:pt x="35" y="0"/>
                  </a:moveTo>
                  <a:lnTo>
                    <a:pt x="344" y="77"/>
                  </a:lnTo>
                  <a:lnTo>
                    <a:pt x="339" y="858"/>
                  </a:lnTo>
                  <a:lnTo>
                    <a:pt x="0" y="639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E6E6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3" name="Freeform 154"/>
            <p:cNvSpPr>
              <a:spLocks/>
            </p:cNvSpPr>
            <p:nvPr/>
          </p:nvSpPr>
          <p:spPr bwMode="auto">
            <a:xfrm>
              <a:off x="4047" y="2493"/>
              <a:ext cx="540" cy="488"/>
            </a:xfrm>
            <a:custGeom>
              <a:avLst/>
              <a:gdLst>
                <a:gd name="T0" fmla="*/ 168 w 1082"/>
                <a:gd name="T1" fmla="*/ 0 h 977"/>
                <a:gd name="T2" fmla="*/ 270 w 1082"/>
                <a:gd name="T3" fmla="*/ 40 h 977"/>
                <a:gd name="T4" fmla="*/ 270 w 1082"/>
                <a:gd name="T5" fmla="*/ 244 h 977"/>
                <a:gd name="T6" fmla="*/ 194 w 1082"/>
                <a:gd name="T7" fmla="*/ 244 h 977"/>
                <a:gd name="T8" fmla="*/ 0 w 1082"/>
                <a:gd name="T9" fmla="*/ 127 h 977"/>
                <a:gd name="T10" fmla="*/ 168 w 1082"/>
                <a:gd name="T11" fmla="*/ 0 h 977"/>
                <a:gd name="T12" fmla="*/ 168 w 1082"/>
                <a:gd name="T13" fmla="*/ 0 h 9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2"/>
                <a:gd name="T22" fmla="*/ 0 h 977"/>
                <a:gd name="T23" fmla="*/ 1082 w 1082"/>
                <a:gd name="T24" fmla="*/ 977 h 9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2" h="977">
                  <a:moveTo>
                    <a:pt x="676" y="0"/>
                  </a:moveTo>
                  <a:lnTo>
                    <a:pt x="1082" y="162"/>
                  </a:lnTo>
                  <a:lnTo>
                    <a:pt x="1082" y="977"/>
                  </a:lnTo>
                  <a:lnTo>
                    <a:pt x="780" y="977"/>
                  </a:lnTo>
                  <a:lnTo>
                    <a:pt x="0" y="510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rgbClr val="FFCC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4" name="Freeform 155"/>
            <p:cNvSpPr>
              <a:spLocks/>
            </p:cNvSpPr>
            <p:nvPr/>
          </p:nvSpPr>
          <p:spPr bwMode="auto">
            <a:xfrm>
              <a:off x="4178" y="2502"/>
              <a:ext cx="29" cy="176"/>
            </a:xfrm>
            <a:custGeom>
              <a:avLst/>
              <a:gdLst>
                <a:gd name="T0" fmla="*/ 0 w 58"/>
                <a:gd name="T1" fmla="*/ 9 h 350"/>
                <a:gd name="T2" fmla="*/ 15 w 58"/>
                <a:gd name="T3" fmla="*/ 0 h 350"/>
                <a:gd name="T4" fmla="*/ 12 w 58"/>
                <a:gd name="T5" fmla="*/ 79 h 350"/>
                <a:gd name="T6" fmla="*/ 0 w 58"/>
                <a:gd name="T7" fmla="*/ 89 h 350"/>
                <a:gd name="T8" fmla="*/ 0 w 58"/>
                <a:gd name="T9" fmla="*/ 9 h 350"/>
                <a:gd name="T10" fmla="*/ 0 w 58"/>
                <a:gd name="T11" fmla="*/ 9 h 3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"/>
                <a:gd name="T19" fmla="*/ 0 h 350"/>
                <a:gd name="T20" fmla="*/ 58 w 58"/>
                <a:gd name="T21" fmla="*/ 350 h 3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" h="350">
                  <a:moveTo>
                    <a:pt x="0" y="35"/>
                  </a:moveTo>
                  <a:lnTo>
                    <a:pt x="58" y="0"/>
                  </a:lnTo>
                  <a:lnTo>
                    <a:pt x="47" y="314"/>
                  </a:lnTo>
                  <a:lnTo>
                    <a:pt x="0" y="35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DEB8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5" name="Freeform 156"/>
            <p:cNvSpPr>
              <a:spLocks/>
            </p:cNvSpPr>
            <p:nvPr/>
          </p:nvSpPr>
          <p:spPr bwMode="auto">
            <a:xfrm>
              <a:off x="4372" y="2322"/>
              <a:ext cx="215" cy="302"/>
            </a:xfrm>
            <a:custGeom>
              <a:avLst/>
              <a:gdLst>
                <a:gd name="T0" fmla="*/ 11 w 432"/>
                <a:gd name="T1" fmla="*/ 0 h 603"/>
                <a:gd name="T2" fmla="*/ 107 w 432"/>
                <a:gd name="T3" fmla="*/ 48 h 603"/>
                <a:gd name="T4" fmla="*/ 107 w 432"/>
                <a:gd name="T5" fmla="*/ 151 h 603"/>
                <a:gd name="T6" fmla="*/ 0 w 432"/>
                <a:gd name="T7" fmla="*/ 92 h 603"/>
                <a:gd name="T8" fmla="*/ 11 w 432"/>
                <a:gd name="T9" fmla="*/ 0 h 603"/>
                <a:gd name="T10" fmla="*/ 11 w 432"/>
                <a:gd name="T11" fmla="*/ 0 h 6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2"/>
                <a:gd name="T19" fmla="*/ 0 h 603"/>
                <a:gd name="T20" fmla="*/ 432 w 432"/>
                <a:gd name="T21" fmla="*/ 603 h 6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2" h="603">
                  <a:moveTo>
                    <a:pt x="47" y="0"/>
                  </a:moveTo>
                  <a:lnTo>
                    <a:pt x="432" y="189"/>
                  </a:lnTo>
                  <a:lnTo>
                    <a:pt x="432" y="603"/>
                  </a:lnTo>
                  <a:lnTo>
                    <a:pt x="0" y="366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B0C77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6" name="Freeform 157"/>
            <p:cNvSpPr>
              <a:spLocks/>
            </p:cNvSpPr>
            <p:nvPr/>
          </p:nvSpPr>
          <p:spPr bwMode="auto">
            <a:xfrm>
              <a:off x="4278" y="1947"/>
              <a:ext cx="309" cy="640"/>
            </a:xfrm>
            <a:custGeom>
              <a:avLst/>
              <a:gdLst>
                <a:gd name="T0" fmla="*/ 0 w 618"/>
                <a:gd name="T1" fmla="*/ 0 h 1280"/>
                <a:gd name="T2" fmla="*/ 3 w 618"/>
                <a:gd name="T3" fmla="*/ 315 h 1280"/>
                <a:gd name="T4" fmla="*/ 55 w 618"/>
                <a:gd name="T5" fmla="*/ 283 h 1280"/>
                <a:gd name="T6" fmla="*/ 69 w 618"/>
                <a:gd name="T7" fmla="*/ 288 h 1280"/>
                <a:gd name="T8" fmla="*/ 70 w 618"/>
                <a:gd name="T9" fmla="*/ 222 h 1280"/>
                <a:gd name="T10" fmla="*/ 103 w 618"/>
                <a:gd name="T11" fmla="*/ 308 h 1280"/>
                <a:gd name="T12" fmla="*/ 126 w 618"/>
                <a:gd name="T13" fmla="*/ 320 h 1280"/>
                <a:gd name="T14" fmla="*/ 74 w 618"/>
                <a:gd name="T15" fmla="*/ 210 h 1280"/>
                <a:gd name="T16" fmla="*/ 155 w 618"/>
                <a:gd name="T17" fmla="*/ 260 h 1280"/>
                <a:gd name="T18" fmla="*/ 155 w 618"/>
                <a:gd name="T19" fmla="*/ 229 h 1280"/>
                <a:gd name="T20" fmla="*/ 66 w 618"/>
                <a:gd name="T21" fmla="*/ 180 h 1280"/>
                <a:gd name="T22" fmla="*/ 67 w 618"/>
                <a:gd name="T23" fmla="*/ 0 h 1280"/>
                <a:gd name="T24" fmla="*/ 0 w 618"/>
                <a:gd name="T25" fmla="*/ 0 h 1280"/>
                <a:gd name="T26" fmla="*/ 0 w 618"/>
                <a:gd name="T27" fmla="*/ 0 h 12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18"/>
                <a:gd name="T43" fmla="*/ 0 h 1280"/>
                <a:gd name="T44" fmla="*/ 618 w 618"/>
                <a:gd name="T45" fmla="*/ 1280 h 128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18" h="1280">
                  <a:moveTo>
                    <a:pt x="0" y="0"/>
                  </a:moveTo>
                  <a:lnTo>
                    <a:pt x="15" y="1260"/>
                  </a:lnTo>
                  <a:lnTo>
                    <a:pt x="222" y="1131"/>
                  </a:lnTo>
                  <a:lnTo>
                    <a:pt x="274" y="1152"/>
                  </a:lnTo>
                  <a:lnTo>
                    <a:pt x="279" y="888"/>
                  </a:lnTo>
                  <a:lnTo>
                    <a:pt x="412" y="1229"/>
                  </a:lnTo>
                  <a:lnTo>
                    <a:pt x="505" y="1280"/>
                  </a:lnTo>
                  <a:lnTo>
                    <a:pt x="294" y="843"/>
                  </a:lnTo>
                  <a:lnTo>
                    <a:pt x="618" y="1037"/>
                  </a:lnTo>
                  <a:lnTo>
                    <a:pt x="618" y="919"/>
                  </a:lnTo>
                  <a:lnTo>
                    <a:pt x="263" y="720"/>
                  </a:lnTo>
                  <a:lnTo>
                    <a:pt x="2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5C5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7" name="Freeform 158"/>
            <p:cNvSpPr>
              <a:spLocks/>
            </p:cNvSpPr>
            <p:nvPr/>
          </p:nvSpPr>
          <p:spPr bwMode="auto">
            <a:xfrm>
              <a:off x="3663" y="2326"/>
              <a:ext cx="771" cy="655"/>
            </a:xfrm>
            <a:custGeom>
              <a:avLst/>
              <a:gdLst>
                <a:gd name="T0" fmla="*/ 373 w 1542"/>
                <a:gd name="T1" fmla="*/ 0 h 1311"/>
                <a:gd name="T2" fmla="*/ 166 w 1542"/>
                <a:gd name="T3" fmla="*/ 126 h 1311"/>
                <a:gd name="T4" fmla="*/ 0 w 1542"/>
                <a:gd name="T5" fmla="*/ 327 h 1311"/>
                <a:gd name="T6" fmla="*/ 21 w 1542"/>
                <a:gd name="T7" fmla="*/ 327 h 1311"/>
                <a:gd name="T8" fmla="*/ 190 w 1542"/>
                <a:gd name="T9" fmla="*/ 133 h 1311"/>
                <a:gd name="T10" fmla="*/ 386 w 1542"/>
                <a:gd name="T11" fmla="*/ 8 h 1311"/>
                <a:gd name="T12" fmla="*/ 373 w 1542"/>
                <a:gd name="T13" fmla="*/ 0 h 1311"/>
                <a:gd name="T14" fmla="*/ 373 w 1542"/>
                <a:gd name="T15" fmla="*/ 0 h 13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42"/>
                <a:gd name="T25" fmla="*/ 0 h 1311"/>
                <a:gd name="T26" fmla="*/ 1542 w 1542"/>
                <a:gd name="T27" fmla="*/ 1311 h 13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42" h="1311">
                  <a:moveTo>
                    <a:pt x="1490" y="0"/>
                  </a:moveTo>
                  <a:lnTo>
                    <a:pt x="664" y="504"/>
                  </a:lnTo>
                  <a:lnTo>
                    <a:pt x="0" y="1311"/>
                  </a:lnTo>
                  <a:lnTo>
                    <a:pt x="83" y="1311"/>
                  </a:lnTo>
                  <a:lnTo>
                    <a:pt x="757" y="533"/>
                  </a:lnTo>
                  <a:lnTo>
                    <a:pt x="1542" y="35"/>
                  </a:lnTo>
                  <a:lnTo>
                    <a:pt x="1490" y="0"/>
                  </a:lnTo>
                  <a:close/>
                </a:path>
              </a:pathLst>
            </a:custGeom>
            <a:solidFill>
              <a:srgbClr val="FFCC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8" name="Freeform 159"/>
            <p:cNvSpPr>
              <a:spLocks/>
            </p:cNvSpPr>
            <p:nvPr/>
          </p:nvSpPr>
          <p:spPr bwMode="auto">
            <a:xfrm>
              <a:off x="3701" y="2342"/>
              <a:ext cx="737" cy="639"/>
            </a:xfrm>
            <a:custGeom>
              <a:avLst/>
              <a:gdLst>
                <a:gd name="T0" fmla="*/ 165 w 1476"/>
                <a:gd name="T1" fmla="*/ 123 h 1279"/>
                <a:gd name="T2" fmla="*/ 231 w 1476"/>
                <a:gd name="T3" fmla="*/ 85 h 1279"/>
                <a:gd name="T4" fmla="*/ 219 w 1476"/>
                <a:gd name="T5" fmla="*/ 73 h 1279"/>
                <a:gd name="T6" fmla="*/ 241 w 1476"/>
                <a:gd name="T7" fmla="*/ 67 h 1279"/>
                <a:gd name="T8" fmla="*/ 245 w 1476"/>
                <a:gd name="T9" fmla="*/ 77 h 1279"/>
                <a:gd name="T10" fmla="*/ 368 w 1476"/>
                <a:gd name="T11" fmla="*/ 0 h 1279"/>
                <a:gd name="T12" fmla="*/ 366 w 1476"/>
                <a:gd name="T13" fmla="*/ 9 h 1279"/>
                <a:gd name="T14" fmla="*/ 164 w 1476"/>
                <a:gd name="T15" fmla="*/ 141 h 1279"/>
                <a:gd name="T16" fmla="*/ 20 w 1476"/>
                <a:gd name="T17" fmla="*/ 319 h 1279"/>
                <a:gd name="T18" fmla="*/ 0 w 1476"/>
                <a:gd name="T19" fmla="*/ 319 h 1279"/>
                <a:gd name="T20" fmla="*/ 165 w 1476"/>
                <a:gd name="T21" fmla="*/ 123 h 1279"/>
                <a:gd name="T22" fmla="*/ 165 w 1476"/>
                <a:gd name="T23" fmla="*/ 123 h 12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476"/>
                <a:gd name="T37" fmla="*/ 0 h 1279"/>
                <a:gd name="T38" fmla="*/ 1476 w 1476"/>
                <a:gd name="T39" fmla="*/ 1279 h 127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476" h="1279">
                  <a:moveTo>
                    <a:pt x="662" y="495"/>
                  </a:moveTo>
                  <a:lnTo>
                    <a:pt x="926" y="342"/>
                  </a:lnTo>
                  <a:lnTo>
                    <a:pt x="877" y="294"/>
                  </a:lnTo>
                  <a:lnTo>
                    <a:pt x="966" y="268"/>
                  </a:lnTo>
                  <a:lnTo>
                    <a:pt x="984" y="311"/>
                  </a:lnTo>
                  <a:lnTo>
                    <a:pt x="1476" y="0"/>
                  </a:lnTo>
                  <a:lnTo>
                    <a:pt x="1465" y="39"/>
                  </a:lnTo>
                  <a:lnTo>
                    <a:pt x="658" y="566"/>
                  </a:lnTo>
                  <a:lnTo>
                    <a:pt x="83" y="1279"/>
                  </a:lnTo>
                  <a:lnTo>
                    <a:pt x="0" y="1279"/>
                  </a:lnTo>
                  <a:lnTo>
                    <a:pt x="662" y="495"/>
                  </a:lnTo>
                  <a:close/>
                </a:path>
              </a:pathLst>
            </a:custGeom>
            <a:solidFill>
              <a:srgbClr val="9670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9" name="Freeform 160"/>
            <p:cNvSpPr>
              <a:spLocks/>
            </p:cNvSpPr>
            <p:nvPr/>
          </p:nvSpPr>
          <p:spPr bwMode="auto">
            <a:xfrm>
              <a:off x="4158" y="2513"/>
              <a:ext cx="36" cy="162"/>
            </a:xfrm>
            <a:custGeom>
              <a:avLst/>
              <a:gdLst>
                <a:gd name="T0" fmla="*/ 18 w 73"/>
                <a:gd name="T1" fmla="*/ 0 h 325"/>
                <a:gd name="T2" fmla="*/ 14 w 73"/>
                <a:gd name="T3" fmla="*/ 81 h 325"/>
                <a:gd name="T4" fmla="*/ 0 w 73"/>
                <a:gd name="T5" fmla="*/ 78 h 325"/>
                <a:gd name="T6" fmla="*/ 2 w 73"/>
                <a:gd name="T7" fmla="*/ 9 h 325"/>
                <a:gd name="T8" fmla="*/ 18 w 73"/>
                <a:gd name="T9" fmla="*/ 0 h 325"/>
                <a:gd name="T10" fmla="*/ 18 w 73"/>
                <a:gd name="T11" fmla="*/ 0 h 3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"/>
                <a:gd name="T19" fmla="*/ 0 h 325"/>
                <a:gd name="T20" fmla="*/ 73 w 73"/>
                <a:gd name="T21" fmla="*/ 325 h 3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" h="325">
                  <a:moveTo>
                    <a:pt x="73" y="0"/>
                  </a:moveTo>
                  <a:lnTo>
                    <a:pt x="56" y="325"/>
                  </a:lnTo>
                  <a:lnTo>
                    <a:pt x="0" y="314"/>
                  </a:lnTo>
                  <a:lnTo>
                    <a:pt x="11" y="36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9670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0" name="Freeform 161"/>
            <p:cNvSpPr>
              <a:spLocks/>
            </p:cNvSpPr>
            <p:nvPr/>
          </p:nvSpPr>
          <p:spPr bwMode="auto">
            <a:xfrm>
              <a:off x="4156" y="2564"/>
              <a:ext cx="378" cy="312"/>
            </a:xfrm>
            <a:custGeom>
              <a:avLst/>
              <a:gdLst>
                <a:gd name="T0" fmla="*/ 113 w 756"/>
                <a:gd name="T1" fmla="*/ 36 h 626"/>
                <a:gd name="T2" fmla="*/ 122 w 756"/>
                <a:gd name="T3" fmla="*/ 28 h 626"/>
                <a:gd name="T4" fmla="*/ 114 w 756"/>
                <a:gd name="T5" fmla="*/ 57 h 626"/>
                <a:gd name="T6" fmla="*/ 117 w 756"/>
                <a:gd name="T7" fmla="*/ 58 h 626"/>
                <a:gd name="T8" fmla="*/ 123 w 756"/>
                <a:gd name="T9" fmla="*/ 60 h 626"/>
                <a:gd name="T10" fmla="*/ 131 w 756"/>
                <a:gd name="T11" fmla="*/ 64 h 626"/>
                <a:gd name="T12" fmla="*/ 140 w 756"/>
                <a:gd name="T13" fmla="*/ 68 h 626"/>
                <a:gd name="T14" fmla="*/ 145 w 756"/>
                <a:gd name="T15" fmla="*/ 71 h 626"/>
                <a:gd name="T16" fmla="*/ 153 w 756"/>
                <a:gd name="T17" fmla="*/ 75 h 626"/>
                <a:gd name="T18" fmla="*/ 158 w 756"/>
                <a:gd name="T19" fmla="*/ 78 h 626"/>
                <a:gd name="T20" fmla="*/ 166 w 756"/>
                <a:gd name="T21" fmla="*/ 82 h 626"/>
                <a:gd name="T22" fmla="*/ 174 w 756"/>
                <a:gd name="T23" fmla="*/ 87 h 626"/>
                <a:gd name="T24" fmla="*/ 182 w 756"/>
                <a:gd name="T25" fmla="*/ 93 h 626"/>
                <a:gd name="T26" fmla="*/ 187 w 756"/>
                <a:gd name="T27" fmla="*/ 99 h 626"/>
                <a:gd name="T28" fmla="*/ 189 w 756"/>
                <a:gd name="T29" fmla="*/ 106 h 626"/>
                <a:gd name="T30" fmla="*/ 185 w 756"/>
                <a:gd name="T31" fmla="*/ 113 h 626"/>
                <a:gd name="T32" fmla="*/ 177 w 756"/>
                <a:gd name="T33" fmla="*/ 120 h 626"/>
                <a:gd name="T34" fmla="*/ 172 w 756"/>
                <a:gd name="T35" fmla="*/ 122 h 626"/>
                <a:gd name="T36" fmla="*/ 164 w 756"/>
                <a:gd name="T37" fmla="*/ 125 h 626"/>
                <a:gd name="T38" fmla="*/ 159 w 756"/>
                <a:gd name="T39" fmla="*/ 127 h 626"/>
                <a:gd name="T40" fmla="*/ 160 w 756"/>
                <a:gd name="T41" fmla="*/ 129 h 626"/>
                <a:gd name="T42" fmla="*/ 166 w 756"/>
                <a:gd name="T43" fmla="*/ 135 h 626"/>
                <a:gd name="T44" fmla="*/ 168 w 756"/>
                <a:gd name="T45" fmla="*/ 140 h 626"/>
                <a:gd name="T46" fmla="*/ 166 w 756"/>
                <a:gd name="T47" fmla="*/ 144 h 626"/>
                <a:gd name="T48" fmla="*/ 160 w 756"/>
                <a:gd name="T49" fmla="*/ 149 h 626"/>
                <a:gd name="T50" fmla="*/ 155 w 756"/>
                <a:gd name="T51" fmla="*/ 151 h 626"/>
                <a:gd name="T52" fmla="*/ 150 w 756"/>
                <a:gd name="T53" fmla="*/ 152 h 626"/>
                <a:gd name="T54" fmla="*/ 144 w 756"/>
                <a:gd name="T55" fmla="*/ 153 h 626"/>
                <a:gd name="T56" fmla="*/ 138 w 756"/>
                <a:gd name="T57" fmla="*/ 155 h 626"/>
                <a:gd name="T58" fmla="*/ 131 w 756"/>
                <a:gd name="T59" fmla="*/ 155 h 626"/>
                <a:gd name="T60" fmla="*/ 124 w 756"/>
                <a:gd name="T61" fmla="*/ 155 h 626"/>
                <a:gd name="T62" fmla="*/ 118 w 756"/>
                <a:gd name="T63" fmla="*/ 155 h 626"/>
                <a:gd name="T64" fmla="*/ 113 w 756"/>
                <a:gd name="T65" fmla="*/ 155 h 626"/>
                <a:gd name="T66" fmla="*/ 105 w 756"/>
                <a:gd name="T67" fmla="*/ 153 h 626"/>
                <a:gd name="T68" fmla="*/ 101 w 756"/>
                <a:gd name="T69" fmla="*/ 150 h 626"/>
                <a:gd name="T70" fmla="*/ 102 w 756"/>
                <a:gd name="T71" fmla="*/ 141 h 626"/>
                <a:gd name="T72" fmla="*/ 105 w 756"/>
                <a:gd name="T73" fmla="*/ 137 h 626"/>
                <a:gd name="T74" fmla="*/ 101 w 756"/>
                <a:gd name="T75" fmla="*/ 136 h 626"/>
                <a:gd name="T76" fmla="*/ 95 w 756"/>
                <a:gd name="T77" fmla="*/ 136 h 626"/>
                <a:gd name="T78" fmla="*/ 89 w 756"/>
                <a:gd name="T79" fmla="*/ 134 h 626"/>
                <a:gd name="T80" fmla="*/ 82 w 756"/>
                <a:gd name="T81" fmla="*/ 134 h 626"/>
                <a:gd name="T82" fmla="*/ 74 w 756"/>
                <a:gd name="T83" fmla="*/ 132 h 626"/>
                <a:gd name="T84" fmla="*/ 67 w 756"/>
                <a:gd name="T85" fmla="*/ 130 h 626"/>
                <a:gd name="T86" fmla="*/ 58 w 756"/>
                <a:gd name="T87" fmla="*/ 129 h 626"/>
                <a:gd name="T88" fmla="*/ 50 w 756"/>
                <a:gd name="T89" fmla="*/ 127 h 626"/>
                <a:gd name="T90" fmla="*/ 43 w 756"/>
                <a:gd name="T91" fmla="*/ 125 h 626"/>
                <a:gd name="T92" fmla="*/ 37 w 756"/>
                <a:gd name="T93" fmla="*/ 123 h 626"/>
                <a:gd name="T94" fmla="*/ 31 w 756"/>
                <a:gd name="T95" fmla="*/ 121 h 626"/>
                <a:gd name="T96" fmla="*/ 26 w 756"/>
                <a:gd name="T97" fmla="*/ 119 h 626"/>
                <a:gd name="T98" fmla="*/ 19 w 756"/>
                <a:gd name="T99" fmla="*/ 116 h 626"/>
                <a:gd name="T100" fmla="*/ 14 w 756"/>
                <a:gd name="T101" fmla="*/ 113 h 626"/>
                <a:gd name="T102" fmla="*/ 12 w 756"/>
                <a:gd name="T103" fmla="*/ 111 h 626"/>
                <a:gd name="T104" fmla="*/ 39 w 756"/>
                <a:gd name="T105" fmla="*/ 77 h 626"/>
                <a:gd name="T106" fmla="*/ 24 w 756"/>
                <a:gd name="T107" fmla="*/ 43 h 62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756"/>
                <a:gd name="T163" fmla="*/ 0 h 626"/>
                <a:gd name="T164" fmla="*/ 756 w 756"/>
                <a:gd name="T165" fmla="*/ 626 h 62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756" h="626">
                  <a:moveTo>
                    <a:pt x="96" y="174"/>
                  </a:moveTo>
                  <a:lnTo>
                    <a:pt x="211" y="276"/>
                  </a:lnTo>
                  <a:lnTo>
                    <a:pt x="453" y="145"/>
                  </a:lnTo>
                  <a:lnTo>
                    <a:pt x="246" y="36"/>
                  </a:lnTo>
                  <a:lnTo>
                    <a:pt x="298" y="0"/>
                  </a:lnTo>
                  <a:lnTo>
                    <a:pt x="489" y="115"/>
                  </a:lnTo>
                  <a:lnTo>
                    <a:pt x="678" y="0"/>
                  </a:lnTo>
                  <a:lnTo>
                    <a:pt x="751" y="36"/>
                  </a:lnTo>
                  <a:lnTo>
                    <a:pt x="456" y="228"/>
                  </a:lnTo>
                  <a:lnTo>
                    <a:pt x="457" y="228"/>
                  </a:lnTo>
                  <a:lnTo>
                    <a:pt x="465" y="231"/>
                  </a:lnTo>
                  <a:lnTo>
                    <a:pt x="471" y="234"/>
                  </a:lnTo>
                  <a:lnTo>
                    <a:pt x="478" y="236"/>
                  </a:lnTo>
                  <a:lnTo>
                    <a:pt x="485" y="239"/>
                  </a:lnTo>
                  <a:lnTo>
                    <a:pt x="494" y="243"/>
                  </a:lnTo>
                  <a:lnTo>
                    <a:pt x="503" y="247"/>
                  </a:lnTo>
                  <a:lnTo>
                    <a:pt x="512" y="253"/>
                  </a:lnTo>
                  <a:lnTo>
                    <a:pt x="523" y="257"/>
                  </a:lnTo>
                  <a:lnTo>
                    <a:pt x="537" y="264"/>
                  </a:lnTo>
                  <a:lnTo>
                    <a:pt x="547" y="268"/>
                  </a:lnTo>
                  <a:lnTo>
                    <a:pt x="560" y="275"/>
                  </a:lnTo>
                  <a:lnTo>
                    <a:pt x="566" y="278"/>
                  </a:lnTo>
                  <a:lnTo>
                    <a:pt x="573" y="282"/>
                  </a:lnTo>
                  <a:lnTo>
                    <a:pt x="580" y="285"/>
                  </a:lnTo>
                  <a:lnTo>
                    <a:pt x="587" y="289"/>
                  </a:lnTo>
                  <a:lnTo>
                    <a:pt x="599" y="294"/>
                  </a:lnTo>
                  <a:lnTo>
                    <a:pt x="611" y="301"/>
                  </a:lnTo>
                  <a:lnTo>
                    <a:pt x="618" y="305"/>
                  </a:lnTo>
                  <a:lnTo>
                    <a:pt x="625" y="310"/>
                  </a:lnTo>
                  <a:lnTo>
                    <a:pt x="631" y="312"/>
                  </a:lnTo>
                  <a:lnTo>
                    <a:pt x="638" y="316"/>
                  </a:lnTo>
                  <a:lnTo>
                    <a:pt x="650" y="323"/>
                  </a:lnTo>
                  <a:lnTo>
                    <a:pt x="661" y="330"/>
                  </a:lnTo>
                  <a:lnTo>
                    <a:pt x="674" y="337"/>
                  </a:lnTo>
                  <a:lnTo>
                    <a:pt x="686" y="345"/>
                  </a:lnTo>
                  <a:lnTo>
                    <a:pt x="696" y="352"/>
                  </a:lnTo>
                  <a:lnTo>
                    <a:pt x="707" y="359"/>
                  </a:lnTo>
                  <a:lnTo>
                    <a:pt x="716" y="368"/>
                  </a:lnTo>
                  <a:lnTo>
                    <a:pt x="725" y="376"/>
                  </a:lnTo>
                  <a:lnTo>
                    <a:pt x="733" y="383"/>
                  </a:lnTo>
                  <a:lnTo>
                    <a:pt x="740" y="390"/>
                  </a:lnTo>
                  <a:lnTo>
                    <a:pt x="745" y="397"/>
                  </a:lnTo>
                  <a:lnTo>
                    <a:pt x="751" y="403"/>
                  </a:lnTo>
                  <a:lnTo>
                    <a:pt x="756" y="414"/>
                  </a:lnTo>
                  <a:lnTo>
                    <a:pt x="756" y="426"/>
                  </a:lnTo>
                  <a:lnTo>
                    <a:pt x="754" y="437"/>
                  </a:lnTo>
                  <a:lnTo>
                    <a:pt x="748" y="448"/>
                  </a:lnTo>
                  <a:lnTo>
                    <a:pt x="740" y="456"/>
                  </a:lnTo>
                  <a:lnTo>
                    <a:pt x="730" y="466"/>
                  </a:lnTo>
                  <a:lnTo>
                    <a:pt x="718" y="474"/>
                  </a:lnTo>
                  <a:lnTo>
                    <a:pt x="707" y="482"/>
                  </a:lnTo>
                  <a:lnTo>
                    <a:pt x="700" y="483"/>
                  </a:lnTo>
                  <a:lnTo>
                    <a:pt x="691" y="488"/>
                  </a:lnTo>
                  <a:lnTo>
                    <a:pt x="685" y="490"/>
                  </a:lnTo>
                  <a:lnTo>
                    <a:pt x="679" y="493"/>
                  </a:lnTo>
                  <a:lnTo>
                    <a:pt x="667" y="499"/>
                  </a:lnTo>
                  <a:lnTo>
                    <a:pt x="656" y="503"/>
                  </a:lnTo>
                  <a:lnTo>
                    <a:pt x="645" y="506"/>
                  </a:lnTo>
                  <a:lnTo>
                    <a:pt x="638" y="508"/>
                  </a:lnTo>
                  <a:lnTo>
                    <a:pt x="634" y="510"/>
                  </a:lnTo>
                  <a:lnTo>
                    <a:pt x="632" y="511"/>
                  </a:lnTo>
                  <a:lnTo>
                    <a:pt x="635" y="512"/>
                  </a:lnTo>
                  <a:lnTo>
                    <a:pt x="640" y="518"/>
                  </a:lnTo>
                  <a:lnTo>
                    <a:pt x="650" y="525"/>
                  </a:lnTo>
                  <a:lnTo>
                    <a:pt x="660" y="537"/>
                  </a:lnTo>
                  <a:lnTo>
                    <a:pt x="663" y="541"/>
                  </a:lnTo>
                  <a:lnTo>
                    <a:pt x="667" y="548"/>
                  </a:lnTo>
                  <a:lnTo>
                    <a:pt x="667" y="555"/>
                  </a:lnTo>
                  <a:lnTo>
                    <a:pt x="669" y="562"/>
                  </a:lnTo>
                  <a:lnTo>
                    <a:pt x="668" y="568"/>
                  </a:lnTo>
                  <a:lnTo>
                    <a:pt x="667" y="575"/>
                  </a:lnTo>
                  <a:lnTo>
                    <a:pt x="663" y="580"/>
                  </a:lnTo>
                  <a:lnTo>
                    <a:pt x="658" y="588"/>
                  </a:lnTo>
                  <a:lnTo>
                    <a:pt x="649" y="592"/>
                  </a:lnTo>
                  <a:lnTo>
                    <a:pt x="639" y="598"/>
                  </a:lnTo>
                  <a:lnTo>
                    <a:pt x="632" y="601"/>
                  </a:lnTo>
                  <a:lnTo>
                    <a:pt x="627" y="604"/>
                  </a:lnTo>
                  <a:lnTo>
                    <a:pt x="618" y="605"/>
                  </a:lnTo>
                  <a:lnTo>
                    <a:pt x="613" y="608"/>
                  </a:lnTo>
                  <a:lnTo>
                    <a:pt x="605" y="609"/>
                  </a:lnTo>
                  <a:lnTo>
                    <a:pt x="598" y="612"/>
                  </a:lnTo>
                  <a:lnTo>
                    <a:pt x="589" y="613"/>
                  </a:lnTo>
                  <a:lnTo>
                    <a:pt x="583" y="615"/>
                  </a:lnTo>
                  <a:lnTo>
                    <a:pt x="573" y="616"/>
                  </a:lnTo>
                  <a:lnTo>
                    <a:pt x="566" y="619"/>
                  </a:lnTo>
                  <a:lnTo>
                    <a:pt x="556" y="620"/>
                  </a:lnTo>
                  <a:lnTo>
                    <a:pt x="549" y="621"/>
                  </a:lnTo>
                  <a:lnTo>
                    <a:pt x="540" y="621"/>
                  </a:lnTo>
                  <a:lnTo>
                    <a:pt x="531" y="623"/>
                  </a:lnTo>
                  <a:lnTo>
                    <a:pt x="522" y="623"/>
                  </a:lnTo>
                  <a:lnTo>
                    <a:pt x="514" y="624"/>
                  </a:lnTo>
                  <a:lnTo>
                    <a:pt x="505" y="624"/>
                  </a:lnTo>
                  <a:lnTo>
                    <a:pt x="497" y="624"/>
                  </a:lnTo>
                  <a:lnTo>
                    <a:pt x="489" y="624"/>
                  </a:lnTo>
                  <a:lnTo>
                    <a:pt x="482" y="626"/>
                  </a:lnTo>
                  <a:lnTo>
                    <a:pt x="474" y="624"/>
                  </a:lnTo>
                  <a:lnTo>
                    <a:pt x="467" y="623"/>
                  </a:lnTo>
                  <a:lnTo>
                    <a:pt x="460" y="621"/>
                  </a:lnTo>
                  <a:lnTo>
                    <a:pt x="454" y="621"/>
                  </a:lnTo>
                  <a:lnTo>
                    <a:pt x="442" y="620"/>
                  </a:lnTo>
                  <a:lnTo>
                    <a:pt x="432" y="619"/>
                  </a:lnTo>
                  <a:lnTo>
                    <a:pt x="423" y="613"/>
                  </a:lnTo>
                  <a:lnTo>
                    <a:pt x="416" y="610"/>
                  </a:lnTo>
                  <a:lnTo>
                    <a:pt x="410" y="605"/>
                  </a:lnTo>
                  <a:lnTo>
                    <a:pt x="407" y="601"/>
                  </a:lnTo>
                  <a:lnTo>
                    <a:pt x="406" y="588"/>
                  </a:lnTo>
                  <a:lnTo>
                    <a:pt x="407" y="579"/>
                  </a:lnTo>
                  <a:lnTo>
                    <a:pt x="410" y="568"/>
                  </a:lnTo>
                  <a:lnTo>
                    <a:pt x="416" y="559"/>
                  </a:lnTo>
                  <a:lnTo>
                    <a:pt x="420" y="554"/>
                  </a:lnTo>
                  <a:lnTo>
                    <a:pt x="423" y="552"/>
                  </a:lnTo>
                  <a:lnTo>
                    <a:pt x="420" y="551"/>
                  </a:lnTo>
                  <a:lnTo>
                    <a:pt x="414" y="550"/>
                  </a:lnTo>
                  <a:lnTo>
                    <a:pt x="405" y="548"/>
                  </a:lnTo>
                  <a:lnTo>
                    <a:pt x="394" y="547"/>
                  </a:lnTo>
                  <a:lnTo>
                    <a:pt x="387" y="546"/>
                  </a:lnTo>
                  <a:lnTo>
                    <a:pt x="380" y="546"/>
                  </a:lnTo>
                  <a:lnTo>
                    <a:pt x="371" y="543"/>
                  </a:lnTo>
                  <a:lnTo>
                    <a:pt x="365" y="543"/>
                  </a:lnTo>
                  <a:lnTo>
                    <a:pt x="355" y="540"/>
                  </a:lnTo>
                  <a:lnTo>
                    <a:pt x="345" y="540"/>
                  </a:lnTo>
                  <a:lnTo>
                    <a:pt x="336" y="539"/>
                  </a:lnTo>
                  <a:lnTo>
                    <a:pt x="327" y="537"/>
                  </a:lnTo>
                  <a:lnTo>
                    <a:pt x="318" y="535"/>
                  </a:lnTo>
                  <a:lnTo>
                    <a:pt x="307" y="532"/>
                  </a:lnTo>
                  <a:lnTo>
                    <a:pt x="296" y="530"/>
                  </a:lnTo>
                  <a:lnTo>
                    <a:pt x="286" y="529"/>
                  </a:lnTo>
                  <a:lnTo>
                    <a:pt x="276" y="526"/>
                  </a:lnTo>
                  <a:lnTo>
                    <a:pt x="265" y="523"/>
                  </a:lnTo>
                  <a:lnTo>
                    <a:pt x="254" y="522"/>
                  </a:lnTo>
                  <a:lnTo>
                    <a:pt x="243" y="521"/>
                  </a:lnTo>
                  <a:lnTo>
                    <a:pt x="234" y="517"/>
                  </a:lnTo>
                  <a:lnTo>
                    <a:pt x="223" y="515"/>
                  </a:lnTo>
                  <a:lnTo>
                    <a:pt x="211" y="512"/>
                  </a:lnTo>
                  <a:lnTo>
                    <a:pt x="202" y="510"/>
                  </a:lnTo>
                  <a:lnTo>
                    <a:pt x="191" y="506"/>
                  </a:lnTo>
                  <a:lnTo>
                    <a:pt x="181" y="506"/>
                  </a:lnTo>
                  <a:lnTo>
                    <a:pt x="171" y="501"/>
                  </a:lnTo>
                  <a:lnTo>
                    <a:pt x="165" y="500"/>
                  </a:lnTo>
                  <a:lnTo>
                    <a:pt x="155" y="497"/>
                  </a:lnTo>
                  <a:lnTo>
                    <a:pt x="147" y="495"/>
                  </a:lnTo>
                  <a:lnTo>
                    <a:pt x="138" y="492"/>
                  </a:lnTo>
                  <a:lnTo>
                    <a:pt x="131" y="490"/>
                  </a:lnTo>
                  <a:lnTo>
                    <a:pt x="125" y="486"/>
                  </a:lnTo>
                  <a:lnTo>
                    <a:pt x="118" y="483"/>
                  </a:lnTo>
                  <a:lnTo>
                    <a:pt x="111" y="482"/>
                  </a:lnTo>
                  <a:lnTo>
                    <a:pt x="105" y="479"/>
                  </a:lnTo>
                  <a:lnTo>
                    <a:pt x="94" y="474"/>
                  </a:lnTo>
                  <a:lnTo>
                    <a:pt x="83" y="468"/>
                  </a:lnTo>
                  <a:lnTo>
                    <a:pt x="75" y="466"/>
                  </a:lnTo>
                  <a:lnTo>
                    <a:pt x="69" y="461"/>
                  </a:lnTo>
                  <a:lnTo>
                    <a:pt x="63" y="457"/>
                  </a:lnTo>
                  <a:lnTo>
                    <a:pt x="57" y="454"/>
                  </a:lnTo>
                  <a:lnTo>
                    <a:pt x="53" y="450"/>
                  </a:lnTo>
                  <a:lnTo>
                    <a:pt x="50" y="449"/>
                  </a:lnTo>
                  <a:lnTo>
                    <a:pt x="46" y="445"/>
                  </a:lnTo>
                  <a:lnTo>
                    <a:pt x="61" y="399"/>
                  </a:lnTo>
                  <a:lnTo>
                    <a:pt x="359" y="460"/>
                  </a:lnTo>
                  <a:lnTo>
                    <a:pt x="156" y="310"/>
                  </a:lnTo>
                  <a:lnTo>
                    <a:pt x="0" y="196"/>
                  </a:lnTo>
                  <a:lnTo>
                    <a:pt x="96" y="174"/>
                  </a:lnTo>
                  <a:close/>
                </a:path>
              </a:pathLst>
            </a:custGeom>
            <a:solidFill>
              <a:srgbClr val="9670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1" name="Freeform 162"/>
            <p:cNvSpPr>
              <a:spLocks/>
            </p:cNvSpPr>
            <p:nvPr/>
          </p:nvSpPr>
          <p:spPr bwMode="auto">
            <a:xfrm>
              <a:off x="4403" y="1947"/>
              <a:ext cx="184" cy="468"/>
            </a:xfrm>
            <a:custGeom>
              <a:avLst/>
              <a:gdLst>
                <a:gd name="T0" fmla="*/ 0 w 370"/>
                <a:gd name="T1" fmla="*/ 0 h 937"/>
                <a:gd name="T2" fmla="*/ 20 w 370"/>
                <a:gd name="T3" fmla="*/ 0 h 937"/>
                <a:gd name="T4" fmla="*/ 92 w 370"/>
                <a:gd name="T5" fmla="*/ 25 h 937"/>
                <a:gd name="T6" fmla="*/ 92 w 370"/>
                <a:gd name="T7" fmla="*/ 42 h 937"/>
                <a:gd name="T8" fmla="*/ 18 w 370"/>
                <a:gd name="T9" fmla="*/ 12 h 937"/>
                <a:gd name="T10" fmla="*/ 18 w 370"/>
                <a:gd name="T11" fmla="*/ 171 h 937"/>
                <a:gd name="T12" fmla="*/ 92 w 370"/>
                <a:gd name="T13" fmla="*/ 209 h 937"/>
                <a:gd name="T14" fmla="*/ 92 w 370"/>
                <a:gd name="T15" fmla="*/ 234 h 937"/>
                <a:gd name="T16" fmla="*/ 1 w 370"/>
                <a:gd name="T17" fmla="*/ 180 h 937"/>
                <a:gd name="T18" fmla="*/ 0 w 370"/>
                <a:gd name="T19" fmla="*/ 0 h 937"/>
                <a:gd name="T20" fmla="*/ 0 w 370"/>
                <a:gd name="T21" fmla="*/ 0 h 9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0"/>
                <a:gd name="T34" fmla="*/ 0 h 937"/>
                <a:gd name="T35" fmla="*/ 370 w 370"/>
                <a:gd name="T36" fmla="*/ 937 h 93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0" h="937">
                  <a:moveTo>
                    <a:pt x="0" y="0"/>
                  </a:moveTo>
                  <a:lnTo>
                    <a:pt x="82" y="0"/>
                  </a:lnTo>
                  <a:lnTo>
                    <a:pt x="370" y="102"/>
                  </a:lnTo>
                  <a:lnTo>
                    <a:pt x="370" y="168"/>
                  </a:lnTo>
                  <a:lnTo>
                    <a:pt x="75" y="49"/>
                  </a:lnTo>
                  <a:lnTo>
                    <a:pt x="72" y="684"/>
                  </a:lnTo>
                  <a:lnTo>
                    <a:pt x="370" y="839"/>
                  </a:lnTo>
                  <a:lnTo>
                    <a:pt x="370" y="937"/>
                  </a:lnTo>
                  <a:lnTo>
                    <a:pt x="4" y="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70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2" name="Freeform 163"/>
            <p:cNvSpPr>
              <a:spLocks/>
            </p:cNvSpPr>
            <p:nvPr/>
          </p:nvSpPr>
          <p:spPr bwMode="auto">
            <a:xfrm>
              <a:off x="3315" y="2554"/>
              <a:ext cx="174" cy="175"/>
            </a:xfrm>
            <a:custGeom>
              <a:avLst/>
              <a:gdLst>
                <a:gd name="T0" fmla="*/ 0 w 348"/>
                <a:gd name="T1" fmla="*/ 27 h 351"/>
                <a:gd name="T2" fmla="*/ 21 w 348"/>
                <a:gd name="T3" fmla="*/ 4 h 351"/>
                <a:gd name="T4" fmla="*/ 25 w 348"/>
                <a:gd name="T5" fmla="*/ 6 h 351"/>
                <a:gd name="T6" fmla="*/ 36 w 348"/>
                <a:gd name="T7" fmla="*/ 12 h 351"/>
                <a:gd name="T8" fmla="*/ 40 w 348"/>
                <a:gd name="T9" fmla="*/ 9 h 351"/>
                <a:gd name="T10" fmla="*/ 30 w 348"/>
                <a:gd name="T11" fmla="*/ 2 h 351"/>
                <a:gd name="T12" fmla="*/ 34 w 348"/>
                <a:gd name="T13" fmla="*/ 0 h 351"/>
                <a:gd name="T14" fmla="*/ 50 w 348"/>
                <a:gd name="T15" fmla="*/ 4 h 351"/>
                <a:gd name="T16" fmla="*/ 87 w 348"/>
                <a:gd name="T17" fmla="*/ 30 h 351"/>
                <a:gd name="T18" fmla="*/ 84 w 348"/>
                <a:gd name="T19" fmla="*/ 60 h 351"/>
                <a:gd name="T20" fmla="*/ 80 w 348"/>
                <a:gd name="T21" fmla="*/ 64 h 351"/>
                <a:gd name="T22" fmla="*/ 37 w 348"/>
                <a:gd name="T23" fmla="*/ 87 h 351"/>
                <a:gd name="T24" fmla="*/ 0 w 348"/>
                <a:gd name="T25" fmla="*/ 27 h 351"/>
                <a:gd name="T26" fmla="*/ 0 w 348"/>
                <a:gd name="T27" fmla="*/ 27 h 3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8"/>
                <a:gd name="T43" fmla="*/ 0 h 351"/>
                <a:gd name="T44" fmla="*/ 348 w 348"/>
                <a:gd name="T45" fmla="*/ 351 h 3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8" h="351">
                  <a:moveTo>
                    <a:pt x="0" y="108"/>
                  </a:moveTo>
                  <a:lnTo>
                    <a:pt x="81" y="19"/>
                  </a:lnTo>
                  <a:lnTo>
                    <a:pt x="102" y="25"/>
                  </a:lnTo>
                  <a:lnTo>
                    <a:pt x="143" y="50"/>
                  </a:lnTo>
                  <a:lnTo>
                    <a:pt x="159" y="36"/>
                  </a:lnTo>
                  <a:lnTo>
                    <a:pt x="120" y="8"/>
                  </a:lnTo>
                  <a:lnTo>
                    <a:pt x="135" y="0"/>
                  </a:lnTo>
                  <a:lnTo>
                    <a:pt x="201" y="19"/>
                  </a:lnTo>
                  <a:lnTo>
                    <a:pt x="348" y="123"/>
                  </a:lnTo>
                  <a:lnTo>
                    <a:pt x="335" y="243"/>
                  </a:lnTo>
                  <a:lnTo>
                    <a:pt x="320" y="258"/>
                  </a:lnTo>
                  <a:lnTo>
                    <a:pt x="146" y="351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E6B3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3" name="Freeform 164"/>
            <p:cNvSpPr>
              <a:spLocks/>
            </p:cNvSpPr>
            <p:nvPr/>
          </p:nvSpPr>
          <p:spPr bwMode="auto">
            <a:xfrm>
              <a:off x="3314" y="2604"/>
              <a:ext cx="82" cy="127"/>
            </a:xfrm>
            <a:custGeom>
              <a:avLst/>
              <a:gdLst>
                <a:gd name="T0" fmla="*/ 3 w 164"/>
                <a:gd name="T1" fmla="*/ 0 h 254"/>
                <a:gd name="T2" fmla="*/ 41 w 164"/>
                <a:gd name="T3" fmla="*/ 31 h 254"/>
                <a:gd name="T4" fmla="*/ 39 w 164"/>
                <a:gd name="T5" fmla="*/ 64 h 254"/>
                <a:gd name="T6" fmla="*/ 1 w 164"/>
                <a:gd name="T7" fmla="*/ 35 h 254"/>
                <a:gd name="T8" fmla="*/ 0 w 164"/>
                <a:gd name="T9" fmla="*/ 3 h 254"/>
                <a:gd name="T10" fmla="*/ 3 w 164"/>
                <a:gd name="T11" fmla="*/ 0 h 254"/>
                <a:gd name="T12" fmla="*/ 3 w 164"/>
                <a:gd name="T13" fmla="*/ 0 h 2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4"/>
                <a:gd name="T22" fmla="*/ 0 h 254"/>
                <a:gd name="T23" fmla="*/ 164 w 164"/>
                <a:gd name="T24" fmla="*/ 254 h 25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4" h="254">
                  <a:moveTo>
                    <a:pt x="15" y="0"/>
                  </a:moveTo>
                  <a:lnTo>
                    <a:pt x="164" y="121"/>
                  </a:lnTo>
                  <a:lnTo>
                    <a:pt x="156" y="254"/>
                  </a:lnTo>
                  <a:lnTo>
                    <a:pt x="3" y="140"/>
                  </a:lnTo>
                  <a:lnTo>
                    <a:pt x="0" y="9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80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4" name="Freeform 165"/>
            <p:cNvSpPr>
              <a:spLocks/>
            </p:cNvSpPr>
            <p:nvPr/>
          </p:nvSpPr>
          <p:spPr bwMode="auto">
            <a:xfrm>
              <a:off x="3378" y="2570"/>
              <a:ext cx="111" cy="95"/>
            </a:xfrm>
            <a:custGeom>
              <a:avLst/>
              <a:gdLst>
                <a:gd name="T0" fmla="*/ 22 w 222"/>
                <a:gd name="T1" fmla="*/ 28 h 190"/>
                <a:gd name="T2" fmla="*/ 27 w 222"/>
                <a:gd name="T3" fmla="*/ 23 h 190"/>
                <a:gd name="T4" fmla="*/ 0 w 222"/>
                <a:gd name="T5" fmla="*/ 3 h 190"/>
                <a:gd name="T6" fmla="*/ 7 w 222"/>
                <a:gd name="T7" fmla="*/ 0 h 190"/>
                <a:gd name="T8" fmla="*/ 34 w 222"/>
                <a:gd name="T9" fmla="*/ 19 h 190"/>
                <a:gd name="T10" fmla="*/ 56 w 222"/>
                <a:gd name="T11" fmla="*/ 25 h 190"/>
                <a:gd name="T12" fmla="*/ 10 w 222"/>
                <a:gd name="T13" fmla="*/ 48 h 190"/>
                <a:gd name="T14" fmla="*/ 22 w 222"/>
                <a:gd name="T15" fmla="*/ 28 h 190"/>
                <a:gd name="T16" fmla="*/ 22 w 222"/>
                <a:gd name="T17" fmla="*/ 28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22"/>
                <a:gd name="T28" fmla="*/ 0 h 190"/>
                <a:gd name="T29" fmla="*/ 222 w 222"/>
                <a:gd name="T30" fmla="*/ 190 h 1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22" h="190">
                  <a:moveTo>
                    <a:pt x="88" y="113"/>
                  </a:moveTo>
                  <a:lnTo>
                    <a:pt x="105" y="91"/>
                  </a:lnTo>
                  <a:lnTo>
                    <a:pt x="0" y="11"/>
                  </a:lnTo>
                  <a:lnTo>
                    <a:pt x="28" y="0"/>
                  </a:lnTo>
                  <a:lnTo>
                    <a:pt x="134" y="76"/>
                  </a:lnTo>
                  <a:lnTo>
                    <a:pt x="222" y="102"/>
                  </a:lnTo>
                  <a:lnTo>
                    <a:pt x="39" y="190"/>
                  </a:lnTo>
                  <a:lnTo>
                    <a:pt x="88" y="113"/>
                  </a:lnTo>
                  <a:close/>
                </a:path>
              </a:pathLst>
            </a:custGeom>
            <a:solidFill>
              <a:srgbClr val="8C5E2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5" name="Freeform 166"/>
            <p:cNvSpPr>
              <a:spLocks/>
            </p:cNvSpPr>
            <p:nvPr/>
          </p:nvSpPr>
          <p:spPr bwMode="auto">
            <a:xfrm>
              <a:off x="3381" y="2554"/>
              <a:ext cx="111" cy="61"/>
            </a:xfrm>
            <a:custGeom>
              <a:avLst/>
              <a:gdLst>
                <a:gd name="T0" fmla="*/ 0 w 221"/>
                <a:gd name="T1" fmla="*/ 0 h 123"/>
                <a:gd name="T2" fmla="*/ 18 w 221"/>
                <a:gd name="T3" fmla="*/ 3 h 123"/>
                <a:gd name="T4" fmla="*/ 56 w 221"/>
                <a:gd name="T5" fmla="*/ 30 h 123"/>
                <a:gd name="T6" fmla="*/ 32 w 221"/>
                <a:gd name="T7" fmla="*/ 23 h 123"/>
                <a:gd name="T8" fmla="*/ 0 w 221"/>
                <a:gd name="T9" fmla="*/ 0 h 123"/>
                <a:gd name="T10" fmla="*/ 0 w 221"/>
                <a:gd name="T11" fmla="*/ 0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1"/>
                <a:gd name="T19" fmla="*/ 0 h 123"/>
                <a:gd name="T20" fmla="*/ 221 w 221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1" h="123">
                  <a:moveTo>
                    <a:pt x="0" y="0"/>
                  </a:moveTo>
                  <a:lnTo>
                    <a:pt x="69" y="15"/>
                  </a:lnTo>
                  <a:lnTo>
                    <a:pt x="221" y="123"/>
                  </a:lnTo>
                  <a:lnTo>
                    <a:pt x="127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6B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6" name="Freeform 167"/>
            <p:cNvSpPr>
              <a:spLocks/>
            </p:cNvSpPr>
            <p:nvPr/>
          </p:nvSpPr>
          <p:spPr bwMode="auto">
            <a:xfrm>
              <a:off x="3841" y="2713"/>
              <a:ext cx="593" cy="268"/>
            </a:xfrm>
            <a:custGeom>
              <a:avLst/>
              <a:gdLst>
                <a:gd name="T0" fmla="*/ 224 w 1186"/>
                <a:gd name="T1" fmla="*/ 9 h 535"/>
                <a:gd name="T2" fmla="*/ 161 w 1186"/>
                <a:gd name="T3" fmla="*/ 47 h 535"/>
                <a:gd name="T4" fmla="*/ 297 w 1186"/>
                <a:gd name="T5" fmla="*/ 134 h 535"/>
                <a:gd name="T6" fmla="*/ 0 w 1186"/>
                <a:gd name="T7" fmla="*/ 134 h 535"/>
                <a:gd name="T8" fmla="*/ 38 w 1186"/>
                <a:gd name="T9" fmla="*/ 117 h 535"/>
                <a:gd name="T10" fmla="*/ 41 w 1186"/>
                <a:gd name="T11" fmla="*/ 96 h 535"/>
                <a:gd name="T12" fmla="*/ 74 w 1186"/>
                <a:gd name="T13" fmla="*/ 84 h 535"/>
                <a:gd name="T14" fmla="*/ 75 w 1186"/>
                <a:gd name="T15" fmla="*/ 61 h 535"/>
                <a:gd name="T16" fmla="*/ 102 w 1186"/>
                <a:gd name="T17" fmla="*/ 46 h 535"/>
                <a:gd name="T18" fmla="*/ 103 w 1186"/>
                <a:gd name="T19" fmla="*/ 14 h 535"/>
                <a:gd name="T20" fmla="*/ 139 w 1186"/>
                <a:gd name="T21" fmla="*/ 35 h 535"/>
                <a:gd name="T22" fmla="*/ 200 w 1186"/>
                <a:gd name="T23" fmla="*/ 0 h 535"/>
                <a:gd name="T24" fmla="*/ 224 w 1186"/>
                <a:gd name="T25" fmla="*/ 9 h 535"/>
                <a:gd name="T26" fmla="*/ 224 w 1186"/>
                <a:gd name="T27" fmla="*/ 9 h 53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86"/>
                <a:gd name="T43" fmla="*/ 0 h 535"/>
                <a:gd name="T44" fmla="*/ 1186 w 1186"/>
                <a:gd name="T45" fmla="*/ 535 h 53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86" h="535">
                  <a:moveTo>
                    <a:pt x="898" y="34"/>
                  </a:moveTo>
                  <a:lnTo>
                    <a:pt x="646" y="188"/>
                  </a:lnTo>
                  <a:lnTo>
                    <a:pt x="1186" y="535"/>
                  </a:lnTo>
                  <a:lnTo>
                    <a:pt x="0" y="535"/>
                  </a:lnTo>
                  <a:lnTo>
                    <a:pt x="153" y="468"/>
                  </a:lnTo>
                  <a:lnTo>
                    <a:pt x="167" y="382"/>
                  </a:lnTo>
                  <a:lnTo>
                    <a:pt x="297" y="333"/>
                  </a:lnTo>
                  <a:lnTo>
                    <a:pt x="301" y="244"/>
                  </a:lnTo>
                  <a:lnTo>
                    <a:pt x="408" y="182"/>
                  </a:lnTo>
                  <a:lnTo>
                    <a:pt x="412" y="56"/>
                  </a:lnTo>
                  <a:lnTo>
                    <a:pt x="555" y="138"/>
                  </a:lnTo>
                  <a:lnTo>
                    <a:pt x="801" y="0"/>
                  </a:lnTo>
                  <a:lnTo>
                    <a:pt x="898" y="34"/>
                  </a:lnTo>
                  <a:close/>
                </a:path>
              </a:pathLst>
            </a:custGeom>
            <a:solidFill>
              <a:srgbClr val="96704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7" name="Freeform 168"/>
            <p:cNvSpPr>
              <a:spLocks/>
            </p:cNvSpPr>
            <p:nvPr/>
          </p:nvSpPr>
          <p:spPr bwMode="auto">
            <a:xfrm>
              <a:off x="3078" y="1947"/>
              <a:ext cx="12" cy="87"/>
            </a:xfrm>
            <a:custGeom>
              <a:avLst/>
              <a:gdLst>
                <a:gd name="T0" fmla="*/ 1 w 23"/>
                <a:gd name="T1" fmla="*/ 36 h 175"/>
                <a:gd name="T2" fmla="*/ 0 w 23"/>
                <a:gd name="T3" fmla="*/ 0 h 175"/>
                <a:gd name="T4" fmla="*/ 6 w 23"/>
                <a:gd name="T5" fmla="*/ 0 h 175"/>
                <a:gd name="T6" fmla="*/ 5 w 23"/>
                <a:gd name="T7" fmla="*/ 43 h 175"/>
                <a:gd name="T8" fmla="*/ 1 w 23"/>
                <a:gd name="T9" fmla="*/ 36 h 175"/>
                <a:gd name="T10" fmla="*/ 1 w 23"/>
                <a:gd name="T11" fmla="*/ 36 h 1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"/>
                <a:gd name="T19" fmla="*/ 0 h 175"/>
                <a:gd name="T20" fmla="*/ 23 w 23"/>
                <a:gd name="T21" fmla="*/ 175 h 1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" h="175">
                  <a:moveTo>
                    <a:pt x="4" y="147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19" y="175"/>
                  </a:lnTo>
                  <a:lnTo>
                    <a:pt x="4" y="147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8" name="Freeform 169"/>
            <p:cNvSpPr>
              <a:spLocks/>
            </p:cNvSpPr>
            <p:nvPr/>
          </p:nvSpPr>
          <p:spPr bwMode="auto">
            <a:xfrm>
              <a:off x="2864" y="2015"/>
              <a:ext cx="263" cy="84"/>
            </a:xfrm>
            <a:custGeom>
              <a:avLst/>
              <a:gdLst>
                <a:gd name="T0" fmla="*/ 4 w 527"/>
                <a:gd name="T1" fmla="*/ 19 h 167"/>
                <a:gd name="T2" fmla="*/ 111 w 527"/>
                <a:gd name="T3" fmla="*/ 0 h 167"/>
                <a:gd name="T4" fmla="*/ 131 w 527"/>
                <a:gd name="T5" fmla="*/ 15 h 167"/>
                <a:gd name="T6" fmla="*/ 19 w 527"/>
                <a:gd name="T7" fmla="*/ 42 h 167"/>
                <a:gd name="T8" fmla="*/ 0 w 527"/>
                <a:gd name="T9" fmla="*/ 33 h 167"/>
                <a:gd name="T10" fmla="*/ 4 w 527"/>
                <a:gd name="T11" fmla="*/ 19 h 167"/>
                <a:gd name="T12" fmla="*/ 4 w 527"/>
                <a:gd name="T13" fmla="*/ 19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7"/>
                <a:gd name="T22" fmla="*/ 0 h 167"/>
                <a:gd name="T23" fmla="*/ 527 w 527"/>
                <a:gd name="T24" fmla="*/ 167 h 1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7" h="167">
                  <a:moveTo>
                    <a:pt x="18" y="75"/>
                  </a:moveTo>
                  <a:lnTo>
                    <a:pt x="447" y="0"/>
                  </a:lnTo>
                  <a:lnTo>
                    <a:pt x="527" y="58"/>
                  </a:lnTo>
                  <a:lnTo>
                    <a:pt x="77" y="167"/>
                  </a:lnTo>
                  <a:lnTo>
                    <a:pt x="0" y="130"/>
                  </a:lnTo>
                  <a:lnTo>
                    <a:pt x="18" y="75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9" name="Freeform 170"/>
            <p:cNvSpPr>
              <a:spLocks/>
            </p:cNvSpPr>
            <p:nvPr/>
          </p:nvSpPr>
          <p:spPr bwMode="auto">
            <a:xfrm>
              <a:off x="2869" y="1947"/>
              <a:ext cx="18" cy="133"/>
            </a:xfrm>
            <a:custGeom>
              <a:avLst/>
              <a:gdLst>
                <a:gd name="T0" fmla="*/ 3 w 34"/>
                <a:gd name="T1" fmla="*/ 57 h 266"/>
                <a:gd name="T2" fmla="*/ 0 w 34"/>
                <a:gd name="T3" fmla="*/ 0 h 266"/>
                <a:gd name="T4" fmla="*/ 10 w 34"/>
                <a:gd name="T5" fmla="*/ 0 h 266"/>
                <a:gd name="T6" fmla="*/ 6 w 34"/>
                <a:gd name="T7" fmla="*/ 67 h 266"/>
                <a:gd name="T8" fmla="*/ 3 w 34"/>
                <a:gd name="T9" fmla="*/ 57 h 266"/>
                <a:gd name="T10" fmla="*/ 3 w 34"/>
                <a:gd name="T11" fmla="*/ 57 h 2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"/>
                <a:gd name="T19" fmla="*/ 0 h 266"/>
                <a:gd name="T20" fmla="*/ 34 w 34"/>
                <a:gd name="T21" fmla="*/ 266 h 26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" h="266">
                  <a:moveTo>
                    <a:pt x="11" y="231"/>
                  </a:moveTo>
                  <a:lnTo>
                    <a:pt x="0" y="0"/>
                  </a:lnTo>
                  <a:lnTo>
                    <a:pt x="34" y="0"/>
                  </a:lnTo>
                  <a:lnTo>
                    <a:pt x="22" y="266"/>
                  </a:lnTo>
                  <a:lnTo>
                    <a:pt x="11" y="23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0" name="Freeform 171"/>
            <p:cNvSpPr>
              <a:spLocks/>
            </p:cNvSpPr>
            <p:nvPr/>
          </p:nvSpPr>
          <p:spPr bwMode="auto">
            <a:xfrm>
              <a:off x="2843" y="2054"/>
              <a:ext cx="65" cy="45"/>
            </a:xfrm>
            <a:custGeom>
              <a:avLst/>
              <a:gdLst>
                <a:gd name="T0" fmla="*/ 16 w 131"/>
                <a:gd name="T1" fmla="*/ 0 h 91"/>
                <a:gd name="T2" fmla="*/ 0 w 131"/>
                <a:gd name="T3" fmla="*/ 11 h 91"/>
                <a:gd name="T4" fmla="*/ 32 w 131"/>
                <a:gd name="T5" fmla="*/ 22 h 91"/>
                <a:gd name="T6" fmla="*/ 16 w 131"/>
                <a:gd name="T7" fmla="*/ 0 h 91"/>
                <a:gd name="T8" fmla="*/ 16 w 131"/>
                <a:gd name="T9" fmla="*/ 0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1"/>
                <a:gd name="T16" fmla="*/ 0 h 91"/>
                <a:gd name="T17" fmla="*/ 131 w 131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1" h="91">
                  <a:moveTo>
                    <a:pt x="66" y="0"/>
                  </a:moveTo>
                  <a:lnTo>
                    <a:pt x="0" y="46"/>
                  </a:lnTo>
                  <a:lnTo>
                    <a:pt x="131" y="9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1" name="Freeform 172"/>
            <p:cNvSpPr>
              <a:spLocks/>
            </p:cNvSpPr>
            <p:nvPr/>
          </p:nvSpPr>
          <p:spPr bwMode="auto">
            <a:xfrm>
              <a:off x="3207" y="1947"/>
              <a:ext cx="9" cy="63"/>
            </a:xfrm>
            <a:custGeom>
              <a:avLst/>
              <a:gdLst>
                <a:gd name="T0" fmla="*/ 1 w 20"/>
                <a:gd name="T1" fmla="*/ 23 h 125"/>
                <a:gd name="T2" fmla="*/ 0 w 20"/>
                <a:gd name="T3" fmla="*/ 0 h 125"/>
                <a:gd name="T4" fmla="*/ 4 w 20"/>
                <a:gd name="T5" fmla="*/ 0 h 125"/>
                <a:gd name="T6" fmla="*/ 3 w 20"/>
                <a:gd name="T7" fmla="*/ 32 h 125"/>
                <a:gd name="T8" fmla="*/ 1 w 20"/>
                <a:gd name="T9" fmla="*/ 23 h 125"/>
                <a:gd name="T10" fmla="*/ 1 w 20"/>
                <a:gd name="T11" fmla="*/ 23 h 1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"/>
                <a:gd name="T19" fmla="*/ 0 h 125"/>
                <a:gd name="T20" fmla="*/ 20 w 20"/>
                <a:gd name="T21" fmla="*/ 125 h 1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" h="125">
                  <a:moveTo>
                    <a:pt x="7" y="91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14" y="125"/>
                  </a:lnTo>
                  <a:lnTo>
                    <a:pt x="7" y="9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2" name="Freeform 173"/>
            <p:cNvSpPr>
              <a:spLocks/>
            </p:cNvSpPr>
            <p:nvPr/>
          </p:nvSpPr>
          <p:spPr bwMode="auto">
            <a:xfrm>
              <a:off x="3387" y="1947"/>
              <a:ext cx="9" cy="21"/>
            </a:xfrm>
            <a:custGeom>
              <a:avLst/>
              <a:gdLst>
                <a:gd name="T0" fmla="*/ 2 w 16"/>
                <a:gd name="T1" fmla="*/ 8 h 41"/>
                <a:gd name="T2" fmla="*/ 0 w 16"/>
                <a:gd name="T3" fmla="*/ 0 h 41"/>
                <a:gd name="T4" fmla="*/ 5 w 16"/>
                <a:gd name="T5" fmla="*/ 0 h 41"/>
                <a:gd name="T6" fmla="*/ 4 w 16"/>
                <a:gd name="T7" fmla="*/ 11 h 41"/>
                <a:gd name="T8" fmla="*/ 2 w 16"/>
                <a:gd name="T9" fmla="*/ 8 h 41"/>
                <a:gd name="T10" fmla="*/ 2 w 16"/>
                <a:gd name="T11" fmla="*/ 8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"/>
                <a:gd name="T19" fmla="*/ 0 h 41"/>
                <a:gd name="T20" fmla="*/ 16 w 16"/>
                <a:gd name="T21" fmla="*/ 41 h 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" h="41">
                  <a:moveTo>
                    <a:pt x="5" y="29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12" y="41"/>
                  </a:lnTo>
                  <a:lnTo>
                    <a:pt x="5" y="2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3" name="Freeform 174"/>
            <p:cNvSpPr>
              <a:spLocks/>
            </p:cNvSpPr>
            <p:nvPr/>
          </p:nvSpPr>
          <p:spPr bwMode="auto">
            <a:xfrm>
              <a:off x="3203" y="1956"/>
              <a:ext cx="232" cy="75"/>
            </a:xfrm>
            <a:custGeom>
              <a:avLst/>
              <a:gdLst>
                <a:gd name="T0" fmla="*/ 3 w 465"/>
                <a:gd name="T1" fmla="*/ 16 h 149"/>
                <a:gd name="T2" fmla="*/ 95 w 465"/>
                <a:gd name="T3" fmla="*/ 0 h 149"/>
                <a:gd name="T4" fmla="*/ 116 w 465"/>
                <a:gd name="T5" fmla="*/ 13 h 149"/>
                <a:gd name="T6" fmla="*/ 18 w 465"/>
                <a:gd name="T7" fmla="*/ 38 h 149"/>
                <a:gd name="T8" fmla="*/ 0 w 465"/>
                <a:gd name="T9" fmla="*/ 29 h 149"/>
                <a:gd name="T10" fmla="*/ 3 w 465"/>
                <a:gd name="T11" fmla="*/ 16 h 149"/>
                <a:gd name="T12" fmla="*/ 3 w 465"/>
                <a:gd name="T13" fmla="*/ 16 h 1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5"/>
                <a:gd name="T22" fmla="*/ 0 h 149"/>
                <a:gd name="T23" fmla="*/ 465 w 465"/>
                <a:gd name="T24" fmla="*/ 149 h 14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5" h="149">
                  <a:moveTo>
                    <a:pt x="15" y="62"/>
                  </a:moveTo>
                  <a:lnTo>
                    <a:pt x="380" y="0"/>
                  </a:lnTo>
                  <a:lnTo>
                    <a:pt x="465" y="52"/>
                  </a:lnTo>
                  <a:lnTo>
                    <a:pt x="72" y="149"/>
                  </a:lnTo>
                  <a:lnTo>
                    <a:pt x="0" y="113"/>
                  </a:lnTo>
                  <a:lnTo>
                    <a:pt x="15" y="62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4" name="Freeform 175"/>
            <p:cNvSpPr>
              <a:spLocks/>
            </p:cNvSpPr>
            <p:nvPr/>
          </p:nvSpPr>
          <p:spPr bwMode="auto">
            <a:xfrm>
              <a:off x="3180" y="1988"/>
              <a:ext cx="61" cy="42"/>
            </a:xfrm>
            <a:custGeom>
              <a:avLst/>
              <a:gdLst>
                <a:gd name="T0" fmla="*/ 16 w 121"/>
                <a:gd name="T1" fmla="*/ 0 h 86"/>
                <a:gd name="T2" fmla="*/ 0 w 121"/>
                <a:gd name="T3" fmla="*/ 10 h 86"/>
                <a:gd name="T4" fmla="*/ 31 w 121"/>
                <a:gd name="T5" fmla="*/ 21 h 86"/>
                <a:gd name="T6" fmla="*/ 16 w 121"/>
                <a:gd name="T7" fmla="*/ 0 h 86"/>
                <a:gd name="T8" fmla="*/ 16 w 121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1"/>
                <a:gd name="T16" fmla="*/ 0 h 86"/>
                <a:gd name="T17" fmla="*/ 121 w 121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1" h="86">
                  <a:moveTo>
                    <a:pt x="62" y="0"/>
                  </a:moveTo>
                  <a:lnTo>
                    <a:pt x="0" y="44"/>
                  </a:lnTo>
                  <a:lnTo>
                    <a:pt x="121" y="8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5" name="Freeform 176"/>
            <p:cNvSpPr>
              <a:spLocks/>
            </p:cNvSpPr>
            <p:nvPr/>
          </p:nvSpPr>
          <p:spPr bwMode="auto">
            <a:xfrm>
              <a:off x="2835" y="2054"/>
              <a:ext cx="754" cy="380"/>
            </a:xfrm>
            <a:custGeom>
              <a:avLst/>
              <a:gdLst>
                <a:gd name="T0" fmla="*/ 2 w 1508"/>
                <a:gd name="T1" fmla="*/ 72 h 760"/>
                <a:gd name="T2" fmla="*/ 285 w 1508"/>
                <a:gd name="T3" fmla="*/ 0 h 760"/>
                <a:gd name="T4" fmla="*/ 377 w 1508"/>
                <a:gd name="T5" fmla="*/ 40 h 760"/>
                <a:gd name="T6" fmla="*/ 0 w 1508"/>
                <a:gd name="T7" fmla="*/ 190 h 760"/>
                <a:gd name="T8" fmla="*/ 2 w 1508"/>
                <a:gd name="T9" fmla="*/ 72 h 760"/>
                <a:gd name="T10" fmla="*/ 2 w 1508"/>
                <a:gd name="T11" fmla="*/ 72 h 7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08"/>
                <a:gd name="T19" fmla="*/ 0 h 760"/>
                <a:gd name="T20" fmla="*/ 1508 w 1508"/>
                <a:gd name="T21" fmla="*/ 760 h 7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08" h="760">
                  <a:moveTo>
                    <a:pt x="8" y="287"/>
                  </a:moveTo>
                  <a:lnTo>
                    <a:pt x="1137" y="0"/>
                  </a:lnTo>
                  <a:lnTo>
                    <a:pt x="1508" y="160"/>
                  </a:lnTo>
                  <a:lnTo>
                    <a:pt x="0" y="760"/>
                  </a:lnTo>
                  <a:lnTo>
                    <a:pt x="8" y="287"/>
                  </a:lnTo>
                  <a:close/>
                </a:path>
              </a:pathLst>
            </a:custGeom>
            <a:solidFill>
              <a:srgbClr val="4A69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6" name="Freeform 177"/>
            <p:cNvSpPr>
              <a:spLocks/>
            </p:cNvSpPr>
            <p:nvPr/>
          </p:nvSpPr>
          <p:spPr bwMode="auto">
            <a:xfrm>
              <a:off x="2835" y="2028"/>
              <a:ext cx="678" cy="334"/>
            </a:xfrm>
            <a:custGeom>
              <a:avLst/>
              <a:gdLst>
                <a:gd name="T0" fmla="*/ 339 w 1356"/>
                <a:gd name="T1" fmla="*/ 13 h 668"/>
                <a:gd name="T2" fmla="*/ 338 w 1356"/>
                <a:gd name="T3" fmla="*/ 19 h 668"/>
                <a:gd name="T4" fmla="*/ 325 w 1356"/>
                <a:gd name="T5" fmla="*/ 22 h 668"/>
                <a:gd name="T6" fmla="*/ 312 w 1356"/>
                <a:gd name="T7" fmla="*/ 57 h 668"/>
                <a:gd name="T8" fmla="*/ 305 w 1356"/>
                <a:gd name="T9" fmla="*/ 60 h 668"/>
                <a:gd name="T10" fmla="*/ 301 w 1356"/>
                <a:gd name="T11" fmla="*/ 53 h 668"/>
                <a:gd name="T12" fmla="*/ 0 w 1356"/>
                <a:gd name="T13" fmla="*/ 167 h 668"/>
                <a:gd name="T14" fmla="*/ 0 w 1356"/>
                <a:gd name="T15" fmla="*/ 113 h 668"/>
                <a:gd name="T16" fmla="*/ 297 w 1356"/>
                <a:gd name="T17" fmla="*/ 0 h 668"/>
                <a:gd name="T18" fmla="*/ 339 w 1356"/>
                <a:gd name="T19" fmla="*/ 13 h 668"/>
                <a:gd name="T20" fmla="*/ 339 w 1356"/>
                <a:gd name="T21" fmla="*/ 13 h 6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356"/>
                <a:gd name="T34" fmla="*/ 0 h 668"/>
                <a:gd name="T35" fmla="*/ 1356 w 1356"/>
                <a:gd name="T36" fmla="*/ 668 h 66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356" h="668">
                  <a:moveTo>
                    <a:pt x="1356" y="53"/>
                  </a:moveTo>
                  <a:lnTo>
                    <a:pt x="1350" y="73"/>
                  </a:lnTo>
                  <a:lnTo>
                    <a:pt x="1299" y="91"/>
                  </a:lnTo>
                  <a:lnTo>
                    <a:pt x="1248" y="231"/>
                  </a:lnTo>
                  <a:lnTo>
                    <a:pt x="1218" y="240"/>
                  </a:lnTo>
                  <a:lnTo>
                    <a:pt x="1203" y="215"/>
                  </a:lnTo>
                  <a:lnTo>
                    <a:pt x="0" y="668"/>
                  </a:lnTo>
                  <a:lnTo>
                    <a:pt x="0" y="454"/>
                  </a:lnTo>
                  <a:lnTo>
                    <a:pt x="1186" y="0"/>
                  </a:lnTo>
                  <a:lnTo>
                    <a:pt x="1356" y="53"/>
                  </a:lnTo>
                  <a:close/>
                </a:path>
              </a:pathLst>
            </a:custGeom>
            <a:solidFill>
              <a:srgbClr val="75696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7" name="Freeform 178"/>
            <p:cNvSpPr>
              <a:spLocks/>
            </p:cNvSpPr>
            <p:nvPr/>
          </p:nvSpPr>
          <p:spPr bwMode="auto">
            <a:xfrm>
              <a:off x="2835" y="2010"/>
              <a:ext cx="676" cy="256"/>
            </a:xfrm>
            <a:custGeom>
              <a:avLst/>
              <a:gdLst>
                <a:gd name="T0" fmla="*/ 0 w 1352"/>
                <a:gd name="T1" fmla="*/ 65 h 514"/>
                <a:gd name="T2" fmla="*/ 287 w 1352"/>
                <a:gd name="T3" fmla="*/ 0 h 514"/>
                <a:gd name="T4" fmla="*/ 338 w 1352"/>
                <a:gd name="T5" fmla="*/ 22 h 514"/>
                <a:gd name="T6" fmla="*/ 0 w 1352"/>
                <a:gd name="T7" fmla="*/ 128 h 514"/>
                <a:gd name="T8" fmla="*/ 0 w 1352"/>
                <a:gd name="T9" fmla="*/ 65 h 514"/>
                <a:gd name="T10" fmla="*/ 0 w 1352"/>
                <a:gd name="T11" fmla="*/ 65 h 5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52"/>
                <a:gd name="T19" fmla="*/ 0 h 514"/>
                <a:gd name="T20" fmla="*/ 1352 w 1352"/>
                <a:gd name="T21" fmla="*/ 514 h 5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52" h="514">
                  <a:moveTo>
                    <a:pt x="0" y="261"/>
                  </a:moveTo>
                  <a:lnTo>
                    <a:pt x="1145" y="0"/>
                  </a:lnTo>
                  <a:lnTo>
                    <a:pt x="1352" y="89"/>
                  </a:lnTo>
                  <a:lnTo>
                    <a:pt x="0" y="514"/>
                  </a:lnTo>
                  <a:lnTo>
                    <a:pt x="0" y="261"/>
                  </a:lnTo>
                  <a:close/>
                </a:path>
              </a:pathLst>
            </a:custGeom>
            <a:solidFill>
              <a:srgbClr val="D1BDB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8" name="Freeform 179"/>
            <p:cNvSpPr>
              <a:spLocks/>
            </p:cNvSpPr>
            <p:nvPr/>
          </p:nvSpPr>
          <p:spPr bwMode="auto">
            <a:xfrm>
              <a:off x="2835" y="2081"/>
              <a:ext cx="402" cy="156"/>
            </a:xfrm>
            <a:custGeom>
              <a:avLst/>
              <a:gdLst>
                <a:gd name="T0" fmla="*/ 0 w 804"/>
                <a:gd name="T1" fmla="*/ 43 h 310"/>
                <a:gd name="T2" fmla="*/ 146 w 804"/>
                <a:gd name="T3" fmla="*/ 0 h 310"/>
                <a:gd name="T4" fmla="*/ 201 w 804"/>
                <a:gd name="T5" fmla="*/ 19 h 310"/>
                <a:gd name="T6" fmla="*/ 13 w 804"/>
                <a:gd name="T7" fmla="*/ 79 h 310"/>
                <a:gd name="T8" fmla="*/ 0 w 804"/>
                <a:gd name="T9" fmla="*/ 69 h 310"/>
                <a:gd name="T10" fmla="*/ 0 w 804"/>
                <a:gd name="T11" fmla="*/ 43 h 310"/>
                <a:gd name="T12" fmla="*/ 0 w 804"/>
                <a:gd name="T13" fmla="*/ 43 h 3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4"/>
                <a:gd name="T22" fmla="*/ 0 h 310"/>
                <a:gd name="T23" fmla="*/ 804 w 804"/>
                <a:gd name="T24" fmla="*/ 310 h 3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4" h="310">
                  <a:moveTo>
                    <a:pt x="0" y="168"/>
                  </a:moveTo>
                  <a:lnTo>
                    <a:pt x="582" y="0"/>
                  </a:lnTo>
                  <a:lnTo>
                    <a:pt x="804" y="76"/>
                  </a:lnTo>
                  <a:lnTo>
                    <a:pt x="50" y="310"/>
                  </a:lnTo>
                  <a:lnTo>
                    <a:pt x="0" y="274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2E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9" name="Freeform 180"/>
            <p:cNvSpPr>
              <a:spLocks/>
            </p:cNvSpPr>
            <p:nvPr/>
          </p:nvSpPr>
          <p:spPr bwMode="auto">
            <a:xfrm>
              <a:off x="3176" y="2016"/>
              <a:ext cx="313" cy="95"/>
            </a:xfrm>
            <a:custGeom>
              <a:avLst/>
              <a:gdLst>
                <a:gd name="T0" fmla="*/ 0 w 627"/>
                <a:gd name="T1" fmla="*/ 30 h 189"/>
                <a:gd name="T2" fmla="*/ 121 w 627"/>
                <a:gd name="T3" fmla="*/ 0 h 189"/>
                <a:gd name="T4" fmla="*/ 156 w 627"/>
                <a:gd name="T5" fmla="*/ 13 h 189"/>
                <a:gd name="T6" fmla="*/ 51 w 627"/>
                <a:gd name="T7" fmla="*/ 48 h 189"/>
                <a:gd name="T8" fmla="*/ 0 w 627"/>
                <a:gd name="T9" fmla="*/ 30 h 189"/>
                <a:gd name="T10" fmla="*/ 0 w 627"/>
                <a:gd name="T11" fmla="*/ 30 h 1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27"/>
                <a:gd name="T19" fmla="*/ 0 h 189"/>
                <a:gd name="T20" fmla="*/ 627 w 627"/>
                <a:gd name="T21" fmla="*/ 189 h 18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27" h="189">
                  <a:moveTo>
                    <a:pt x="0" y="120"/>
                  </a:moveTo>
                  <a:lnTo>
                    <a:pt x="486" y="0"/>
                  </a:lnTo>
                  <a:lnTo>
                    <a:pt x="627" y="51"/>
                  </a:lnTo>
                  <a:lnTo>
                    <a:pt x="207" y="189"/>
                  </a:lnTo>
                  <a:lnTo>
                    <a:pt x="0" y="120"/>
                  </a:lnTo>
                  <a:close/>
                </a:path>
              </a:pathLst>
            </a:custGeom>
            <a:solidFill>
              <a:srgbClr val="FFF2E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0" name="Freeform 181"/>
            <p:cNvSpPr>
              <a:spLocks/>
            </p:cNvSpPr>
            <p:nvPr/>
          </p:nvSpPr>
          <p:spPr bwMode="auto">
            <a:xfrm>
              <a:off x="4464" y="2021"/>
              <a:ext cx="123" cy="233"/>
            </a:xfrm>
            <a:custGeom>
              <a:avLst/>
              <a:gdLst>
                <a:gd name="T0" fmla="*/ 5 w 247"/>
                <a:gd name="T1" fmla="*/ 0 h 467"/>
                <a:gd name="T2" fmla="*/ 61 w 247"/>
                <a:gd name="T3" fmla="*/ 15 h 467"/>
                <a:gd name="T4" fmla="*/ 61 w 247"/>
                <a:gd name="T5" fmla="*/ 75 h 467"/>
                <a:gd name="T6" fmla="*/ 0 w 247"/>
                <a:gd name="T7" fmla="*/ 116 h 467"/>
                <a:gd name="T8" fmla="*/ 5 w 247"/>
                <a:gd name="T9" fmla="*/ 0 h 467"/>
                <a:gd name="T10" fmla="*/ 5 w 247"/>
                <a:gd name="T11" fmla="*/ 0 h 4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7"/>
                <a:gd name="T19" fmla="*/ 0 h 467"/>
                <a:gd name="T20" fmla="*/ 247 w 247"/>
                <a:gd name="T21" fmla="*/ 467 h 46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7" h="467">
                  <a:moveTo>
                    <a:pt x="23" y="0"/>
                  </a:moveTo>
                  <a:lnTo>
                    <a:pt x="247" y="62"/>
                  </a:lnTo>
                  <a:lnTo>
                    <a:pt x="247" y="301"/>
                  </a:lnTo>
                  <a:lnTo>
                    <a:pt x="0" y="467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8FCCF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1" name="Freeform 182"/>
            <p:cNvSpPr>
              <a:spLocks/>
            </p:cNvSpPr>
            <p:nvPr/>
          </p:nvSpPr>
          <p:spPr bwMode="auto">
            <a:xfrm>
              <a:off x="4461" y="2220"/>
              <a:ext cx="126" cy="104"/>
            </a:xfrm>
            <a:custGeom>
              <a:avLst/>
              <a:gdLst>
                <a:gd name="T0" fmla="*/ 63 w 254"/>
                <a:gd name="T1" fmla="*/ 0 h 209"/>
                <a:gd name="T2" fmla="*/ 0 w 254"/>
                <a:gd name="T3" fmla="*/ 30 h 209"/>
                <a:gd name="T4" fmla="*/ 63 w 254"/>
                <a:gd name="T5" fmla="*/ 52 h 209"/>
                <a:gd name="T6" fmla="*/ 63 w 254"/>
                <a:gd name="T7" fmla="*/ 28 h 209"/>
                <a:gd name="T8" fmla="*/ 42 w 254"/>
                <a:gd name="T9" fmla="*/ 30 h 209"/>
                <a:gd name="T10" fmla="*/ 63 w 254"/>
                <a:gd name="T11" fmla="*/ 0 h 209"/>
                <a:gd name="T12" fmla="*/ 63 w 254"/>
                <a:gd name="T13" fmla="*/ 0 h 2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4"/>
                <a:gd name="T22" fmla="*/ 0 h 209"/>
                <a:gd name="T23" fmla="*/ 254 w 254"/>
                <a:gd name="T24" fmla="*/ 209 h 20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4" h="209">
                  <a:moveTo>
                    <a:pt x="254" y="0"/>
                  </a:moveTo>
                  <a:lnTo>
                    <a:pt x="0" y="120"/>
                  </a:lnTo>
                  <a:lnTo>
                    <a:pt x="254" y="209"/>
                  </a:lnTo>
                  <a:lnTo>
                    <a:pt x="254" y="112"/>
                  </a:lnTo>
                  <a:lnTo>
                    <a:pt x="171" y="120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8FCCF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2" name="Freeform 183"/>
            <p:cNvSpPr>
              <a:spLocks/>
            </p:cNvSpPr>
            <p:nvPr/>
          </p:nvSpPr>
          <p:spPr bwMode="auto">
            <a:xfrm>
              <a:off x="3351" y="2083"/>
              <a:ext cx="98" cy="44"/>
            </a:xfrm>
            <a:custGeom>
              <a:avLst/>
              <a:gdLst>
                <a:gd name="T0" fmla="*/ 49 w 197"/>
                <a:gd name="T1" fmla="*/ 0 h 89"/>
                <a:gd name="T2" fmla="*/ 42 w 197"/>
                <a:gd name="T3" fmla="*/ 22 h 89"/>
                <a:gd name="T4" fmla="*/ 0 w 197"/>
                <a:gd name="T5" fmla="*/ 17 h 89"/>
                <a:gd name="T6" fmla="*/ 49 w 197"/>
                <a:gd name="T7" fmla="*/ 0 h 89"/>
                <a:gd name="T8" fmla="*/ 49 w 197"/>
                <a:gd name="T9" fmla="*/ 0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89"/>
                <a:gd name="T17" fmla="*/ 197 w 197"/>
                <a:gd name="T18" fmla="*/ 89 h 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89">
                  <a:moveTo>
                    <a:pt x="197" y="0"/>
                  </a:moveTo>
                  <a:lnTo>
                    <a:pt x="168" y="89"/>
                  </a:lnTo>
                  <a:lnTo>
                    <a:pt x="0" y="68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3" name="Freeform 184"/>
            <p:cNvSpPr>
              <a:spLocks/>
            </p:cNvSpPr>
            <p:nvPr/>
          </p:nvSpPr>
          <p:spPr bwMode="auto">
            <a:xfrm>
              <a:off x="3225" y="2128"/>
              <a:ext cx="85" cy="73"/>
            </a:xfrm>
            <a:custGeom>
              <a:avLst/>
              <a:gdLst>
                <a:gd name="T0" fmla="*/ 42 w 171"/>
                <a:gd name="T1" fmla="*/ 0 h 146"/>
                <a:gd name="T2" fmla="*/ 1 w 171"/>
                <a:gd name="T3" fmla="*/ 37 h 146"/>
                <a:gd name="T4" fmla="*/ 0 w 171"/>
                <a:gd name="T5" fmla="*/ 14 h 146"/>
                <a:gd name="T6" fmla="*/ 42 w 171"/>
                <a:gd name="T7" fmla="*/ 0 h 146"/>
                <a:gd name="T8" fmla="*/ 42 w 171"/>
                <a:gd name="T9" fmla="*/ 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1"/>
                <a:gd name="T16" fmla="*/ 0 h 146"/>
                <a:gd name="T17" fmla="*/ 171 w 171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1" h="146">
                  <a:moveTo>
                    <a:pt x="171" y="0"/>
                  </a:moveTo>
                  <a:lnTo>
                    <a:pt x="6" y="146"/>
                  </a:lnTo>
                  <a:lnTo>
                    <a:pt x="0" y="56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4" name="Freeform 185"/>
            <p:cNvSpPr>
              <a:spLocks/>
            </p:cNvSpPr>
            <p:nvPr/>
          </p:nvSpPr>
          <p:spPr bwMode="auto">
            <a:xfrm>
              <a:off x="3074" y="2163"/>
              <a:ext cx="135" cy="44"/>
            </a:xfrm>
            <a:custGeom>
              <a:avLst/>
              <a:gdLst>
                <a:gd name="T0" fmla="*/ 68 w 269"/>
                <a:gd name="T1" fmla="*/ 0 h 88"/>
                <a:gd name="T2" fmla="*/ 68 w 269"/>
                <a:gd name="T3" fmla="*/ 22 h 88"/>
                <a:gd name="T4" fmla="*/ 0 w 269"/>
                <a:gd name="T5" fmla="*/ 22 h 88"/>
                <a:gd name="T6" fmla="*/ 68 w 269"/>
                <a:gd name="T7" fmla="*/ 0 h 88"/>
                <a:gd name="T8" fmla="*/ 68 w 269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9"/>
                <a:gd name="T16" fmla="*/ 0 h 88"/>
                <a:gd name="T17" fmla="*/ 269 w 269"/>
                <a:gd name="T18" fmla="*/ 88 h 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9" h="88">
                  <a:moveTo>
                    <a:pt x="269" y="0"/>
                  </a:moveTo>
                  <a:lnTo>
                    <a:pt x="269" y="88"/>
                  </a:lnTo>
                  <a:lnTo>
                    <a:pt x="0" y="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5" name="Freeform 186"/>
            <p:cNvSpPr>
              <a:spLocks/>
            </p:cNvSpPr>
            <p:nvPr/>
          </p:nvSpPr>
          <p:spPr bwMode="auto">
            <a:xfrm>
              <a:off x="2908" y="2210"/>
              <a:ext cx="147" cy="113"/>
            </a:xfrm>
            <a:custGeom>
              <a:avLst/>
              <a:gdLst>
                <a:gd name="T0" fmla="*/ 74 w 294"/>
                <a:gd name="T1" fmla="*/ 0 h 225"/>
                <a:gd name="T2" fmla="*/ 1 w 294"/>
                <a:gd name="T3" fmla="*/ 57 h 225"/>
                <a:gd name="T4" fmla="*/ 0 w 294"/>
                <a:gd name="T5" fmla="*/ 24 h 225"/>
                <a:gd name="T6" fmla="*/ 74 w 294"/>
                <a:gd name="T7" fmla="*/ 0 h 225"/>
                <a:gd name="T8" fmla="*/ 74 w 294"/>
                <a:gd name="T9" fmla="*/ 0 h 2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4"/>
                <a:gd name="T16" fmla="*/ 0 h 225"/>
                <a:gd name="T17" fmla="*/ 294 w 294"/>
                <a:gd name="T18" fmla="*/ 225 h 2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4" h="225">
                  <a:moveTo>
                    <a:pt x="294" y="0"/>
                  </a:moveTo>
                  <a:lnTo>
                    <a:pt x="7" y="225"/>
                  </a:lnTo>
                  <a:lnTo>
                    <a:pt x="0" y="96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6" name="Freeform 187"/>
            <p:cNvSpPr>
              <a:spLocks/>
            </p:cNvSpPr>
            <p:nvPr/>
          </p:nvSpPr>
          <p:spPr bwMode="auto">
            <a:xfrm>
              <a:off x="2835" y="2267"/>
              <a:ext cx="61" cy="55"/>
            </a:xfrm>
            <a:custGeom>
              <a:avLst/>
              <a:gdLst>
                <a:gd name="T0" fmla="*/ 0 w 123"/>
                <a:gd name="T1" fmla="*/ 9 h 109"/>
                <a:gd name="T2" fmla="*/ 30 w 123"/>
                <a:gd name="T3" fmla="*/ 0 h 109"/>
                <a:gd name="T4" fmla="*/ 30 w 123"/>
                <a:gd name="T5" fmla="*/ 28 h 109"/>
                <a:gd name="T6" fmla="*/ 0 w 123"/>
                <a:gd name="T7" fmla="*/ 21 h 109"/>
                <a:gd name="T8" fmla="*/ 0 w 123"/>
                <a:gd name="T9" fmla="*/ 9 h 109"/>
                <a:gd name="T10" fmla="*/ 0 w 123"/>
                <a:gd name="T11" fmla="*/ 9 h 1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3"/>
                <a:gd name="T19" fmla="*/ 0 h 109"/>
                <a:gd name="T20" fmla="*/ 123 w 123"/>
                <a:gd name="T21" fmla="*/ 109 h 1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3" h="109">
                  <a:moveTo>
                    <a:pt x="0" y="34"/>
                  </a:moveTo>
                  <a:lnTo>
                    <a:pt x="120" y="0"/>
                  </a:lnTo>
                  <a:lnTo>
                    <a:pt x="123" y="109"/>
                  </a:lnTo>
                  <a:lnTo>
                    <a:pt x="0" y="83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7" name="Freeform 188"/>
            <p:cNvSpPr>
              <a:spLocks/>
            </p:cNvSpPr>
            <p:nvPr/>
          </p:nvSpPr>
          <p:spPr bwMode="auto">
            <a:xfrm>
              <a:off x="2973" y="2219"/>
              <a:ext cx="86" cy="72"/>
            </a:xfrm>
            <a:custGeom>
              <a:avLst/>
              <a:gdLst>
                <a:gd name="T0" fmla="*/ 42 w 172"/>
                <a:gd name="T1" fmla="*/ 0 h 145"/>
                <a:gd name="T2" fmla="*/ 43 w 172"/>
                <a:gd name="T3" fmla="*/ 21 h 145"/>
                <a:gd name="T4" fmla="*/ 0 w 172"/>
                <a:gd name="T5" fmla="*/ 36 h 145"/>
                <a:gd name="T6" fmla="*/ 42 w 172"/>
                <a:gd name="T7" fmla="*/ 0 h 145"/>
                <a:gd name="T8" fmla="*/ 42 w 172"/>
                <a:gd name="T9" fmla="*/ 0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"/>
                <a:gd name="T16" fmla="*/ 0 h 145"/>
                <a:gd name="T17" fmla="*/ 172 w 172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" h="145">
                  <a:moveTo>
                    <a:pt x="168" y="0"/>
                  </a:moveTo>
                  <a:lnTo>
                    <a:pt x="172" y="85"/>
                  </a:lnTo>
                  <a:lnTo>
                    <a:pt x="0" y="145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8" name="Freeform 189"/>
            <p:cNvSpPr>
              <a:spLocks/>
            </p:cNvSpPr>
            <p:nvPr/>
          </p:nvSpPr>
          <p:spPr bwMode="auto">
            <a:xfrm>
              <a:off x="3071" y="2217"/>
              <a:ext cx="101" cy="30"/>
            </a:xfrm>
            <a:custGeom>
              <a:avLst/>
              <a:gdLst>
                <a:gd name="T0" fmla="*/ 0 w 202"/>
                <a:gd name="T1" fmla="*/ 0 h 61"/>
                <a:gd name="T2" fmla="*/ 3 w 202"/>
                <a:gd name="T3" fmla="*/ 15 h 61"/>
                <a:gd name="T4" fmla="*/ 51 w 202"/>
                <a:gd name="T5" fmla="*/ 0 h 61"/>
                <a:gd name="T6" fmla="*/ 0 w 202"/>
                <a:gd name="T7" fmla="*/ 0 h 61"/>
                <a:gd name="T8" fmla="*/ 0 w 202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"/>
                <a:gd name="T16" fmla="*/ 0 h 61"/>
                <a:gd name="T17" fmla="*/ 202 w 202"/>
                <a:gd name="T18" fmla="*/ 61 h 6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" h="61">
                  <a:moveTo>
                    <a:pt x="0" y="0"/>
                  </a:moveTo>
                  <a:lnTo>
                    <a:pt x="15" y="61"/>
                  </a:lnTo>
                  <a:lnTo>
                    <a:pt x="2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9" name="Freeform 190"/>
            <p:cNvSpPr>
              <a:spLocks/>
            </p:cNvSpPr>
            <p:nvPr/>
          </p:nvSpPr>
          <p:spPr bwMode="auto">
            <a:xfrm>
              <a:off x="3265" y="2128"/>
              <a:ext cx="70" cy="57"/>
            </a:xfrm>
            <a:custGeom>
              <a:avLst/>
              <a:gdLst>
                <a:gd name="T0" fmla="*/ 35 w 141"/>
                <a:gd name="T1" fmla="*/ 0 h 113"/>
                <a:gd name="T2" fmla="*/ 33 w 141"/>
                <a:gd name="T3" fmla="*/ 19 h 113"/>
                <a:gd name="T4" fmla="*/ 0 w 141"/>
                <a:gd name="T5" fmla="*/ 29 h 113"/>
                <a:gd name="T6" fmla="*/ 35 w 141"/>
                <a:gd name="T7" fmla="*/ 0 h 113"/>
                <a:gd name="T8" fmla="*/ 35 w 141"/>
                <a:gd name="T9" fmla="*/ 0 h 1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1"/>
                <a:gd name="T16" fmla="*/ 0 h 113"/>
                <a:gd name="T17" fmla="*/ 141 w 141"/>
                <a:gd name="T18" fmla="*/ 113 h 1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1" h="113">
                  <a:moveTo>
                    <a:pt x="141" y="0"/>
                  </a:moveTo>
                  <a:lnTo>
                    <a:pt x="133" y="73"/>
                  </a:lnTo>
                  <a:lnTo>
                    <a:pt x="0" y="113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0" name="Freeform 191"/>
            <p:cNvSpPr>
              <a:spLocks/>
            </p:cNvSpPr>
            <p:nvPr/>
          </p:nvSpPr>
          <p:spPr bwMode="auto">
            <a:xfrm>
              <a:off x="3354" y="2127"/>
              <a:ext cx="62" cy="22"/>
            </a:xfrm>
            <a:custGeom>
              <a:avLst/>
              <a:gdLst>
                <a:gd name="T0" fmla="*/ 0 w 124"/>
                <a:gd name="T1" fmla="*/ 0 h 44"/>
                <a:gd name="T2" fmla="*/ 31 w 124"/>
                <a:gd name="T3" fmla="*/ 1 h 44"/>
                <a:gd name="T4" fmla="*/ 3 w 124"/>
                <a:gd name="T5" fmla="*/ 11 h 44"/>
                <a:gd name="T6" fmla="*/ 0 w 124"/>
                <a:gd name="T7" fmla="*/ 0 h 44"/>
                <a:gd name="T8" fmla="*/ 0 w 1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"/>
                <a:gd name="T16" fmla="*/ 0 h 44"/>
                <a:gd name="T17" fmla="*/ 124 w 124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" h="44">
                  <a:moveTo>
                    <a:pt x="0" y="0"/>
                  </a:moveTo>
                  <a:lnTo>
                    <a:pt x="124" y="7"/>
                  </a:lnTo>
                  <a:lnTo>
                    <a:pt x="11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1" name="Freeform 192"/>
            <p:cNvSpPr>
              <a:spLocks/>
            </p:cNvSpPr>
            <p:nvPr/>
          </p:nvSpPr>
          <p:spPr bwMode="auto">
            <a:xfrm>
              <a:off x="3792" y="2503"/>
              <a:ext cx="144" cy="105"/>
            </a:xfrm>
            <a:custGeom>
              <a:avLst/>
              <a:gdLst>
                <a:gd name="T0" fmla="*/ 72 w 288"/>
                <a:gd name="T1" fmla="*/ 0 h 210"/>
                <a:gd name="T2" fmla="*/ 61 w 288"/>
                <a:gd name="T3" fmla="*/ 53 h 210"/>
                <a:gd name="T4" fmla="*/ 0 w 288"/>
                <a:gd name="T5" fmla="*/ 41 h 210"/>
                <a:gd name="T6" fmla="*/ 72 w 288"/>
                <a:gd name="T7" fmla="*/ 0 h 210"/>
                <a:gd name="T8" fmla="*/ 72 w 288"/>
                <a:gd name="T9" fmla="*/ 0 h 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210"/>
                <a:gd name="T17" fmla="*/ 288 w 288"/>
                <a:gd name="T18" fmla="*/ 210 h 2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210">
                  <a:moveTo>
                    <a:pt x="288" y="0"/>
                  </a:moveTo>
                  <a:lnTo>
                    <a:pt x="246" y="210"/>
                  </a:lnTo>
                  <a:lnTo>
                    <a:pt x="0" y="163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2" name="Freeform 193"/>
            <p:cNvSpPr>
              <a:spLocks/>
            </p:cNvSpPr>
            <p:nvPr/>
          </p:nvSpPr>
          <p:spPr bwMode="auto">
            <a:xfrm>
              <a:off x="3607" y="2612"/>
              <a:ext cx="126" cy="172"/>
            </a:xfrm>
            <a:custGeom>
              <a:avLst/>
              <a:gdLst>
                <a:gd name="T0" fmla="*/ 63 w 253"/>
                <a:gd name="T1" fmla="*/ 0 h 344"/>
                <a:gd name="T2" fmla="*/ 1 w 253"/>
                <a:gd name="T3" fmla="*/ 86 h 344"/>
                <a:gd name="T4" fmla="*/ 0 w 253"/>
                <a:gd name="T5" fmla="*/ 34 h 344"/>
                <a:gd name="T6" fmla="*/ 63 w 253"/>
                <a:gd name="T7" fmla="*/ 0 h 344"/>
                <a:gd name="T8" fmla="*/ 63 w 253"/>
                <a:gd name="T9" fmla="*/ 0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3"/>
                <a:gd name="T16" fmla="*/ 0 h 344"/>
                <a:gd name="T17" fmla="*/ 253 w 253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3" h="344">
                  <a:moveTo>
                    <a:pt x="253" y="0"/>
                  </a:moveTo>
                  <a:lnTo>
                    <a:pt x="7" y="344"/>
                  </a:lnTo>
                  <a:lnTo>
                    <a:pt x="0" y="134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3" name="Freeform 194"/>
            <p:cNvSpPr>
              <a:spLocks/>
            </p:cNvSpPr>
            <p:nvPr/>
          </p:nvSpPr>
          <p:spPr bwMode="auto">
            <a:xfrm>
              <a:off x="3387" y="2693"/>
              <a:ext cx="196" cy="105"/>
            </a:xfrm>
            <a:custGeom>
              <a:avLst/>
              <a:gdLst>
                <a:gd name="T0" fmla="*/ 98 w 394"/>
                <a:gd name="T1" fmla="*/ 0 h 208"/>
                <a:gd name="T2" fmla="*/ 98 w 394"/>
                <a:gd name="T3" fmla="*/ 53 h 208"/>
                <a:gd name="T4" fmla="*/ 0 w 394"/>
                <a:gd name="T5" fmla="*/ 53 h 208"/>
                <a:gd name="T6" fmla="*/ 98 w 394"/>
                <a:gd name="T7" fmla="*/ 0 h 208"/>
                <a:gd name="T8" fmla="*/ 98 w 394"/>
                <a:gd name="T9" fmla="*/ 0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4"/>
                <a:gd name="T16" fmla="*/ 0 h 208"/>
                <a:gd name="T17" fmla="*/ 394 w 394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4" h="208">
                  <a:moveTo>
                    <a:pt x="394" y="0"/>
                  </a:moveTo>
                  <a:lnTo>
                    <a:pt x="394" y="208"/>
                  </a:lnTo>
                  <a:lnTo>
                    <a:pt x="0" y="208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4" name="Freeform 195"/>
            <p:cNvSpPr>
              <a:spLocks/>
            </p:cNvSpPr>
            <p:nvPr/>
          </p:nvSpPr>
          <p:spPr bwMode="auto">
            <a:xfrm>
              <a:off x="3142" y="2808"/>
              <a:ext cx="214" cy="173"/>
            </a:xfrm>
            <a:custGeom>
              <a:avLst/>
              <a:gdLst>
                <a:gd name="T0" fmla="*/ 107 w 429"/>
                <a:gd name="T1" fmla="*/ 0 h 346"/>
                <a:gd name="T2" fmla="*/ 38 w 429"/>
                <a:gd name="T3" fmla="*/ 87 h 346"/>
                <a:gd name="T4" fmla="*/ 3 w 429"/>
                <a:gd name="T5" fmla="*/ 87 h 346"/>
                <a:gd name="T6" fmla="*/ 0 w 429"/>
                <a:gd name="T7" fmla="*/ 57 h 346"/>
                <a:gd name="T8" fmla="*/ 107 w 429"/>
                <a:gd name="T9" fmla="*/ 0 h 346"/>
                <a:gd name="T10" fmla="*/ 107 w 429"/>
                <a:gd name="T11" fmla="*/ 0 h 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9"/>
                <a:gd name="T19" fmla="*/ 0 h 346"/>
                <a:gd name="T20" fmla="*/ 429 w 429"/>
                <a:gd name="T21" fmla="*/ 346 h 3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9" h="346">
                  <a:moveTo>
                    <a:pt x="429" y="0"/>
                  </a:moveTo>
                  <a:lnTo>
                    <a:pt x="153" y="346"/>
                  </a:lnTo>
                  <a:lnTo>
                    <a:pt x="14" y="346"/>
                  </a:lnTo>
                  <a:lnTo>
                    <a:pt x="0" y="228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5" name="Freeform 196"/>
            <p:cNvSpPr>
              <a:spLocks/>
            </p:cNvSpPr>
            <p:nvPr/>
          </p:nvSpPr>
          <p:spPr bwMode="auto">
            <a:xfrm>
              <a:off x="3033" y="2940"/>
              <a:ext cx="90" cy="41"/>
            </a:xfrm>
            <a:custGeom>
              <a:avLst/>
              <a:gdLst>
                <a:gd name="T0" fmla="*/ 14 w 181"/>
                <a:gd name="T1" fmla="*/ 14 h 82"/>
                <a:gd name="T2" fmla="*/ 44 w 181"/>
                <a:gd name="T3" fmla="*/ 0 h 82"/>
                <a:gd name="T4" fmla="*/ 45 w 181"/>
                <a:gd name="T5" fmla="*/ 21 h 82"/>
                <a:gd name="T6" fmla="*/ 0 w 181"/>
                <a:gd name="T7" fmla="*/ 21 h 82"/>
                <a:gd name="T8" fmla="*/ 14 w 181"/>
                <a:gd name="T9" fmla="*/ 14 h 82"/>
                <a:gd name="T10" fmla="*/ 14 w 181"/>
                <a:gd name="T11" fmla="*/ 14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1"/>
                <a:gd name="T19" fmla="*/ 0 h 82"/>
                <a:gd name="T20" fmla="*/ 181 w 181"/>
                <a:gd name="T21" fmla="*/ 82 h 8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1" h="82">
                  <a:moveTo>
                    <a:pt x="56" y="58"/>
                  </a:moveTo>
                  <a:lnTo>
                    <a:pt x="178" y="0"/>
                  </a:lnTo>
                  <a:lnTo>
                    <a:pt x="181" y="82"/>
                  </a:lnTo>
                  <a:lnTo>
                    <a:pt x="0" y="82"/>
                  </a:lnTo>
                  <a:lnTo>
                    <a:pt x="56" y="58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6" name="Freeform 197"/>
            <p:cNvSpPr>
              <a:spLocks/>
            </p:cNvSpPr>
            <p:nvPr/>
          </p:nvSpPr>
          <p:spPr bwMode="auto">
            <a:xfrm>
              <a:off x="3251" y="2827"/>
              <a:ext cx="112" cy="154"/>
            </a:xfrm>
            <a:custGeom>
              <a:avLst/>
              <a:gdLst>
                <a:gd name="T0" fmla="*/ 55 w 223"/>
                <a:gd name="T1" fmla="*/ 0 h 309"/>
                <a:gd name="T2" fmla="*/ 56 w 223"/>
                <a:gd name="T3" fmla="*/ 50 h 309"/>
                <a:gd name="T4" fmla="*/ 12 w 223"/>
                <a:gd name="T5" fmla="*/ 75 h 309"/>
                <a:gd name="T6" fmla="*/ 0 w 223"/>
                <a:gd name="T7" fmla="*/ 77 h 309"/>
                <a:gd name="T8" fmla="*/ 55 w 223"/>
                <a:gd name="T9" fmla="*/ 0 h 309"/>
                <a:gd name="T10" fmla="*/ 55 w 223"/>
                <a:gd name="T11" fmla="*/ 0 h 3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23"/>
                <a:gd name="T19" fmla="*/ 0 h 309"/>
                <a:gd name="T20" fmla="*/ 223 w 223"/>
                <a:gd name="T21" fmla="*/ 309 h 30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23" h="309">
                  <a:moveTo>
                    <a:pt x="218" y="0"/>
                  </a:moveTo>
                  <a:lnTo>
                    <a:pt x="223" y="200"/>
                  </a:lnTo>
                  <a:lnTo>
                    <a:pt x="45" y="300"/>
                  </a:lnTo>
                  <a:lnTo>
                    <a:pt x="0" y="30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7" name="Freeform 198"/>
            <p:cNvSpPr>
              <a:spLocks/>
            </p:cNvSpPr>
            <p:nvPr/>
          </p:nvSpPr>
          <p:spPr bwMode="auto">
            <a:xfrm>
              <a:off x="3381" y="2821"/>
              <a:ext cx="149" cy="73"/>
            </a:xfrm>
            <a:custGeom>
              <a:avLst/>
              <a:gdLst>
                <a:gd name="T0" fmla="*/ 0 w 299"/>
                <a:gd name="T1" fmla="*/ 0 h 145"/>
                <a:gd name="T2" fmla="*/ 6 w 299"/>
                <a:gd name="T3" fmla="*/ 37 h 145"/>
                <a:gd name="T4" fmla="*/ 74 w 299"/>
                <a:gd name="T5" fmla="*/ 0 h 145"/>
                <a:gd name="T6" fmla="*/ 0 w 299"/>
                <a:gd name="T7" fmla="*/ 0 h 145"/>
                <a:gd name="T8" fmla="*/ 0 w 299"/>
                <a:gd name="T9" fmla="*/ 0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9"/>
                <a:gd name="T16" fmla="*/ 0 h 145"/>
                <a:gd name="T17" fmla="*/ 299 w 299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9" h="145">
                  <a:moveTo>
                    <a:pt x="0" y="0"/>
                  </a:moveTo>
                  <a:lnTo>
                    <a:pt x="24" y="145"/>
                  </a:lnTo>
                  <a:lnTo>
                    <a:pt x="2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8" name="Freeform 199"/>
            <p:cNvSpPr>
              <a:spLocks/>
            </p:cNvSpPr>
            <p:nvPr/>
          </p:nvSpPr>
          <p:spPr bwMode="auto">
            <a:xfrm>
              <a:off x="3665" y="2612"/>
              <a:ext cx="104" cy="134"/>
            </a:xfrm>
            <a:custGeom>
              <a:avLst/>
              <a:gdLst>
                <a:gd name="T0" fmla="*/ 52 w 207"/>
                <a:gd name="T1" fmla="*/ 0 h 268"/>
                <a:gd name="T2" fmla="*/ 49 w 207"/>
                <a:gd name="T3" fmla="*/ 42 h 268"/>
                <a:gd name="T4" fmla="*/ 0 w 207"/>
                <a:gd name="T5" fmla="*/ 67 h 268"/>
                <a:gd name="T6" fmla="*/ 52 w 207"/>
                <a:gd name="T7" fmla="*/ 0 h 268"/>
                <a:gd name="T8" fmla="*/ 52 w 207"/>
                <a:gd name="T9" fmla="*/ 0 h 2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7"/>
                <a:gd name="T16" fmla="*/ 0 h 268"/>
                <a:gd name="T17" fmla="*/ 207 w 207"/>
                <a:gd name="T18" fmla="*/ 268 h 2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7" h="268">
                  <a:moveTo>
                    <a:pt x="207" y="0"/>
                  </a:moveTo>
                  <a:lnTo>
                    <a:pt x="193" y="171"/>
                  </a:lnTo>
                  <a:lnTo>
                    <a:pt x="0" y="268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9" name="Freeform 200"/>
            <p:cNvSpPr>
              <a:spLocks/>
            </p:cNvSpPr>
            <p:nvPr/>
          </p:nvSpPr>
          <p:spPr bwMode="auto">
            <a:xfrm>
              <a:off x="3794" y="2608"/>
              <a:ext cx="92" cy="52"/>
            </a:xfrm>
            <a:custGeom>
              <a:avLst/>
              <a:gdLst>
                <a:gd name="T0" fmla="*/ 0 w 183"/>
                <a:gd name="T1" fmla="*/ 0 h 105"/>
                <a:gd name="T2" fmla="*/ 46 w 183"/>
                <a:gd name="T3" fmla="*/ 4 h 105"/>
                <a:gd name="T4" fmla="*/ 5 w 183"/>
                <a:gd name="T5" fmla="*/ 26 h 105"/>
                <a:gd name="T6" fmla="*/ 0 w 183"/>
                <a:gd name="T7" fmla="*/ 0 h 105"/>
                <a:gd name="T8" fmla="*/ 0 w 183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3"/>
                <a:gd name="T16" fmla="*/ 0 h 105"/>
                <a:gd name="T17" fmla="*/ 183 w 183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3" h="105">
                  <a:moveTo>
                    <a:pt x="0" y="0"/>
                  </a:moveTo>
                  <a:lnTo>
                    <a:pt x="183" y="19"/>
                  </a:lnTo>
                  <a:lnTo>
                    <a:pt x="19" y="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0" name="Freeform 201"/>
            <p:cNvSpPr>
              <a:spLocks/>
            </p:cNvSpPr>
            <p:nvPr/>
          </p:nvSpPr>
          <p:spPr bwMode="auto">
            <a:xfrm>
              <a:off x="3532" y="2889"/>
              <a:ext cx="42" cy="26"/>
            </a:xfrm>
            <a:custGeom>
              <a:avLst/>
              <a:gdLst>
                <a:gd name="T0" fmla="*/ 20 w 86"/>
                <a:gd name="T1" fmla="*/ 0 h 51"/>
                <a:gd name="T2" fmla="*/ 21 w 86"/>
                <a:gd name="T3" fmla="*/ 7 h 51"/>
                <a:gd name="T4" fmla="*/ 20 w 86"/>
                <a:gd name="T5" fmla="*/ 12 h 51"/>
                <a:gd name="T6" fmla="*/ 11 w 86"/>
                <a:gd name="T7" fmla="*/ 13 h 51"/>
                <a:gd name="T8" fmla="*/ 0 w 86"/>
                <a:gd name="T9" fmla="*/ 5 h 51"/>
                <a:gd name="T10" fmla="*/ 20 w 86"/>
                <a:gd name="T11" fmla="*/ 0 h 51"/>
                <a:gd name="T12" fmla="*/ 20 w 86"/>
                <a:gd name="T13" fmla="*/ 0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51"/>
                <a:gd name="T23" fmla="*/ 86 w 86"/>
                <a:gd name="T24" fmla="*/ 51 h 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51">
                  <a:moveTo>
                    <a:pt x="84" y="0"/>
                  </a:moveTo>
                  <a:lnTo>
                    <a:pt x="86" y="25"/>
                  </a:lnTo>
                  <a:lnTo>
                    <a:pt x="82" y="47"/>
                  </a:lnTo>
                  <a:lnTo>
                    <a:pt x="47" y="51"/>
                  </a:lnTo>
                  <a:lnTo>
                    <a:pt x="0" y="1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1" name="Freeform 202"/>
            <p:cNvSpPr>
              <a:spLocks/>
            </p:cNvSpPr>
            <p:nvPr/>
          </p:nvSpPr>
          <p:spPr bwMode="auto">
            <a:xfrm>
              <a:off x="3494" y="2948"/>
              <a:ext cx="60" cy="33"/>
            </a:xfrm>
            <a:custGeom>
              <a:avLst/>
              <a:gdLst>
                <a:gd name="T0" fmla="*/ 29 w 120"/>
                <a:gd name="T1" fmla="*/ 1 h 66"/>
                <a:gd name="T2" fmla="*/ 30 w 120"/>
                <a:gd name="T3" fmla="*/ 7 h 66"/>
                <a:gd name="T4" fmla="*/ 30 w 120"/>
                <a:gd name="T5" fmla="*/ 15 h 66"/>
                <a:gd name="T6" fmla="*/ 23 w 120"/>
                <a:gd name="T7" fmla="*/ 17 h 66"/>
                <a:gd name="T8" fmla="*/ 20 w 120"/>
                <a:gd name="T9" fmla="*/ 17 h 66"/>
                <a:gd name="T10" fmla="*/ 18 w 120"/>
                <a:gd name="T11" fmla="*/ 14 h 66"/>
                <a:gd name="T12" fmla="*/ 13 w 120"/>
                <a:gd name="T13" fmla="*/ 14 h 66"/>
                <a:gd name="T14" fmla="*/ 0 w 120"/>
                <a:gd name="T15" fmla="*/ 5 h 66"/>
                <a:gd name="T16" fmla="*/ 6 w 120"/>
                <a:gd name="T17" fmla="*/ 0 h 66"/>
                <a:gd name="T18" fmla="*/ 17 w 120"/>
                <a:gd name="T19" fmla="*/ 0 h 66"/>
                <a:gd name="T20" fmla="*/ 29 w 120"/>
                <a:gd name="T21" fmla="*/ 1 h 66"/>
                <a:gd name="T22" fmla="*/ 29 w 120"/>
                <a:gd name="T23" fmla="*/ 1 h 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0"/>
                <a:gd name="T37" fmla="*/ 0 h 66"/>
                <a:gd name="T38" fmla="*/ 120 w 120"/>
                <a:gd name="T39" fmla="*/ 66 h 6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0" h="66">
                  <a:moveTo>
                    <a:pt x="115" y="3"/>
                  </a:moveTo>
                  <a:lnTo>
                    <a:pt x="120" y="31"/>
                  </a:lnTo>
                  <a:lnTo>
                    <a:pt x="120" y="61"/>
                  </a:lnTo>
                  <a:lnTo>
                    <a:pt x="89" y="66"/>
                  </a:lnTo>
                  <a:lnTo>
                    <a:pt x="78" y="66"/>
                  </a:lnTo>
                  <a:lnTo>
                    <a:pt x="71" y="57"/>
                  </a:lnTo>
                  <a:lnTo>
                    <a:pt x="49" y="57"/>
                  </a:lnTo>
                  <a:lnTo>
                    <a:pt x="0" y="21"/>
                  </a:lnTo>
                  <a:lnTo>
                    <a:pt x="22" y="0"/>
                  </a:lnTo>
                  <a:lnTo>
                    <a:pt x="65" y="0"/>
                  </a:lnTo>
                  <a:lnTo>
                    <a:pt x="115" y="3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2" name="Freeform 203"/>
            <p:cNvSpPr>
              <a:spLocks/>
            </p:cNvSpPr>
            <p:nvPr/>
          </p:nvSpPr>
          <p:spPr bwMode="auto">
            <a:xfrm>
              <a:off x="3521" y="2564"/>
              <a:ext cx="57" cy="91"/>
            </a:xfrm>
            <a:custGeom>
              <a:avLst/>
              <a:gdLst>
                <a:gd name="T0" fmla="*/ 0 w 115"/>
                <a:gd name="T1" fmla="*/ 42 h 182"/>
                <a:gd name="T2" fmla="*/ 3 w 115"/>
                <a:gd name="T3" fmla="*/ 26 h 182"/>
                <a:gd name="T4" fmla="*/ 20 w 115"/>
                <a:gd name="T5" fmla="*/ 0 h 182"/>
                <a:gd name="T6" fmla="*/ 28 w 115"/>
                <a:gd name="T7" fmla="*/ 14 h 182"/>
                <a:gd name="T8" fmla="*/ 26 w 115"/>
                <a:gd name="T9" fmla="*/ 19 h 182"/>
                <a:gd name="T10" fmla="*/ 26 w 115"/>
                <a:gd name="T11" fmla="*/ 28 h 182"/>
                <a:gd name="T12" fmla="*/ 20 w 115"/>
                <a:gd name="T13" fmla="*/ 34 h 182"/>
                <a:gd name="T14" fmla="*/ 18 w 115"/>
                <a:gd name="T15" fmla="*/ 46 h 182"/>
                <a:gd name="T16" fmla="*/ 0 w 115"/>
                <a:gd name="T17" fmla="*/ 42 h 182"/>
                <a:gd name="T18" fmla="*/ 0 w 115"/>
                <a:gd name="T19" fmla="*/ 42 h 1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5"/>
                <a:gd name="T31" fmla="*/ 0 h 182"/>
                <a:gd name="T32" fmla="*/ 115 w 115"/>
                <a:gd name="T33" fmla="*/ 182 h 1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5" h="182">
                  <a:moveTo>
                    <a:pt x="0" y="168"/>
                  </a:moveTo>
                  <a:lnTo>
                    <a:pt x="13" y="105"/>
                  </a:lnTo>
                  <a:lnTo>
                    <a:pt x="80" y="0"/>
                  </a:lnTo>
                  <a:lnTo>
                    <a:pt x="115" y="56"/>
                  </a:lnTo>
                  <a:lnTo>
                    <a:pt x="105" y="74"/>
                  </a:lnTo>
                  <a:lnTo>
                    <a:pt x="107" y="113"/>
                  </a:lnTo>
                  <a:lnTo>
                    <a:pt x="82" y="134"/>
                  </a:lnTo>
                  <a:lnTo>
                    <a:pt x="72" y="182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C769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3" name="Freeform 204"/>
            <p:cNvSpPr>
              <a:spLocks/>
            </p:cNvSpPr>
            <p:nvPr/>
          </p:nvSpPr>
          <p:spPr bwMode="auto">
            <a:xfrm>
              <a:off x="3390" y="2618"/>
              <a:ext cx="80" cy="106"/>
            </a:xfrm>
            <a:custGeom>
              <a:avLst/>
              <a:gdLst>
                <a:gd name="T0" fmla="*/ 40 w 160"/>
                <a:gd name="T1" fmla="*/ 37 h 214"/>
                <a:gd name="T2" fmla="*/ 22 w 160"/>
                <a:gd name="T3" fmla="*/ 21 h 214"/>
                <a:gd name="T4" fmla="*/ 17 w 160"/>
                <a:gd name="T5" fmla="*/ 17 h 214"/>
                <a:gd name="T6" fmla="*/ 18 w 160"/>
                <a:gd name="T7" fmla="*/ 8 h 214"/>
                <a:gd name="T8" fmla="*/ 13 w 160"/>
                <a:gd name="T9" fmla="*/ 3 h 214"/>
                <a:gd name="T10" fmla="*/ 12 w 160"/>
                <a:gd name="T11" fmla="*/ 9 h 214"/>
                <a:gd name="T12" fmla="*/ 3 w 160"/>
                <a:gd name="T13" fmla="*/ 0 h 214"/>
                <a:gd name="T14" fmla="*/ 1 w 160"/>
                <a:gd name="T15" fmla="*/ 3 h 214"/>
                <a:gd name="T16" fmla="*/ 3 w 160"/>
                <a:gd name="T17" fmla="*/ 7 h 214"/>
                <a:gd name="T18" fmla="*/ 0 w 160"/>
                <a:gd name="T19" fmla="*/ 19 h 214"/>
                <a:gd name="T20" fmla="*/ 12 w 160"/>
                <a:gd name="T21" fmla="*/ 26 h 214"/>
                <a:gd name="T22" fmla="*/ 27 w 160"/>
                <a:gd name="T23" fmla="*/ 53 h 214"/>
                <a:gd name="T24" fmla="*/ 40 w 160"/>
                <a:gd name="T25" fmla="*/ 37 h 214"/>
                <a:gd name="T26" fmla="*/ 40 w 160"/>
                <a:gd name="T27" fmla="*/ 37 h 2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0"/>
                <a:gd name="T43" fmla="*/ 0 h 214"/>
                <a:gd name="T44" fmla="*/ 160 w 160"/>
                <a:gd name="T45" fmla="*/ 214 h 21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0" h="214">
                  <a:moveTo>
                    <a:pt x="160" y="152"/>
                  </a:moveTo>
                  <a:lnTo>
                    <a:pt x="89" y="86"/>
                  </a:lnTo>
                  <a:lnTo>
                    <a:pt x="65" y="69"/>
                  </a:lnTo>
                  <a:lnTo>
                    <a:pt x="69" y="33"/>
                  </a:lnTo>
                  <a:lnTo>
                    <a:pt x="54" y="15"/>
                  </a:lnTo>
                  <a:lnTo>
                    <a:pt x="50" y="39"/>
                  </a:lnTo>
                  <a:lnTo>
                    <a:pt x="13" y="0"/>
                  </a:lnTo>
                  <a:lnTo>
                    <a:pt x="3" y="12"/>
                  </a:lnTo>
                  <a:lnTo>
                    <a:pt x="11" y="30"/>
                  </a:lnTo>
                  <a:lnTo>
                    <a:pt x="0" y="77"/>
                  </a:lnTo>
                  <a:lnTo>
                    <a:pt x="50" y="106"/>
                  </a:lnTo>
                  <a:lnTo>
                    <a:pt x="109" y="214"/>
                  </a:lnTo>
                  <a:lnTo>
                    <a:pt x="160" y="152"/>
                  </a:lnTo>
                  <a:close/>
                </a:path>
              </a:pathLst>
            </a:custGeom>
            <a:solidFill>
              <a:srgbClr val="E0857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4" name="Freeform 205"/>
            <p:cNvSpPr>
              <a:spLocks/>
            </p:cNvSpPr>
            <p:nvPr/>
          </p:nvSpPr>
          <p:spPr bwMode="auto">
            <a:xfrm>
              <a:off x="3616" y="2629"/>
              <a:ext cx="101" cy="64"/>
            </a:xfrm>
            <a:custGeom>
              <a:avLst/>
              <a:gdLst>
                <a:gd name="T0" fmla="*/ 0 w 201"/>
                <a:gd name="T1" fmla="*/ 14 h 127"/>
                <a:gd name="T2" fmla="*/ 16 w 201"/>
                <a:gd name="T3" fmla="*/ 8 h 127"/>
                <a:gd name="T4" fmla="*/ 26 w 201"/>
                <a:gd name="T5" fmla="*/ 6 h 127"/>
                <a:gd name="T6" fmla="*/ 31 w 201"/>
                <a:gd name="T7" fmla="*/ 0 h 127"/>
                <a:gd name="T8" fmla="*/ 32 w 201"/>
                <a:gd name="T9" fmla="*/ 3 h 127"/>
                <a:gd name="T10" fmla="*/ 51 w 201"/>
                <a:gd name="T11" fmla="*/ 3 h 127"/>
                <a:gd name="T12" fmla="*/ 51 w 201"/>
                <a:gd name="T13" fmla="*/ 8 h 127"/>
                <a:gd name="T14" fmla="*/ 47 w 201"/>
                <a:gd name="T15" fmla="*/ 10 h 127"/>
                <a:gd name="T16" fmla="*/ 40 w 201"/>
                <a:gd name="T17" fmla="*/ 19 h 127"/>
                <a:gd name="T18" fmla="*/ 30 w 201"/>
                <a:gd name="T19" fmla="*/ 15 h 127"/>
                <a:gd name="T20" fmla="*/ 16 w 201"/>
                <a:gd name="T21" fmla="*/ 26 h 127"/>
                <a:gd name="T22" fmla="*/ 5 w 201"/>
                <a:gd name="T23" fmla="*/ 32 h 127"/>
                <a:gd name="T24" fmla="*/ 0 w 201"/>
                <a:gd name="T25" fmla="*/ 14 h 127"/>
                <a:gd name="T26" fmla="*/ 0 w 201"/>
                <a:gd name="T27" fmla="*/ 14 h 12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1"/>
                <a:gd name="T43" fmla="*/ 0 h 127"/>
                <a:gd name="T44" fmla="*/ 201 w 201"/>
                <a:gd name="T45" fmla="*/ 127 h 12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1" h="127">
                  <a:moveTo>
                    <a:pt x="0" y="56"/>
                  </a:moveTo>
                  <a:lnTo>
                    <a:pt x="63" y="30"/>
                  </a:lnTo>
                  <a:lnTo>
                    <a:pt x="103" y="22"/>
                  </a:lnTo>
                  <a:lnTo>
                    <a:pt x="121" y="0"/>
                  </a:lnTo>
                  <a:lnTo>
                    <a:pt x="127" y="12"/>
                  </a:lnTo>
                  <a:lnTo>
                    <a:pt x="201" y="12"/>
                  </a:lnTo>
                  <a:lnTo>
                    <a:pt x="201" y="30"/>
                  </a:lnTo>
                  <a:lnTo>
                    <a:pt x="187" y="37"/>
                  </a:lnTo>
                  <a:lnTo>
                    <a:pt x="160" y="75"/>
                  </a:lnTo>
                  <a:lnTo>
                    <a:pt x="118" y="60"/>
                  </a:lnTo>
                  <a:lnTo>
                    <a:pt x="63" y="103"/>
                  </a:lnTo>
                  <a:lnTo>
                    <a:pt x="19" y="127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0857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5" name="Freeform 206"/>
            <p:cNvSpPr>
              <a:spLocks/>
            </p:cNvSpPr>
            <p:nvPr/>
          </p:nvSpPr>
          <p:spPr bwMode="auto">
            <a:xfrm>
              <a:off x="3432" y="2635"/>
              <a:ext cx="209" cy="325"/>
            </a:xfrm>
            <a:custGeom>
              <a:avLst/>
              <a:gdLst>
                <a:gd name="T0" fmla="*/ 69 w 417"/>
                <a:gd name="T1" fmla="*/ 61 h 650"/>
                <a:gd name="T2" fmla="*/ 69 w 417"/>
                <a:gd name="T3" fmla="*/ 62 h 650"/>
                <a:gd name="T4" fmla="*/ 70 w 417"/>
                <a:gd name="T5" fmla="*/ 65 h 650"/>
                <a:gd name="T6" fmla="*/ 71 w 417"/>
                <a:gd name="T7" fmla="*/ 67 h 650"/>
                <a:gd name="T8" fmla="*/ 71 w 417"/>
                <a:gd name="T9" fmla="*/ 68 h 650"/>
                <a:gd name="T10" fmla="*/ 72 w 417"/>
                <a:gd name="T11" fmla="*/ 69 h 650"/>
                <a:gd name="T12" fmla="*/ 72 w 417"/>
                <a:gd name="T13" fmla="*/ 71 h 650"/>
                <a:gd name="T14" fmla="*/ 73 w 417"/>
                <a:gd name="T15" fmla="*/ 72 h 650"/>
                <a:gd name="T16" fmla="*/ 73 w 417"/>
                <a:gd name="T17" fmla="*/ 74 h 650"/>
                <a:gd name="T18" fmla="*/ 73 w 417"/>
                <a:gd name="T19" fmla="*/ 76 h 650"/>
                <a:gd name="T20" fmla="*/ 74 w 417"/>
                <a:gd name="T21" fmla="*/ 78 h 650"/>
                <a:gd name="T22" fmla="*/ 74 w 417"/>
                <a:gd name="T23" fmla="*/ 80 h 650"/>
                <a:gd name="T24" fmla="*/ 73 w 417"/>
                <a:gd name="T25" fmla="*/ 81 h 650"/>
                <a:gd name="T26" fmla="*/ 73 w 417"/>
                <a:gd name="T27" fmla="*/ 83 h 650"/>
                <a:gd name="T28" fmla="*/ 73 w 417"/>
                <a:gd name="T29" fmla="*/ 86 h 650"/>
                <a:gd name="T30" fmla="*/ 73 w 417"/>
                <a:gd name="T31" fmla="*/ 88 h 650"/>
                <a:gd name="T32" fmla="*/ 72 w 417"/>
                <a:gd name="T33" fmla="*/ 90 h 650"/>
                <a:gd name="T34" fmla="*/ 71 w 417"/>
                <a:gd name="T35" fmla="*/ 92 h 650"/>
                <a:gd name="T36" fmla="*/ 71 w 417"/>
                <a:gd name="T37" fmla="*/ 94 h 650"/>
                <a:gd name="T38" fmla="*/ 71 w 417"/>
                <a:gd name="T39" fmla="*/ 96 h 650"/>
                <a:gd name="T40" fmla="*/ 70 w 417"/>
                <a:gd name="T41" fmla="*/ 98 h 650"/>
                <a:gd name="T42" fmla="*/ 69 w 417"/>
                <a:gd name="T43" fmla="*/ 99 h 650"/>
                <a:gd name="T44" fmla="*/ 69 w 417"/>
                <a:gd name="T45" fmla="*/ 100 h 650"/>
                <a:gd name="T46" fmla="*/ 68 w 417"/>
                <a:gd name="T47" fmla="*/ 102 h 650"/>
                <a:gd name="T48" fmla="*/ 67 w 417"/>
                <a:gd name="T49" fmla="*/ 104 h 650"/>
                <a:gd name="T50" fmla="*/ 67 w 417"/>
                <a:gd name="T51" fmla="*/ 105 h 650"/>
                <a:gd name="T52" fmla="*/ 73 w 417"/>
                <a:gd name="T53" fmla="*/ 130 h 650"/>
                <a:gd name="T54" fmla="*/ 57 w 417"/>
                <a:gd name="T55" fmla="*/ 135 h 650"/>
                <a:gd name="T56" fmla="*/ 63 w 417"/>
                <a:gd name="T57" fmla="*/ 162 h 650"/>
                <a:gd name="T58" fmla="*/ 48 w 417"/>
                <a:gd name="T59" fmla="*/ 163 h 650"/>
                <a:gd name="T60" fmla="*/ 44 w 417"/>
                <a:gd name="T61" fmla="*/ 162 h 650"/>
                <a:gd name="T62" fmla="*/ 31 w 417"/>
                <a:gd name="T63" fmla="*/ 119 h 650"/>
                <a:gd name="T64" fmla="*/ 34 w 417"/>
                <a:gd name="T65" fmla="*/ 77 h 650"/>
                <a:gd name="T66" fmla="*/ 27 w 417"/>
                <a:gd name="T67" fmla="*/ 61 h 650"/>
                <a:gd name="T68" fmla="*/ 28 w 417"/>
                <a:gd name="T69" fmla="*/ 38 h 650"/>
                <a:gd name="T70" fmla="*/ 14 w 417"/>
                <a:gd name="T71" fmla="*/ 53 h 650"/>
                <a:gd name="T72" fmla="*/ 8 w 417"/>
                <a:gd name="T73" fmla="*/ 48 h 650"/>
                <a:gd name="T74" fmla="*/ 0 w 417"/>
                <a:gd name="T75" fmla="*/ 40 h 650"/>
                <a:gd name="T76" fmla="*/ 10 w 417"/>
                <a:gd name="T77" fmla="*/ 25 h 650"/>
                <a:gd name="T78" fmla="*/ 15 w 417"/>
                <a:gd name="T79" fmla="*/ 27 h 650"/>
                <a:gd name="T80" fmla="*/ 24 w 417"/>
                <a:gd name="T81" fmla="*/ 10 h 650"/>
                <a:gd name="T82" fmla="*/ 34 w 417"/>
                <a:gd name="T83" fmla="*/ 5 h 650"/>
                <a:gd name="T84" fmla="*/ 43 w 417"/>
                <a:gd name="T85" fmla="*/ 5 h 650"/>
                <a:gd name="T86" fmla="*/ 45 w 417"/>
                <a:gd name="T87" fmla="*/ 0 h 650"/>
                <a:gd name="T88" fmla="*/ 66 w 417"/>
                <a:gd name="T89" fmla="*/ 3 h 650"/>
                <a:gd name="T90" fmla="*/ 71 w 417"/>
                <a:gd name="T91" fmla="*/ 10 h 650"/>
                <a:gd name="T92" fmla="*/ 85 w 417"/>
                <a:gd name="T93" fmla="*/ 12 h 650"/>
                <a:gd name="T94" fmla="*/ 98 w 417"/>
                <a:gd name="T95" fmla="*/ 10 h 650"/>
                <a:gd name="T96" fmla="*/ 105 w 417"/>
                <a:gd name="T97" fmla="*/ 18 h 650"/>
                <a:gd name="T98" fmla="*/ 100 w 417"/>
                <a:gd name="T99" fmla="*/ 33 h 650"/>
                <a:gd name="T100" fmla="*/ 92 w 417"/>
                <a:gd name="T101" fmla="*/ 39 h 650"/>
                <a:gd name="T102" fmla="*/ 87 w 417"/>
                <a:gd name="T103" fmla="*/ 36 h 650"/>
                <a:gd name="T104" fmla="*/ 79 w 417"/>
                <a:gd name="T105" fmla="*/ 40 h 650"/>
                <a:gd name="T106" fmla="*/ 71 w 417"/>
                <a:gd name="T107" fmla="*/ 40 h 650"/>
                <a:gd name="T108" fmla="*/ 68 w 417"/>
                <a:gd name="T109" fmla="*/ 48 h 650"/>
                <a:gd name="T110" fmla="*/ 66 w 417"/>
                <a:gd name="T111" fmla="*/ 56 h 650"/>
                <a:gd name="T112" fmla="*/ 69 w 417"/>
                <a:gd name="T113" fmla="*/ 61 h 650"/>
                <a:gd name="T114" fmla="*/ 69 w 417"/>
                <a:gd name="T115" fmla="*/ 61 h 6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417"/>
                <a:gd name="T175" fmla="*/ 0 h 650"/>
                <a:gd name="T176" fmla="*/ 417 w 417"/>
                <a:gd name="T177" fmla="*/ 650 h 650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417" h="650">
                  <a:moveTo>
                    <a:pt x="273" y="247"/>
                  </a:moveTo>
                  <a:lnTo>
                    <a:pt x="275" y="251"/>
                  </a:lnTo>
                  <a:lnTo>
                    <a:pt x="278" y="257"/>
                  </a:lnTo>
                  <a:lnTo>
                    <a:pt x="284" y="266"/>
                  </a:lnTo>
                  <a:lnTo>
                    <a:pt x="284" y="270"/>
                  </a:lnTo>
                  <a:lnTo>
                    <a:pt x="286" y="276"/>
                  </a:lnTo>
                  <a:lnTo>
                    <a:pt x="288" y="282"/>
                  </a:lnTo>
                  <a:lnTo>
                    <a:pt x="291" y="288"/>
                  </a:lnTo>
                  <a:lnTo>
                    <a:pt x="292" y="295"/>
                  </a:lnTo>
                  <a:lnTo>
                    <a:pt x="292" y="302"/>
                  </a:lnTo>
                  <a:lnTo>
                    <a:pt x="293" y="310"/>
                  </a:lnTo>
                  <a:lnTo>
                    <a:pt x="295" y="320"/>
                  </a:lnTo>
                  <a:lnTo>
                    <a:pt x="292" y="327"/>
                  </a:lnTo>
                  <a:lnTo>
                    <a:pt x="292" y="335"/>
                  </a:lnTo>
                  <a:lnTo>
                    <a:pt x="291" y="344"/>
                  </a:lnTo>
                  <a:lnTo>
                    <a:pt x="289" y="353"/>
                  </a:lnTo>
                  <a:lnTo>
                    <a:pt x="286" y="362"/>
                  </a:lnTo>
                  <a:lnTo>
                    <a:pt x="284" y="370"/>
                  </a:lnTo>
                  <a:lnTo>
                    <a:pt x="282" y="378"/>
                  </a:lnTo>
                  <a:lnTo>
                    <a:pt x="281" y="386"/>
                  </a:lnTo>
                  <a:lnTo>
                    <a:pt x="277" y="392"/>
                  </a:lnTo>
                  <a:lnTo>
                    <a:pt x="275" y="399"/>
                  </a:lnTo>
                  <a:lnTo>
                    <a:pt x="273" y="403"/>
                  </a:lnTo>
                  <a:lnTo>
                    <a:pt x="271" y="410"/>
                  </a:lnTo>
                  <a:lnTo>
                    <a:pt x="268" y="417"/>
                  </a:lnTo>
                  <a:lnTo>
                    <a:pt x="268" y="421"/>
                  </a:lnTo>
                  <a:lnTo>
                    <a:pt x="291" y="518"/>
                  </a:lnTo>
                  <a:lnTo>
                    <a:pt x="226" y="538"/>
                  </a:lnTo>
                  <a:lnTo>
                    <a:pt x="249" y="647"/>
                  </a:lnTo>
                  <a:lnTo>
                    <a:pt x="191" y="650"/>
                  </a:lnTo>
                  <a:lnTo>
                    <a:pt x="175" y="647"/>
                  </a:lnTo>
                  <a:lnTo>
                    <a:pt x="122" y="477"/>
                  </a:lnTo>
                  <a:lnTo>
                    <a:pt x="135" y="305"/>
                  </a:lnTo>
                  <a:lnTo>
                    <a:pt x="107" y="247"/>
                  </a:lnTo>
                  <a:lnTo>
                    <a:pt x="110" y="149"/>
                  </a:lnTo>
                  <a:lnTo>
                    <a:pt x="55" y="214"/>
                  </a:lnTo>
                  <a:lnTo>
                    <a:pt x="31" y="193"/>
                  </a:lnTo>
                  <a:lnTo>
                    <a:pt x="0" y="159"/>
                  </a:lnTo>
                  <a:lnTo>
                    <a:pt x="38" y="102"/>
                  </a:lnTo>
                  <a:lnTo>
                    <a:pt x="60" y="108"/>
                  </a:lnTo>
                  <a:lnTo>
                    <a:pt x="95" y="41"/>
                  </a:lnTo>
                  <a:lnTo>
                    <a:pt x="135" y="18"/>
                  </a:lnTo>
                  <a:lnTo>
                    <a:pt x="172" y="18"/>
                  </a:lnTo>
                  <a:lnTo>
                    <a:pt x="180" y="0"/>
                  </a:lnTo>
                  <a:lnTo>
                    <a:pt x="264" y="12"/>
                  </a:lnTo>
                  <a:lnTo>
                    <a:pt x="282" y="37"/>
                  </a:lnTo>
                  <a:lnTo>
                    <a:pt x="337" y="48"/>
                  </a:lnTo>
                  <a:lnTo>
                    <a:pt x="390" y="41"/>
                  </a:lnTo>
                  <a:lnTo>
                    <a:pt x="417" y="72"/>
                  </a:lnTo>
                  <a:lnTo>
                    <a:pt x="398" y="132"/>
                  </a:lnTo>
                  <a:lnTo>
                    <a:pt x="366" y="153"/>
                  </a:lnTo>
                  <a:lnTo>
                    <a:pt x="348" y="141"/>
                  </a:lnTo>
                  <a:lnTo>
                    <a:pt x="314" y="159"/>
                  </a:lnTo>
                  <a:lnTo>
                    <a:pt x="284" y="159"/>
                  </a:lnTo>
                  <a:lnTo>
                    <a:pt x="271" y="195"/>
                  </a:lnTo>
                  <a:lnTo>
                    <a:pt x="264" y="224"/>
                  </a:lnTo>
                  <a:lnTo>
                    <a:pt x="273" y="247"/>
                  </a:lnTo>
                  <a:close/>
                </a:path>
              </a:pathLst>
            </a:custGeom>
            <a:solidFill>
              <a:srgbClr val="386B6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6" name="Freeform 207"/>
            <p:cNvSpPr>
              <a:spLocks/>
            </p:cNvSpPr>
            <p:nvPr/>
          </p:nvSpPr>
          <p:spPr bwMode="auto">
            <a:xfrm>
              <a:off x="3520" y="2756"/>
              <a:ext cx="63" cy="139"/>
            </a:xfrm>
            <a:custGeom>
              <a:avLst/>
              <a:gdLst>
                <a:gd name="T0" fmla="*/ 20 w 127"/>
                <a:gd name="T1" fmla="*/ 0 h 279"/>
                <a:gd name="T2" fmla="*/ 12 w 127"/>
                <a:gd name="T3" fmla="*/ 16 h 279"/>
                <a:gd name="T4" fmla="*/ 0 w 127"/>
                <a:gd name="T5" fmla="*/ 18 h 279"/>
                <a:gd name="T6" fmla="*/ 4 w 127"/>
                <a:gd name="T7" fmla="*/ 30 h 279"/>
                <a:gd name="T8" fmla="*/ 11 w 127"/>
                <a:gd name="T9" fmla="*/ 33 h 279"/>
                <a:gd name="T10" fmla="*/ 22 w 127"/>
                <a:gd name="T11" fmla="*/ 26 h 279"/>
                <a:gd name="T12" fmla="*/ 22 w 127"/>
                <a:gd name="T13" fmla="*/ 42 h 279"/>
                <a:gd name="T14" fmla="*/ 15 w 127"/>
                <a:gd name="T15" fmla="*/ 57 h 279"/>
                <a:gd name="T16" fmla="*/ 30 w 127"/>
                <a:gd name="T17" fmla="*/ 69 h 279"/>
                <a:gd name="T18" fmla="*/ 27 w 127"/>
                <a:gd name="T19" fmla="*/ 42 h 279"/>
                <a:gd name="T20" fmla="*/ 31 w 127"/>
                <a:gd name="T21" fmla="*/ 20 h 279"/>
                <a:gd name="T22" fmla="*/ 26 w 127"/>
                <a:gd name="T23" fmla="*/ 3 h 279"/>
                <a:gd name="T24" fmla="*/ 20 w 127"/>
                <a:gd name="T25" fmla="*/ 0 h 279"/>
                <a:gd name="T26" fmla="*/ 20 w 127"/>
                <a:gd name="T27" fmla="*/ 0 h 27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7"/>
                <a:gd name="T43" fmla="*/ 0 h 279"/>
                <a:gd name="T44" fmla="*/ 127 w 127"/>
                <a:gd name="T45" fmla="*/ 279 h 27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7" h="279">
                  <a:moveTo>
                    <a:pt x="82" y="0"/>
                  </a:moveTo>
                  <a:lnTo>
                    <a:pt x="51" y="65"/>
                  </a:lnTo>
                  <a:lnTo>
                    <a:pt x="0" y="73"/>
                  </a:lnTo>
                  <a:lnTo>
                    <a:pt x="16" y="122"/>
                  </a:lnTo>
                  <a:lnTo>
                    <a:pt x="47" y="135"/>
                  </a:lnTo>
                  <a:lnTo>
                    <a:pt x="89" y="104"/>
                  </a:lnTo>
                  <a:lnTo>
                    <a:pt x="89" y="171"/>
                  </a:lnTo>
                  <a:lnTo>
                    <a:pt x="60" y="229"/>
                  </a:lnTo>
                  <a:lnTo>
                    <a:pt x="122" y="279"/>
                  </a:lnTo>
                  <a:lnTo>
                    <a:pt x="109" y="171"/>
                  </a:lnTo>
                  <a:lnTo>
                    <a:pt x="127" y="80"/>
                  </a:lnTo>
                  <a:lnTo>
                    <a:pt x="105" y="15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7" name="Freeform 208"/>
            <p:cNvSpPr>
              <a:spLocks/>
            </p:cNvSpPr>
            <p:nvPr/>
          </p:nvSpPr>
          <p:spPr bwMode="auto">
            <a:xfrm>
              <a:off x="3543" y="2640"/>
              <a:ext cx="98" cy="46"/>
            </a:xfrm>
            <a:custGeom>
              <a:avLst/>
              <a:gdLst>
                <a:gd name="T0" fmla="*/ 9 w 197"/>
                <a:gd name="T1" fmla="*/ 1 h 91"/>
                <a:gd name="T2" fmla="*/ 2 w 197"/>
                <a:gd name="T3" fmla="*/ 0 h 91"/>
                <a:gd name="T4" fmla="*/ 0 w 197"/>
                <a:gd name="T5" fmla="*/ 5 h 91"/>
                <a:gd name="T6" fmla="*/ 10 w 197"/>
                <a:gd name="T7" fmla="*/ 8 h 91"/>
                <a:gd name="T8" fmla="*/ 4 w 197"/>
                <a:gd name="T9" fmla="*/ 12 h 91"/>
                <a:gd name="T10" fmla="*/ 19 w 197"/>
                <a:gd name="T11" fmla="*/ 21 h 91"/>
                <a:gd name="T12" fmla="*/ 28 w 197"/>
                <a:gd name="T13" fmla="*/ 17 h 91"/>
                <a:gd name="T14" fmla="*/ 36 w 197"/>
                <a:gd name="T15" fmla="*/ 22 h 91"/>
                <a:gd name="T16" fmla="*/ 38 w 197"/>
                <a:gd name="T17" fmla="*/ 15 h 91"/>
                <a:gd name="T18" fmla="*/ 42 w 197"/>
                <a:gd name="T19" fmla="*/ 23 h 91"/>
                <a:gd name="T20" fmla="*/ 49 w 197"/>
                <a:gd name="T21" fmla="*/ 17 h 91"/>
                <a:gd name="T22" fmla="*/ 42 w 197"/>
                <a:gd name="T23" fmla="*/ 9 h 91"/>
                <a:gd name="T24" fmla="*/ 36 w 197"/>
                <a:gd name="T25" fmla="*/ 7 h 91"/>
                <a:gd name="T26" fmla="*/ 30 w 197"/>
                <a:gd name="T27" fmla="*/ 9 h 91"/>
                <a:gd name="T28" fmla="*/ 15 w 197"/>
                <a:gd name="T29" fmla="*/ 6 h 91"/>
                <a:gd name="T30" fmla="*/ 9 w 197"/>
                <a:gd name="T31" fmla="*/ 1 h 91"/>
                <a:gd name="T32" fmla="*/ 9 w 197"/>
                <a:gd name="T33" fmla="*/ 1 h 9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97"/>
                <a:gd name="T52" fmla="*/ 0 h 91"/>
                <a:gd name="T53" fmla="*/ 197 w 197"/>
                <a:gd name="T54" fmla="*/ 91 h 9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97" h="91">
                  <a:moveTo>
                    <a:pt x="37" y="2"/>
                  </a:moveTo>
                  <a:lnTo>
                    <a:pt x="10" y="0"/>
                  </a:lnTo>
                  <a:lnTo>
                    <a:pt x="0" y="19"/>
                  </a:lnTo>
                  <a:lnTo>
                    <a:pt x="40" y="30"/>
                  </a:lnTo>
                  <a:lnTo>
                    <a:pt x="18" y="47"/>
                  </a:lnTo>
                  <a:lnTo>
                    <a:pt x="79" y="82"/>
                  </a:lnTo>
                  <a:lnTo>
                    <a:pt x="113" y="66"/>
                  </a:lnTo>
                  <a:lnTo>
                    <a:pt x="145" y="85"/>
                  </a:lnTo>
                  <a:lnTo>
                    <a:pt x="155" y="60"/>
                  </a:lnTo>
                  <a:lnTo>
                    <a:pt x="170" y="91"/>
                  </a:lnTo>
                  <a:lnTo>
                    <a:pt x="197" y="66"/>
                  </a:lnTo>
                  <a:lnTo>
                    <a:pt x="170" y="34"/>
                  </a:lnTo>
                  <a:lnTo>
                    <a:pt x="144" y="27"/>
                  </a:lnTo>
                  <a:lnTo>
                    <a:pt x="123" y="34"/>
                  </a:lnTo>
                  <a:lnTo>
                    <a:pt x="60" y="23"/>
                  </a:lnTo>
                  <a:lnTo>
                    <a:pt x="37" y="2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8" name="Freeform 209"/>
            <p:cNvSpPr>
              <a:spLocks/>
            </p:cNvSpPr>
            <p:nvPr/>
          </p:nvSpPr>
          <p:spPr bwMode="auto">
            <a:xfrm>
              <a:off x="3515" y="2583"/>
              <a:ext cx="48" cy="50"/>
            </a:xfrm>
            <a:custGeom>
              <a:avLst/>
              <a:gdLst>
                <a:gd name="T0" fmla="*/ 0 w 95"/>
                <a:gd name="T1" fmla="*/ 16 h 99"/>
                <a:gd name="T2" fmla="*/ 0 w 95"/>
                <a:gd name="T3" fmla="*/ 17 h 99"/>
                <a:gd name="T4" fmla="*/ 0 w 95"/>
                <a:gd name="T5" fmla="*/ 18 h 99"/>
                <a:gd name="T6" fmla="*/ 1 w 95"/>
                <a:gd name="T7" fmla="*/ 20 h 99"/>
                <a:gd name="T8" fmla="*/ 2 w 95"/>
                <a:gd name="T9" fmla="*/ 22 h 99"/>
                <a:gd name="T10" fmla="*/ 3 w 95"/>
                <a:gd name="T11" fmla="*/ 23 h 99"/>
                <a:gd name="T12" fmla="*/ 6 w 95"/>
                <a:gd name="T13" fmla="*/ 25 h 99"/>
                <a:gd name="T14" fmla="*/ 7 w 95"/>
                <a:gd name="T15" fmla="*/ 25 h 99"/>
                <a:gd name="T16" fmla="*/ 8 w 95"/>
                <a:gd name="T17" fmla="*/ 25 h 99"/>
                <a:gd name="T18" fmla="*/ 13 w 95"/>
                <a:gd name="T19" fmla="*/ 22 h 99"/>
                <a:gd name="T20" fmla="*/ 16 w 95"/>
                <a:gd name="T21" fmla="*/ 18 h 99"/>
                <a:gd name="T22" fmla="*/ 16 w 95"/>
                <a:gd name="T23" fmla="*/ 12 h 99"/>
                <a:gd name="T24" fmla="*/ 20 w 95"/>
                <a:gd name="T25" fmla="*/ 11 h 99"/>
                <a:gd name="T26" fmla="*/ 20 w 95"/>
                <a:gd name="T27" fmla="*/ 15 h 99"/>
                <a:gd name="T28" fmla="*/ 24 w 95"/>
                <a:gd name="T29" fmla="*/ 12 h 99"/>
                <a:gd name="T30" fmla="*/ 24 w 95"/>
                <a:gd name="T31" fmla="*/ 0 h 99"/>
                <a:gd name="T32" fmla="*/ 0 w 95"/>
                <a:gd name="T33" fmla="*/ 16 h 99"/>
                <a:gd name="T34" fmla="*/ 0 w 95"/>
                <a:gd name="T35" fmla="*/ 16 h 9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95"/>
                <a:gd name="T55" fmla="*/ 0 h 99"/>
                <a:gd name="T56" fmla="*/ 95 w 95"/>
                <a:gd name="T57" fmla="*/ 99 h 99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95" h="99">
                  <a:moveTo>
                    <a:pt x="0" y="62"/>
                  </a:moveTo>
                  <a:lnTo>
                    <a:pt x="0" y="65"/>
                  </a:lnTo>
                  <a:lnTo>
                    <a:pt x="0" y="70"/>
                  </a:lnTo>
                  <a:lnTo>
                    <a:pt x="3" y="77"/>
                  </a:lnTo>
                  <a:lnTo>
                    <a:pt x="7" y="87"/>
                  </a:lnTo>
                  <a:lnTo>
                    <a:pt x="12" y="91"/>
                  </a:lnTo>
                  <a:lnTo>
                    <a:pt x="22" y="97"/>
                  </a:lnTo>
                  <a:lnTo>
                    <a:pt x="28" y="99"/>
                  </a:lnTo>
                  <a:lnTo>
                    <a:pt x="30" y="99"/>
                  </a:lnTo>
                  <a:lnTo>
                    <a:pt x="52" y="88"/>
                  </a:lnTo>
                  <a:lnTo>
                    <a:pt x="61" y="72"/>
                  </a:lnTo>
                  <a:lnTo>
                    <a:pt x="63" y="47"/>
                  </a:lnTo>
                  <a:lnTo>
                    <a:pt x="77" y="43"/>
                  </a:lnTo>
                  <a:lnTo>
                    <a:pt x="77" y="57"/>
                  </a:lnTo>
                  <a:lnTo>
                    <a:pt x="95" y="47"/>
                  </a:lnTo>
                  <a:lnTo>
                    <a:pt x="95" y="0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9" name="Freeform 210"/>
            <p:cNvSpPr>
              <a:spLocks/>
            </p:cNvSpPr>
            <p:nvPr/>
          </p:nvSpPr>
          <p:spPr bwMode="auto">
            <a:xfrm>
              <a:off x="3501" y="2545"/>
              <a:ext cx="80" cy="73"/>
            </a:xfrm>
            <a:custGeom>
              <a:avLst/>
              <a:gdLst>
                <a:gd name="T0" fmla="*/ 25 w 161"/>
                <a:gd name="T1" fmla="*/ 3 h 145"/>
                <a:gd name="T2" fmla="*/ 29 w 161"/>
                <a:gd name="T3" fmla="*/ 0 h 145"/>
                <a:gd name="T4" fmla="*/ 40 w 161"/>
                <a:gd name="T5" fmla="*/ 2 h 145"/>
                <a:gd name="T6" fmla="*/ 37 w 161"/>
                <a:gd name="T7" fmla="*/ 8 h 145"/>
                <a:gd name="T8" fmla="*/ 37 w 161"/>
                <a:gd name="T9" fmla="*/ 14 h 145"/>
                <a:gd name="T10" fmla="*/ 36 w 161"/>
                <a:gd name="T11" fmla="*/ 14 h 145"/>
                <a:gd name="T12" fmla="*/ 35 w 161"/>
                <a:gd name="T13" fmla="*/ 17 h 145"/>
                <a:gd name="T14" fmla="*/ 33 w 161"/>
                <a:gd name="T15" fmla="*/ 18 h 145"/>
                <a:gd name="T16" fmla="*/ 32 w 161"/>
                <a:gd name="T17" fmla="*/ 20 h 145"/>
                <a:gd name="T18" fmla="*/ 30 w 161"/>
                <a:gd name="T19" fmla="*/ 22 h 145"/>
                <a:gd name="T20" fmla="*/ 29 w 161"/>
                <a:gd name="T21" fmla="*/ 24 h 145"/>
                <a:gd name="T22" fmla="*/ 26 w 161"/>
                <a:gd name="T23" fmla="*/ 26 h 145"/>
                <a:gd name="T24" fmla="*/ 23 w 161"/>
                <a:gd name="T25" fmla="*/ 28 h 145"/>
                <a:gd name="T26" fmla="*/ 20 w 161"/>
                <a:gd name="T27" fmla="*/ 30 h 145"/>
                <a:gd name="T28" fmla="*/ 18 w 161"/>
                <a:gd name="T29" fmla="*/ 33 h 145"/>
                <a:gd name="T30" fmla="*/ 15 w 161"/>
                <a:gd name="T31" fmla="*/ 34 h 145"/>
                <a:gd name="T32" fmla="*/ 14 w 161"/>
                <a:gd name="T33" fmla="*/ 36 h 145"/>
                <a:gd name="T34" fmla="*/ 12 w 161"/>
                <a:gd name="T35" fmla="*/ 36 h 145"/>
                <a:gd name="T36" fmla="*/ 12 w 161"/>
                <a:gd name="T37" fmla="*/ 37 h 145"/>
                <a:gd name="T38" fmla="*/ 0 w 161"/>
                <a:gd name="T39" fmla="*/ 29 h 145"/>
                <a:gd name="T40" fmla="*/ 0 w 161"/>
                <a:gd name="T41" fmla="*/ 28 h 145"/>
                <a:gd name="T42" fmla="*/ 0 w 161"/>
                <a:gd name="T43" fmla="*/ 27 h 145"/>
                <a:gd name="T44" fmla="*/ 0 w 161"/>
                <a:gd name="T45" fmla="*/ 24 h 145"/>
                <a:gd name="T46" fmla="*/ 0 w 161"/>
                <a:gd name="T47" fmla="*/ 21 h 145"/>
                <a:gd name="T48" fmla="*/ 0 w 161"/>
                <a:gd name="T49" fmla="*/ 19 h 145"/>
                <a:gd name="T50" fmla="*/ 0 w 161"/>
                <a:gd name="T51" fmla="*/ 18 h 145"/>
                <a:gd name="T52" fmla="*/ 0 w 161"/>
                <a:gd name="T53" fmla="*/ 16 h 145"/>
                <a:gd name="T54" fmla="*/ 0 w 161"/>
                <a:gd name="T55" fmla="*/ 15 h 145"/>
                <a:gd name="T56" fmla="*/ 1 w 161"/>
                <a:gd name="T57" fmla="*/ 11 h 145"/>
                <a:gd name="T58" fmla="*/ 3 w 161"/>
                <a:gd name="T59" fmla="*/ 9 h 145"/>
                <a:gd name="T60" fmla="*/ 4 w 161"/>
                <a:gd name="T61" fmla="*/ 6 h 145"/>
                <a:gd name="T62" fmla="*/ 7 w 161"/>
                <a:gd name="T63" fmla="*/ 5 h 145"/>
                <a:gd name="T64" fmla="*/ 9 w 161"/>
                <a:gd name="T65" fmla="*/ 3 h 145"/>
                <a:gd name="T66" fmla="*/ 11 w 161"/>
                <a:gd name="T67" fmla="*/ 2 h 145"/>
                <a:gd name="T68" fmla="*/ 13 w 161"/>
                <a:gd name="T69" fmla="*/ 1 h 145"/>
                <a:gd name="T70" fmla="*/ 16 w 161"/>
                <a:gd name="T71" fmla="*/ 1 h 145"/>
                <a:gd name="T72" fmla="*/ 17 w 161"/>
                <a:gd name="T73" fmla="*/ 1 h 145"/>
                <a:gd name="T74" fmla="*/ 17 w 161"/>
                <a:gd name="T75" fmla="*/ 1 h 145"/>
                <a:gd name="T76" fmla="*/ 25 w 161"/>
                <a:gd name="T77" fmla="*/ 3 h 145"/>
                <a:gd name="T78" fmla="*/ 25 w 161"/>
                <a:gd name="T79" fmla="*/ 3 h 14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61"/>
                <a:gd name="T121" fmla="*/ 0 h 145"/>
                <a:gd name="T122" fmla="*/ 161 w 161"/>
                <a:gd name="T123" fmla="*/ 145 h 14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61" h="145">
                  <a:moveTo>
                    <a:pt x="102" y="11"/>
                  </a:moveTo>
                  <a:lnTo>
                    <a:pt x="116" y="0"/>
                  </a:lnTo>
                  <a:lnTo>
                    <a:pt x="161" y="6"/>
                  </a:lnTo>
                  <a:lnTo>
                    <a:pt x="150" y="31"/>
                  </a:lnTo>
                  <a:lnTo>
                    <a:pt x="148" y="53"/>
                  </a:lnTo>
                  <a:lnTo>
                    <a:pt x="146" y="55"/>
                  </a:lnTo>
                  <a:lnTo>
                    <a:pt x="141" y="65"/>
                  </a:lnTo>
                  <a:lnTo>
                    <a:pt x="135" y="71"/>
                  </a:lnTo>
                  <a:lnTo>
                    <a:pt x="131" y="77"/>
                  </a:lnTo>
                  <a:lnTo>
                    <a:pt x="123" y="86"/>
                  </a:lnTo>
                  <a:lnTo>
                    <a:pt x="116" y="95"/>
                  </a:lnTo>
                  <a:lnTo>
                    <a:pt x="105" y="102"/>
                  </a:lnTo>
                  <a:lnTo>
                    <a:pt x="94" y="112"/>
                  </a:lnTo>
                  <a:lnTo>
                    <a:pt x="83" y="120"/>
                  </a:lnTo>
                  <a:lnTo>
                    <a:pt x="73" y="129"/>
                  </a:lnTo>
                  <a:lnTo>
                    <a:pt x="62" y="134"/>
                  </a:lnTo>
                  <a:lnTo>
                    <a:pt x="57" y="141"/>
                  </a:lnTo>
                  <a:lnTo>
                    <a:pt x="51" y="142"/>
                  </a:lnTo>
                  <a:lnTo>
                    <a:pt x="51" y="145"/>
                  </a:lnTo>
                  <a:lnTo>
                    <a:pt x="1" y="115"/>
                  </a:lnTo>
                  <a:lnTo>
                    <a:pt x="1" y="111"/>
                  </a:lnTo>
                  <a:lnTo>
                    <a:pt x="1" y="105"/>
                  </a:lnTo>
                  <a:lnTo>
                    <a:pt x="0" y="94"/>
                  </a:lnTo>
                  <a:lnTo>
                    <a:pt x="0" y="84"/>
                  </a:lnTo>
                  <a:lnTo>
                    <a:pt x="0" y="76"/>
                  </a:lnTo>
                  <a:lnTo>
                    <a:pt x="0" y="69"/>
                  </a:lnTo>
                  <a:lnTo>
                    <a:pt x="1" y="62"/>
                  </a:lnTo>
                  <a:lnTo>
                    <a:pt x="1" y="57"/>
                  </a:lnTo>
                  <a:lnTo>
                    <a:pt x="6" y="43"/>
                  </a:lnTo>
                  <a:lnTo>
                    <a:pt x="12" y="33"/>
                  </a:lnTo>
                  <a:lnTo>
                    <a:pt x="18" y="22"/>
                  </a:lnTo>
                  <a:lnTo>
                    <a:pt x="28" y="17"/>
                  </a:lnTo>
                  <a:lnTo>
                    <a:pt x="37" y="10"/>
                  </a:lnTo>
                  <a:lnTo>
                    <a:pt x="47" y="7"/>
                  </a:lnTo>
                  <a:lnTo>
                    <a:pt x="55" y="3"/>
                  </a:lnTo>
                  <a:lnTo>
                    <a:pt x="64" y="2"/>
                  </a:lnTo>
                  <a:lnTo>
                    <a:pt x="68" y="2"/>
                  </a:lnTo>
                  <a:lnTo>
                    <a:pt x="70" y="2"/>
                  </a:lnTo>
                  <a:lnTo>
                    <a:pt x="102" y="11"/>
                  </a:lnTo>
                  <a:close/>
                </a:path>
              </a:pathLst>
            </a:custGeom>
            <a:solidFill>
              <a:srgbClr val="B3B3B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0" name="Freeform 211"/>
            <p:cNvSpPr>
              <a:spLocks/>
            </p:cNvSpPr>
            <p:nvPr/>
          </p:nvSpPr>
          <p:spPr bwMode="auto">
            <a:xfrm>
              <a:off x="3501" y="2548"/>
              <a:ext cx="82" cy="72"/>
            </a:xfrm>
            <a:custGeom>
              <a:avLst/>
              <a:gdLst>
                <a:gd name="T0" fmla="*/ 1 w 165"/>
                <a:gd name="T1" fmla="*/ 24 h 143"/>
                <a:gd name="T2" fmla="*/ 8 w 165"/>
                <a:gd name="T3" fmla="*/ 28 h 143"/>
                <a:gd name="T4" fmla="*/ 8 w 165"/>
                <a:gd name="T5" fmla="*/ 27 h 143"/>
                <a:gd name="T6" fmla="*/ 8 w 165"/>
                <a:gd name="T7" fmla="*/ 26 h 143"/>
                <a:gd name="T8" fmla="*/ 8 w 165"/>
                <a:gd name="T9" fmla="*/ 25 h 143"/>
                <a:gd name="T10" fmla="*/ 8 w 165"/>
                <a:gd name="T11" fmla="*/ 23 h 143"/>
                <a:gd name="T12" fmla="*/ 8 w 165"/>
                <a:gd name="T13" fmla="*/ 21 h 143"/>
                <a:gd name="T14" fmla="*/ 8 w 165"/>
                <a:gd name="T15" fmla="*/ 20 h 143"/>
                <a:gd name="T16" fmla="*/ 8 w 165"/>
                <a:gd name="T17" fmla="*/ 18 h 143"/>
                <a:gd name="T18" fmla="*/ 9 w 165"/>
                <a:gd name="T19" fmla="*/ 16 h 143"/>
                <a:gd name="T20" fmla="*/ 10 w 165"/>
                <a:gd name="T21" fmla="*/ 13 h 143"/>
                <a:gd name="T22" fmla="*/ 12 w 165"/>
                <a:gd name="T23" fmla="*/ 12 h 143"/>
                <a:gd name="T24" fmla="*/ 13 w 165"/>
                <a:gd name="T25" fmla="*/ 10 h 143"/>
                <a:gd name="T26" fmla="*/ 14 w 165"/>
                <a:gd name="T27" fmla="*/ 10 h 143"/>
                <a:gd name="T28" fmla="*/ 13 w 165"/>
                <a:gd name="T29" fmla="*/ 11 h 143"/>
                <a:gd name="T30" fmla="*/ 12 w 165"/>
                <a:gd name="T31" fmla="*/ 12 h 143"/>
                <a:gd name="T32" fmla="*/ 12 w 165"/>
                <a:gd name="T33" fmla="*/ 13 h 143"/>
                <a:gd name="T34" fmla="*/ 12 w 165"/>
                <a:gd name="T35" fmla="*/ 16 h 143"/>
                <a:gd name="T36" fmla="*/ 12 w 165"/>
                <a:gd name="T37" fmla="*/ 18 h 143"/>
                <a:gd name="T38" fmla="*/ 13 w 165"/>
                <a:gd name="T39" fmla="*/ 21 h 143"/>
                <a:gd name="T40" fmla="*/ 13 w 165"/>
                <a:gd name="T41" fmla="*/ 23 h 143"/>
                <a:gd name="T42" fmla="*/ 14 w 165"/>
                <a:gd name="T43" fmla="*/ 24 h 143"/>
                <a:gd name="T44" fmla="*/ 14 w 165"/>
                <a:gd name="T45" fmla="*/ 23 h 143"/>
                <a:gd name="T46" fmla="*/ 16 w 165"/>
                <a:gd name="T47" fmla="*/ 23 h 143"/>
                <a:gd name="T48" fmla="*/ 18 w 165"/>
                <a:gd name="T49" fmla="*/ 22 h 143"/>
                <a:gd name="T50" fmla="*/ 21 w 165"/>
                <a:gd name="T51" fmla="*/ 20 h 143"/>
                <a:gd name="T52" fmla="*/ 22 w 165"/>
                <a:gd name="T53" fmla="*/ 18 h 143"/>
                <a:gd name="T54" fmla="*/ 24 w 165"/>
                <a:gd name="T55" fmla="*/ 16 h 143"/>
                <a:gd name="T56" fmla="*/ 26 w 165"/>
                <a:gd name="T57" fmla="*/ 14 h 143"/>
                <a:gd name="T58" fmla="*/ 27 w 165"/>
                <a:gd name="T59" fmla="*/ 13 h 143"/>
                <a:gd name="T60" fmla="*/ 28 w 165"/>
                <a:gd name="T61" fmla="*/ 11 h 143"/>
                <a:gd name="T62" fmla="*/ 29 w 165"/>
                <a:gd name="T63" fmla="*/ 10 h 143"/>
                <a:gd name="T64" fmla="*/ 30 w 165"/>
                <a:gd name="T65" fmla="*/ 9 h 143"/>
                <a:gd name="T66" fmla="*/ 30 w 165"/>
                <a:gd name="T67" fmla="*/ 9 h 143"/>
                <a:gd name="T68" fmla="*/ 30 w 165"/>
                <a:gd name="T69" fmla="*/ 15 h 143"/>
                <a:gd name="T70" fmla="*/ 35 w 165"/>
                <a:gd name="T71" fmla="*/ 12 h 143"/>
                <a:gd name="T72" fmla="*/ 33 w 165"/>
                <a:gd name="T73" fmla="*/ 5 h 143"/>
                <a:gd name="T74" fmla="*/ 39 w 165"/>
                <a:gd name="T75" fmla="*/ 0 h 143"/>
                <a:gd name="T76" fmla="*/ 41 w 165"/>
                <a:gd name="T77" fmla="*/ 2 h 143"/>
                <a:gd name="T78" fmla="*/ 38 w 165"/>
                <a:gd name="T79" fmla="*/ 5 h 143"/>
                <a:gd name="T80" fmla="*/ 37 w 165"/>
                <a:gd name="T81" fmla="*/ 14 h 143"/>
                <a:gd name="T82" fmla="*/ 36 w 165"/>
                <a:gd name="T83" fmla="*/ 15 h 143"/>
                <a:gd name="T84" fmla="*/ 35 w 165"/>
                <a:gd name="T85" fmla="*/ 18 h 143"/>
                <a:gd name="T86" fmla="*/ 33 w 165"/>
                <a:gd name="T87" fmla="*/ 19 h 143"/>
                <a:gd name="T88" fmla="*/ 32 w 165"/>
                <a:gd name="T89" fmla="*/ 21 h 143"/>
                <a:gd name="T90" fmla="*/ 30 w 165"/>
                <a:gd name="T91" fmla="*/ 23 h 143"/>
                <a:gd name="T92" fmla="*/ 28 w 165"/>
                <a:gd name="T93" fmla="*/ 26 h 143"/>
                <a:gd name="T94" fmla="*/ 25 w 165"/>
                <a:gd name="T95" fmla="*/ 28 h 143"/>
                <a:gd name="T96" fmla="*/ 22 w 165"/>
                <a:gd name="T97" fmla="*/ 29 h 143"/>
                <a:gd name="T98" fmla="*/ 19 w 165"/>
                <a:gd name="T99" fmla="*/ 31 h 143"/>
                <a:gd name="T100" fmla="*/ 16 w 165"/>
                <a:gd name="T101" fmla="*/ 33 h 143"/>
                <a:gd name="T102" fmla="*/ 14 w 165"/>
                <a:gd name="T103" fmla="*/ 34 h 143"/>
                <a:gd name="T104" fmla="*/ 12 w 165"/>
                <a:gd name="T105" fmla="*/ 35 h 143"/>
                <a:gd name="T106" fmla="*/ 11 w 165"/>
                <a:gd name="T107" fmla="*/ 35 h 143"/>
                <a:gd name="T108" fmla="*/ 10 w 165"/>
                <a:gd name="T109" fmla="*/ 36 h 143"/>
                <a:gd name="T110" fmla="*/ 0 w 165"/>
                <a:gd name="T111" fmla="*/ 28 h 143"/>
                <a:gd name="T112" fmla="*/ 1 w 165"/>
                <a:gd name="T113" fmla="*/ 24 h 143"/>
                <a:gd name="T114" fmla="*/ 1 w 165"/>
                <a:gd name="T115" fmla="*/ 24 h 14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65"/>
                <a:gd name="T175" fmla="*/ 0 h 143"/>
                <a:gd name="T176" fmla="*/ 165 w 165"/>
                <a:gd name="T177" fmla="*/ 143 h 143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65" h="143">
                  <a:moveTo>
                    <a:pt x="5" y="95"/>
                  </a:moveTo>
                  <a:lnTo>
                    <a:pt x="35" y="110"/>
                  </a:lnTo>
                  <a:lnTo>
                    <a:pt x="34" y="107"/>
                  </a:lnTo>
                  <a:lnTo>
                    <a:pt x="34" y="103"/>
                  </a:lnTo>
                  <a:lnTo>
                    <a:pt x="34" y="98"/>
                  </a:lnTo>
                  <a:lnTo>
                    <a:pt x="34" y="92"/>
                  </a:lnTo>
                  <a:lnTo>
                    <a:pt x="34" y="84"/>
                  </a:lnTo>
                  <a:lnTo>
                    <a:pt x="35" y="77"/>
                  </a:lnTo>
                  <a:lnTo>
                    <a:pt x="35" y="69"/>
                  </a:lnTo>
                  <a:lnTo>
                    <a:pt x="38" y="62"/>
                  </a:lnTo>
                  <a:lnTo>
                    <a:pt x="40" y="52"/>
                  </a:lnTo>
                  <a:lnTo>
                    <a:pt x="49" y="45"/>
                  </a:lnTo>
                  <a:lnTo>
                    <a:pt x="53" y="40"/>
                  </a:lnTo>
                  <a:lnTo>
                    <a:pt x="56" y="40"/>
                  </a:lnTo>
                  <a:lnTo>
                    <a:pt x="53" y="41"/>
                  </a:lnTo>
                  <a:lnTo>
                    <a:pt x="51" y="45"/>
                  </a:lnTo>
                  <a:lnTo>
                    <a:pt x="50" y="52"/>
                  </a:lnTo>
                  <a:lnTo>
                    <a:pt x="50" y="62"/>
                  </a:lnTo>
                  <a:lnTo>
                    <a:pt x="50" y="71"/>
                  </a:lnTo>
                  <a:lnTo>
                    <a:pt x="53" y="82"/>
                  </a:lnTo>
                  <a:lnTo>
                    <a:pt x="54" y="89"/>
                  </a:lnTo>
                  <a:lnTo>
                    <a:pt x="56" y="94"/>
                  </a:lnTo>
                  <a:lnTo>
                    <a:pt x="57" y="92"/>
                  </a:lnTo>
                  <a:lnTo>
                    <a:pt x="64" y="89"/>
                  </a:lnTo>
                  <a:lnTo>
                    <a:pt x="74" y="85"/>
                  </a:lnTo>
                  <a:lnTo>
                    <a:pt x="86" y="77"/>
                  </a:lnTo>
                  <a:lnTo>
                    <a:pt x="91" y="70"/>
                  </a:lnTo>
                  <a:lnTo>
                    <a:pt x="98" y="63"/>
                  </a:lnTo>
                  <a:lnTo>
                    <a:pt x="104" y="56"/>
                  </a:lnTo>
                  <a:lnTo>
                    <a:pt x="111" y="51"/>
                  </a:lnTo>
                  <a:lnTo>
                    <a:pt x="114" y="44"/>
                  </a:lnTo>
                  <a:lnTo>
                    <a:pt x="119" y="38"/>
                  </a:lnTo>
                  <a:lnTo>
                    <a:pt x="122" y="36"/>
                  </a:lnTo>
                  <a:lnTo>
                    <a:pt x="123" y="36"/>
                  </a:lnTo>
                  <a:lnTo>
                    <a:pt x="123" y="59"/>
                  </a:lnTo>
                  <a:lnTo>
                    <a:pt x="141" y="48"/>
                  </a:lnTo>
                  <a:lnTo>
                    <a:pt x="134" y="20"/>
                  </a:lnTo>
                  <a:lnTo>
                    <a:pt x="158" y="0"/>
                  </a:lnTo>
                  <a:lnTo>
                    <a:pt x="165" y="5"/>
                  </a:lnTo>
                  <a:lnTo>
                    <a:pt x="154" y="20"/>
                  </a:lnTo>
                  <a:lnTo>
                    <a:pt x="149" y="55"/>
                  </a:lnTo>
                  <a:lnTo>
                    <a:pt x="147" y="59"/>
                  </a:lnTo>
                  <a:lnTo>
                    <a:pt x="140" y="70"/>
                  </a:lnTo>
                  <a:lnTo>
                    <a:pt x="134" y="76"/>
                  </a:lnTo>
                  <a:lnTo>
                    <a:pt x="129" y="84"/>
                  </a:lnTo>
                  <a:lnTo>
                    <a:pt x="120" y="92"/>
                  </a:lnTo>
                  <a:lnTo>
                    <a:pt x="112" y="102"/>
                  </a:lnTo>
                  <a:lnTo>
                    <a:pt x="100" y="109"/>
                  </a:lnTo>
                  <a:lnTo>
                    <a:pt x="89" y="116"/>
                  </a:lnTo>
                  <a:lnTo>
                    <a:pt x="78" y="123"/>
                  </a:lnTo>
                  <a:lnTo>
                    <a:pt x="67" y="129"/>
                  </a:lnTo>
                  <a:lnTo>
                    <a:pt x="57" y="134"/>
                  </a:lnTo>
                  <a:lnTo>
                    <a:pt x="50" y="138"/>
                  </a:lnTo>
                  <a:lnTo>
                    <a:pt x="45" y="140"/>
                  </a:lnTo>
                  <a:lnTo>
                    <a:pt x="43" y="143"/>
                  </a:lnTo>
                  <a:lnTo>
                    <a:pt x="0" y="110"/>
                  </a:lnTo>
                  <a:lnTo>
                    <a:pt x="5" y="95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1" name="Freeform 212"/>
            <p:cNvSpPr>
              <a:spLocks/>
            </p:cNvSpPr>
            <p:nvPr/>
          </p:nvSpPr>
          <p:spPr bwMode="auto">
            <a:xfrm>
              <a:off x="3501" y="2779"/>
              <a:ext cx="23" cy="7"/>
            </a:xfrm>
            <a:custGeom>
              <a:avLst/>
              <a:gdLst>
                <a:gd name="T0" fmla="*/ 0 w 46"/>
                <a:gd name="T1" fmla="*/ 0 h 14"/>
                <a:gd name="T2" fmla="*/ 10 w 46"/>
                <a:gd name="T3" fmla="*/ 0 h 14"/>
                <a:gd name="T4" fmla="*/ 12 w 46"/>
                <a:gd name="T5" fmla="*/ 4 h 14"/>
                <a:gd name="T6" fmla="*/ 1 w 46"/>
                <a:gd name="T7" fmla="*/ 4 h 14"/>
                <a:gd name="T8" fmla="*/ 0 w 46"/>
                <a:gd name="T9" fmla="*/ 0 h 14"/>
                <a:gd name="T10" fmla="*/ 0 w 46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"/>
                <a:gd name="T19" fmla="*/ 0 h 14"/>
                <a:gd name="T20" fmla="*/ 46 w 46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" h="14">
                  <a:moveTo>
                    <a:pt x="0" y="0"/>
                  </a:moveTo>
                  <a:lnTo>
                    <a:pt x="39" y="0"/>
                  </a:lnTo>
                  <a:lnTo>
                    <a:pt x="46" y="14"/>
                  </a:lnTo>
                  <a:lnTo>
                    <a:pt x="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2" name="Freeform 213"/>
            <p:cNvSpPr>
              <a:spLocks/>
            </p:cNvSpPr>
            <p:nvPr/>
          </p:nvSpPr>
          <p:spPr bwMode="auto">
            <a:xfrm>
              <a:off x="3532" y="2758"/>
              <a:ext cx="22" cy="24"/>
            </a:xfrm>
            <a:custGeom>
              <a:avLst/>
              <a:gdLst>
                <a:gd name="T0" fmla="*/ 0 w 46"/>
                <a:gd name="T1" fmla="*/ 9 h 50"/>
                <a:gd name="T2" fmla="*/ 9 w 46"/>
                <a:gd name="T3" fmla="*/ 0 h 50"/>
                <a:gd name="T4" fmla="*/ 11 w 46"/>
                <a:gd name="T5" fmla="*/ 3 h 50"/>
                <a:gd name="T6" fmla="*/ 6 w 46"/>
                <a:gd name="T7" fmla="*/ 9 h 50"/>
                <a:gd name="T8" fmla="*/ 1 w 46"/>
                <a:gd name="T9" fmla="*/ 12 h 50"/>
                <a:gd name="T10" fmla="*/ 0 w 46"/>
                <a:gd name="T11" fmla="*/ 9 h 50"/>
                <a:gd name="T12" fmla="*/ 0 w 46"/>
                <a:gd name="T13" fmla="*/ 9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50"/>
                <a:gd name="T23" fmla="*/ 46 w 46"/>
                <a:gd name="T24" fmla="*/ 50 h 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50">
                  <a:moveTo>
                    <a:pt x="0" y="38"/>
                  </a:moveTo>
                  <a:lnTo>
                    <a:pt x="40" y="0"/>
                  </a:lnTo>
                  <a:lnTo>
                    <a:pt x="46" y="15"/>
                  </a:lnTo>
                  <a:lnTo>
                    <a:pt x="28" y="38"/>
                  </a:lnTo>
                  <a:lnTo>
                    <a:pt x="4" y="50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3" name="Freeform 214"/>
            <p:cNvSpPr>
              <a:spLocks/>
            </p:cNvSpPr>
            <p:nvPr/>
          </p:nvSpPr>
          <p:spPr bwMode="auto">
            <a:xfrm>
              <a:off x="3555" y="2746"/>
              <a:ext cx="9" cy="13"/>
            </a:xfrm>
            <a:custGeom>
              <a:avLst/>
              <a:gdLst>
                <a:gd name="T0" fmla="*/ 0 w 18"/>
                <a:gd name="T1" fmla="*/ 3 h 26"/>
                <a:gd name="T2" fmla="*/ 3 w 18"/>
                <a:gd name="T3" fmla="*/ 0 h 26"/>
                <a:gd name="T4" fmla="*/ 5 w 18"/>
                <a:gd name="T5" fmla="*/ 3 h 26"/>
                <a:gd name="T6" fmla="*/ 2 w 18"/>
                <a:gd name="T7" fmla="*/ 7 h 26"/>
                <a:gd name="T8" fmla="*/ 0 w 18"/>
                <a:gd name="T9" fmla="*/ 3 h 26"/>
                <a:gd name="T10" fmla="*/ 0 w 18"/>
                <a:gd name="T11" fmla="*/ 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26"/>
                <a:gd name="T20" fmla="*/ 18 w 18"/>
                <a:gd name="T21" fmla="*/ 26 h 2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26">
                  <a:moveTo>
                    <a:pt x="0" y="15"/>
                  </a:moveTo>
                  <a:lnTo>
                    <a:pt x="15" y="0"/>
                  </a:lnTo>
                  <a:lnTo>
                    <a:pt x="18" y="11"/>
                  </a:lnTo>
                  <a:lnTo>
                    <a:pt x="8" y="26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4" name="Freeform 215"/>
            <p:cNvSpPr>
              <a:spLocks/>
            </p:cNvSpPr>
            <p:nvPr/>
          </p:nvSpPr>
          <p:spPr bwMode="auto">
            <a:xfrm>
              <a:off x="3522" y="2869"/>
              <a:ext cx="33" cy="87"/>
            </a:xfrm>
            <a:custGeom>
              <a:avLst/>
              <a:gdLst>
                <a:gd name="T0" fmla="*/ 6 w 66"/>
                <a:gd name="T1" fmla="*/ 0 h 172"/>
                <a:gd name="T2" fmla="*/ 1 w 66"/>
                <a:gd name="T3" fmla="*/ 4 h 172"/>
                <a:gd name="T4" fmla="*/ 4 w 66"/>
                <a:gd name="T5" fmla="*/ 7 h 172"/>
                <a:gd name="T6" fmla="*/ 1 w 66"/>
                <a:gd name="T7" fmla="*/ 13 h 172"/>
                <a:gd name="T8" fmla="*/ 0 w 66"/>
                <a:gd name="T9" fmla="*/ 13 h 172"/>
                <a:gd name="T10" fmla="*/ 0 w 66"/>
                <a:gd name="T11" fmla="*/ 16 h 172"/>
                <a:gd name="T12" fmla="*/ 0 w 66"/>
                <a:gd name="T13" fmla="*/ 17 h 172"/>
                <a:gd name="T14" fmla="*/ 1 w 66"/>
                <a:gd name="T15" fmla="*/ 19 h 172"/>
                <a:gd name="T16" fmla="*/ 2 w 66"/>
                <a:gd name="T17" fmla="*/ 22 h 172"/>
                <a:gd name="T18" fmla="*/ 3 w 66"/>
                <a:gd name="T19" fmla="*/ 25 h 172"/>
                <a:gd name="T20" fmla="*/ 4 w 66"/>
                <a:gd name="T21" fmla="*/ 28 h 172"/>
                <a:gd name="T22" fmla="*/ 6 w 66"/>
                <a:gd name="T23" fmla="*/ 31 h 172"/>
                <a:gd name="T24" fmla="*/ 9 w 66"/>
                <a:gd name="T25" fmla="*/ 34 h 172"/>
                <a:gd name="T26" fmla="*/ 11 w 66"/>
                <a:gd name="T27" fmla="*/ 37 h 172"/>
                <a:gd name="T28" fmla="*/ 13 w 66"/>
                <a:gd name="T29" fmla="*/ 40 h 172"/>
                <a:gd name="T30" fmla="*/ 14 w 66"/>
                <a:gd name="T31" fmla="*/ 42 h 172"/>
                <a:gd name="T32" fmla="*/ 17 w 66"/>
                <a:gd name="T33" fmla="*/ 44 h 172"/>
                <a:gd name="T34" fmla="*/ 17 w 66"/>
                <a:gd name="T35" fmla="*/ 44 h 172"/>
                <a:gd name="T36" fmla="*/ 12 w 66"/>
                <a:gd name="T37" fmla="*/ 11 h 172"/>
                <a:gd name="T38" fmla="*/ 6 w 66"/>
                <a:gd name="T39" fmla="*/ 0 h 172"/>
                <a:gd name="T40" fmla="*/ 6 w 66"/>
                <a:gd name="T41" fmla="*/ 0 h 17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66"/>
                <a:gd name="T64" fmla="*/ 0 h 172"/>
                <a:gd name="T65" fmla="*/ 66 w 66"/>
                <a:gd name="T66" fmla="*/ 172 h 17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66" h="172">
                  <a:moveTo>
                    <a:pt x="27" y="0"/>
                  </a:moveTo>
                  <a:lnTo>
                    <a:pt x="4" y="14"/>
                  </a:lnTo>
                  <a:lnTo>
                    <a:pt x="16" y="25"/>
                  </a:lnTo>
                  <a:lnTo>
                    <a:pt x="1" y="50"/>
                  </a:lnTo>
                  <a:lnTo>
                    <a:pt x="0" y="51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4" y="76"/>
                  </a:lnTo>
                  <a:lnTo>
                    <a:pt x="8" y="87"/>
                  </a:lnTo>
                  <a:lnTo>
                    <a:pt x="14" y="99"/>
                  </a:lnTo>
                  <a:lnTo>
                    <a:pt x="19" y="109"/>
                  </a:lnTo>
                  <a:lnTo>
                    <a:pt x="27" y="123"/>
                  </a:lnTo>
                  <a:lnTo>
                    <a:pt x="36" y="134"/>
                  </a:lnTo>
                  <a:lnTo>
                    <a:pt x="45" y="146"/>
                  </a:lnTo>
                  <a:lnTo>
                    <a:pt x="52" y="156"/>
                  </a:lnTo>
                  <a:lnTo>
                    <a:pt x="59" y="164"/>
                  </a:lnTo>
                  <a:lnTo>
                    <a:pt x="65" y="170"/>
                  </a:lnTo>
                  <a:lnTo>
                    <a:pt x="66" y="172"/>
                  </a:lnTo>
                  <a:lnTo>
                    <a:pt x="51" y="4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5" name="Freeform 216"/>
            <p:cNvSpPr>
              <a:spLocks/>
            </p:cNvSpPr>
            <p:nvPr/>
          </p:nvSpPr>
          <p:spPr bwMode="auto">
            <a:xfrm>
              <a:off x="4041" y="2531"/>
              <a:ext cx="59" cy="183"/>
            </a:xfrm>
            <a:custGeom>
              <a:avLst/>
              <a:gdLst>
                <a:gd name="T0" fmla="*/ 12 w 119"/>
                <a:gd name="T1" fmla="*/ 0 h 365"/>
                <a:gd name="T2" fmla="*/ 28 w 119"/>
                <a:gd name="T3" fmla="*/ 44 h 365"/>
                <a:gd name="T4" fmla="*/ 29 w 119"/>
                <a:gd name="T5" fmla="*/ 71 h 365"/>
                <a:gd name="T6" fmla="*/ 17 w 119"/>
                <a:gd name="T7" fmla="*/ 92 h 365"/>
                <a:gd name="T8" fmla="*/ 0 w 119"/>
                <a:gd name="T9" fmla="*/ 56 h 365"/>
                <a:gd name="T10" fmla="*/ 12 w 119"/>
                <a:gd name="T11" fmla="*/ 0 h 365"/>
                <a:gd name="T12" fmla="*/ 12 w 119"/>
                <a:gd name="T13" fmla="*/ 0 h 3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9"/>
                <a:gd name="T22" fmla="*/ 0 h 365"/>
                <a:gd name="T23" fmla="*/ 119 w 119"/>
                <a:gd name="T24" fmla="*/ 365 h 3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9" h="365">
                  <a:moveTo>
                    <a:pt x="51" y="0"/>
                  </a:moveTo>
                  <a:lnTo>
                    <a:pt x="112" y="176"/>
                  </a:lnTo>
                  <a:lnTo>
                    <a:pt x="119" y="284"/>
                  </a:lnTo>
                  <a:lnTo>
                    <a:pt x="68" y="365"/>
                  </a:lnTo>
                  <a:lnTo>
                    <a:pt x="0" y="22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6" name="Freeform 217"/>
            <p:cNvSpPr>
              <a:spLocks/>
            </p:cNvSpPr>
            <p:nvPr/>
          </p:nvSpPr>
          <p:spPr bwMode="auto">
            <a:xfrm>
              <a:off x="3983" y="2473"/>
              <a:ext cx="89" cy="194"/>
            </a:xfrm>
            <a:custGeom>
              <a:avLst/>
              <a:gdLst>
                <a:gd name="T0" fmla="*/ 2 w 176"/>
                <a:gd name="T1" fmla="*/ 60 h 387"/>
                <a:gd name="T2" fmla="*/ 0 w 176"/>
                <a:gd name="T3" fmla="*/ 27 h 387"/>
                <a:gd name="T4" fmla="*/ 42 w 176"/>
                <a:gd name="T5" fmla="*/ 0 h 387"/>
                <a:gd name="T6" fmla="*/ 45 w 176"/>
                <a:gd name="T7" fmla="*/ 80 h 387"/>
                <a:gd name="T8" fmla="*/ 11 w 176"/>
                <a:gd name="T9" fmla="*/ 97 h 387"/>
                <a:gd name="T10" fmla="*/ 2 w 176"/>
                <a:gd name="T11" fmla="*/ 60 h 387"/>
                <a:gd name="T12" fmla="*/ 2 w 176"/>
                <a:gd name="T13" fmla="*/ 60 h 3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6"/>
                <a:gd name="T22" fmla="*/ 0 h 387"/>
                <a:gd name="T23" fmla="*/ 176 w 176"/>
                <a:gd name="T24" fmla="*/ 387 h 3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6" h="387">
                  <a:moveTo>
                    <a:pt x="8" y="238"/>
                  </a:moveTo>
                  <a:lnTo>
                    <a:pt x="0" y="107"/>
                  </a:lnTo>
                  <a:lnTo>
                    <a:pt x="165" y="0"/>
                  </a:lnTo>
                  <a:lnTo>
                    <a:pt x="176" y="318"/>
                  </a:lnTo>
                  <a:lnTo>
                    <a:pt x="42" y="387"/>
                  </a:lnTo>
                  <a:lnTo>
                    <a:pt x="8" y="238"/>
                  </a:lnTo>
                  <a:close/>
                </a:path>
              </a:pathLst>
            </a:custGeom>
            <a:solidFill>
              <a:srgbClr val="8C5E2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7" name="Freeform 218"/>
            <p:cNvSpPr>
              <a:spLocks/>
            </p:cNvSpPr>
            <p:nvPr/>
          </p:nvSpPr>
          <p:spPr bwMode="auto">
            <a:xfrm>
              <a:off x="3996" y="2489"/>
              <a:ext cx="66" cy="153"/>
            </a:xfrm>
            <a:custGeom>
              <a:avLst/>
              <a:gdLst>
                <a:gd name="T0" fmla="*/ 33 w 133"/>
                <a:gd name="T1" fmla="*/ 0 h 307"/>
                <a:gd name="T2" fmla="*/ 0 w 133"/>
                <a:gd name="T3" fmla="*/ 23 h 307"/>
                <a:gd name="T4" fmla="*/ 0 w 133"/>
                <a:gd name="T5" fmla="*/ 76 h 307"/>
                <a:gd name="T6" fmla="*/ 32 w 133"/>
                <a:gd name="T7" fmla="*/ 62 h 307"/>
                <a:gd name="T8" fmla="*/ 33 w 133"/>
                <a:gd name="T9" fmla="*/ 0 h 307"/>
                <a:gd name="T10" fmla="*/ 33 w 133"/>
                <a:gd name="T11" fmla="*/ 0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3"/>
                <a:gd name="T19" fmla="*/ 0 h 307"/>
                <a:gd name="T20" fmla="*/ 133 w 133"/>
                <a:gd name="T21" fmla="*/ 307 h 3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3" h="307">
                  <a:moveTo>
                    <a:pt x="133" y="0"/>
                  </a:moveTo>
                  <a:lnTo>
                    <a:pt x="0" y="93"/>
                  </a:lnTo>
                  <a:lnTo>
                    <a:pt x="0" y="307"/>
                  </a:lnTo>
                  <a:lnTo>
                    <a:pt x="129" y="249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BDC9D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8" name="Freeform 219"/>
            <p:cNvSpPr>
              <a:spLocks/>
            </p:cNvSpPr>
            <p:nvPr/>
          </p:nvSpPr>
          <p:spPr bwMode="auto">
            <a:xfrm>
              <a:off x="3894" y="2380"/>
              <a:ext cx="107" cy="153"/>
            </a:xfrm>
            <a:custGeom>
              <a:avLst/>
              <a:gdLst>
                <a:gd name="T0" fmla="*/ 0 w 212"/>
                <a:gd name="T1" fmla="*/ 65 h 307"/>
                <a:gd name="T2" fmla="*/ 5 w 212"/>
                <a:gd name="T3" fmla="*/ 39 h 307"/>
                <a:gd name="T4" fmla="*/ 43 w 212"/>
                <a:gd name="T5" fmla="*/ 0 h 307"/>
                <a:gd name="T6" fmla="*/ 54 w 212"/>
                <a:gd name="T7" fmla="*/ 20 h 307"/>
                <a:gd name="T8" fmla="*/ 49 w 212"/>
                <a:gd name="T9" fmla="*/ 27 h 307"/>
                <a:gd name="T10" fmla="*/ 49 w 212"/>
                <a:gd name="T11" fmla="*/ 45 h 307"/>
                <a:gd name="T12" fmla="*/ 34 w 212"/>
                <a:gd name="T13" fmla="*/ 56 h 307"/>
                <a:gd name="T14" fmla="*/ 27 w 212"/>
                <a:gd name="T15" fmla="*/ 76 h 307"/>
                <a:gd name="T16" fmla="*/ 0 w 212"/>
                <a:gd name="T17" fmla="*/ 65 h 307"/>
                <a:gd name="T18" fmla="*/ 0 w 212"/>
                <a:gd name="T19" fmla="*/ 65 h 30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2"/>
                <a:gd name="T31" fmla="*/ 0 h 307"/>
                <a:gd name="T32" fmla="*/ 212 w 212"/>
                <a:gd name="T33" fmla="*/ 307 h 30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2" h="307">
                  <a:moveTo>
                    <a:pt x="0" y="260"/>
                  </a:moveTo>
                  <a:lnTo>
                    <a:pt x="20" y="158"/>
                  </a:lnTo>
                  <a:lnTo>
                    <a:pt x="169" y="0"/>
                  </a:lnTo>
                  <a:lnTo>
                    <a:pt x="212" y="83"/>
                  </a:lnTo>
                  <a:lnTo>
                    <a:pt x="194" y="108"/>
                  </a:lnTo>
                  <a:lnTo>
                    <a:pt x="194" y="181"/>
                  </a:lnTo>
                  <a:lnTo>
                    <a:pt x="132" y="225"/>
                  </a:lnTo>
                  <a:lnTo>
                    <a:pt x="107" y="307"/>
                  </a:lnTo>
                  <a:lnTo>
                    <a:pt x="0" y="260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9" name="Freeform 220"/>
            <p:cNvSpPr>
              <a:spLocks/>
            </p:cNvSpPr>
            <p:nvPr/>
          </p:nvSpPr>
          <p:spPr bwMode="auto">
            <a:xfrm>
              <a:off x="4018" y="2457"/>
              <a:ext cx="54" cy="76"/>
            </a:xfrm>
            <a:custGeom>
              <a:avLst/>
              <a:gdLst>
                <a:gd name="T0" fmla="*/ 25 w 107"/>
                <a:gd name="T1" fmla="*/ 12 h 153"/>
                <a:gd name="T2" fmla="*/ 27 w 107"/>
                <a:gd name="T3" fmla="*/ 3 h 153"/>
                <a:gd name="T4" fmla="*/ 21 w 107"/>
                <a:gd name="T5" fmla="*/ 0 h 153"/>
                <a:gd name="T6" fmla="*/ 19 w 107"/>
                <a:gd name="T7" fmla="*/ 6 h 153"/>
                <a:gd name="T8" fmla="*/ 11 w 107"/>
                <a:gd name="T9" fmla="*/ 3 h 153"/>
                <a:gd name="T10" fmla="*/ 9 w 107"/>
                <a:gd name="T11" fmla="*/ 12 h 153"/>
                <a:gd name="T12" fmla="*/ 0 w 107"/>
                <a:gd name="T13" fmla="*/ 17 h 153"/>
                <a:gd name="T14" fmla="*/ 0 w 107"/>
                <a:gd name="T15" fmla="*/ 38 h 153"/>
                <a:gd name="T16" fmla="*/ 9 w 107"/>
                <a:gd name="T17" fmla="*/ 38 h 153"/>
                <a:gd name="T18" fmla="*/ 9 w 107"/>
                <a:gd name="T19" fmla="*/ 27 h 153"/>
                <a:gd name="T20" fmla="*/ 15 w 107"/>
                <a:gd name="T21" fmla="*/ 25 h 153"/>
                <a:gd name="T22" fmla="*/ 19 w 107"/>
                <a:gd name="T23" fmla="*/ 12 h 153"/>
                <a:gd name="T24" fmla="*/ 25 w 107"/>
                <a:gd name="T25" fmla="*/ 12 h 153"/>
                <a:gd name="T26" fmla="*/ 25 w 107"/>
                <a:gd name="T27" fmla="*/ 12 h 15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07"/>
                <a:gd name="T43" fmla="*/ 0 h 153"/>
                <a:gd name="T44" fmla="*/ 107 w 107"/>
                <a:gd name="T45" fmla="*/ 153 h 153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07" h="153">
                  <a:moveTo>
                    <a:pt x="100" y="49"/>
                  </a:moveTo>
                  <a:lnTo>
                    <a:pt x="107" y="12"/>
                  </a:lnTo>
                  <a:lnTo>
                    <a:pt x="84" y="0"/>
                  </a:lnTo>
                  <a:lnTo>
                    <a:pt x="75" y="24"/>
                  </a:lnTo>
                  <a:lnTo>
                    <a:pt x="42" y="15"/>
                  </a:lnTo>
                  <a:lnTo>
                    <a:pt x="34" y="49"/>
                  </a:lnTo>
                  <a:lnTo>
                    <a:pt x="0" y="71"/>
                  </a:lnTo>
                  <a:lnTo>
                    <a:pt x="0" y="153"/>
                  </a:lnTo>
                  <a:lnTo>
                    <a:pt x="34" y="153"/>
                  </a:lnTo>
                  <a:lnTo>
                    <a:pt x="34" y="111"/>
                  </a:lnTo>
                  <a:lnTo>
                    <a:pt x="57" y="103"/>
                  </a:lnTo>
                  <a:lnTo>
                    <a:pt x="75" y="49"/>
                  </a:lnTo>
                  <a:lnTo>
                    <a:pt x="100" y="49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0" name="Freeform 221"/>
            <p:cNvSpPr>
              <a:spLocks/>
            </p:cNvSpPr>
            <p:nvPr/>
          </p:nvSpPr>
          <p:spPr bwMode="auto">
            <a:xfrm>
              <a:off x="4054" y="2487"/>
              <a:ext cx="45" cy="121"/>
            </a:xfrm>
            <a:custGeom>
              <a:avLst/>
              <a:gdLst>
                <a:gd name="T0" fmla="*/ 2 w 89"/>
                <a:gd name="T1" fmla="*/ 0 h 242"/>
                <a:gd name="T2" fmla="*/ 12 w 89"/>
                <a:gd name="T3" fmla="*/ 1 h 242"/>
                <a:gd name="T4" fmla="*/ 13 w 89"/>
                <a:gd name="T5" fmla="*/ 9 h 242"/>
                <a:gd name="T6" fmla="*/ 23 w 89"/>
                <a:gd name="T7" fmla="*/ 15 h 242"/>
                <a:gd name="T8" fmla="*/ 23 w 89"/>
                <a:gd name="T9" fmla="*/ 30 h 242"/>
                <a:gd name="T10" fmla="*/ 15 w 89"/>
                <a:gd name="T11" fmla="*/ 38 h 242"/>
                <a:gd name="T12" fmla="*/ 14 w 89"/>
                <a:gd name="T13" fmla="*/ 50 h 242"/>
                <a:gd name="T14" fmla="*/ 0 w 89"/>
                <a:gd name="T15" fmla="*/ 61 h 242"/>
                <a:gd name="T16" fmla="*/ 2 w 89"/>
                <a:gd name="T17" fmla="*/ 0 h 242"/>
                <a:gd name="T18" fmla="*/ 2 w 89"/>
                <a:gd name="T19" fmla="*/ 0 h 2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9"/>
                <a:gd name="T31" fmla="*/ 0 h 242"/>
                <a:gd name="T32" fmla="*/ 89 w 89"/>
                <a:gd name="T33" fmla="*/ 242 h 24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9" h="242">
                  <a:moveTo>
                    <a:pt x="7" y="0"/>
                  </a:moveTo>
                  <a:lnTo>
                    <a:pt x="48" y="4"/>
                  </a:lnTo>
                  <a:lnTo>
                    <a:pt x="52" y="35"/>
                  </a:lnTo>
                  <a:lnTo>
                    <a:pt x="89" y="61"/>
                  </a:lnTo>
                  <a:lnTo>
                    <a:pt x="89" y="122"/>
                  </a:lnTo>
                  <a:lnTo>
                    <a:pt x="60" y="151"/>
                  </a:lnTo>
                  <a:lnTo>
                    <a:pt x="56" y="200"/>
                  </a:lnTo>
                  <a:lnTo>
                    <a:pt x="0" y="24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96AB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1" name="Freeform 222"/>
            <p:cNvSpPr>
              <a:spLocks/>
            </p:cNvSpPr>
            <p:nvPr/>
          </p:nvSpPr>
          <p:spPr bwMode="auto">
            <a:xfrm>
              <a:off x="4062" y="2488"/>
              <a:ext cx="36" cy="89"/>
            </a:xfrm>
            <a:custGeom>
              <a:avLst/>
              <a:gdLst>
                <a:gd name="T0" fmla="*/ 18 w 73"/>
                <a:gd name="T1" fmla="*/ 30 h 177"/>
                <a:gd name="T2" fmla="*/ 17 w 73"/>
                <a:gd name="T3" fmla="*/ 15 h 177"/>
                <a:gd name="T4" fmla="*/ 10 w 73"/>
                <a:gd name="T5" fmla="*/ 11 h 177"/>
                <a:gd name="T6" fmla="*/ 8 w 73"/>
                <a:gd name="T7" fmla="*/ 2 h 177"/>
                <a:gd name="T8" fmla="*/ 0 w 73"/>
                <a:gd name="T9" fmla="*/ 0 h 177"/>
                <a:gd name="T10" fmla="*/ 1 w 73"/>
                <a:gd name="T11" fmla="*/ 45 h 177"/>
                <a:gd name="T12" fmla="*/ 8 w 73"/>
                <a:gd name="T13" fmla="*/ 15 h 177"/>
                <a:gd name="T14" fmla="*/ 13 w 73"/>
                <a:gd name="T15" fmla="*/ 21 h 177"/>
                <a:gd name="T16" fmla="*/ 13 w 73"/>
                <a:gd name="T17" fmla="*/ 32 h 177"/>
                <a:gd name="T18" fmla="*/ 18 w 73"/>
                <a:gd name="T19" fmla="*/ 30 h 177"/>
                <a:gd name="T20" fmla="*/ 18 w 73"/>
                <a:gd name="T21" fmla="*/ 30 h 17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3"/>
                <a:gd name="T34" fmla="*/ 0 h 177"/>
                <a:gd name="T35" fmla="*/ 73 w 73"/>
                <a:gd name="T36" fmla="*/ 177 h 17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3" h="177">
                  <a:moveTo>
                    <a:pt x="73" y="119"/>
                  </a:moveTo>
                  <a:lnTo>
                    <a:pt x="69" y="59"/>
                  </a:lnTo>
                  <a:lnTo>
                    <a:pt x="41" y="41"/>
                  </a:lnTo>
                  <a:lnTo>
                    <a:pt x="34" y="8"/>
                  </a:lnTo>
                  <a:lnTo>
                    <a:pt x="0" y="0"/>
                  </a:lnTo>
                  <a:lnTo>
                    <a:pt x="4" y="177"/>
                  </a:lnTo>
                  <a:lnTo>
                    <a:pt x="34" y="58"/>
                  </a:lnTo>
                  <a:lnTo>
                    <a:pt x="55" y="81"/>
                  </a:lnTo>
                  <a:lnTo>
                    <a:pt x="52" y="128"/>
                  </a:lnTo>
                  <a:lnTo>
                    <a:pt x="73" y="119"/>
                  </a:lnTo>
                  <a:close/>
                </a:path>
              </a:pathLst>
            </a:custGeom>
            <a:solidFill>
              <a:srgbClr val="E6E6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2" name="Freeform 223"/>
            <p:cNvSpPr>
              <a:spLocks/>
            </p:cNvSpPr>
            <p:nvPr/>
          </p:nvSpPr>
          <p:spPr bwMode="auto">
            <a:xfrm>
              <a:off x="4076" y="2518"/>
              <a:ext cx="14" cy="31"/>
            </a:xfrm>
            <a:custGeom>
              <a:avLst/>
              <a:gdLst>
                <a:gd name="T0" fmla="*/ 7 w 28"/>
                <a:gd name="T1" fmla="*/ 10 h 62"/>
                <a:gd name="T2" fmla="*/ 7 w 28"/>
                <a:gd name="T3" fmla="*/ 4 h 62"/>
                <a:gd name="T4" fmla="*/ 3 w 28"/>
                <a:gd name="T5" fmla="*/ 0 h 62"/>
                <a:gd name="T6" fmla="*/ 0 w 28"/>
                <a:gd name="T7" fmla="*/ 5 h 62"/>
                <a:gd name="T8" fmla="*/ 3 w 28"/>
                <a:gd name="T9" fmla="*/ 16 h 62"/>
                <a:gd name="T10" fmla="*/ 7 w 28"/>
                <a:gd name="T11" fmla="*/ 10 h 62"/>
                <a:gd name="T12" fmla="*/ 7 w 28"/>
                <a:gd name="T13" fmla="*/ 1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"/>
                <a:gd name="T22" fmla="*/ 0 h 62"/>
                <a:gd name="T23" fmla="*/ 28 w 28"/>
                <a:gd name="T24" fmla="*/ 62 h 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" h="62">
                  <a:moveTo>
                    <a:pt x="28" y="40"/>
                  </a:moveTo>
                  <a:lnTo>
                    <a:pt x="28" y="16"/>
                  </a:lnTo>
                  <a:lnTo>
                    <a:pt x="11" y="0"/>
                  </a:lnTo>
                  <a:lnTo>
                    <a:pt x="0" y="20"/>
                  </a:lnTo>
                  <a:lnTo>
                    <a:pt x="10" y="62"/>
                  </a:lnTo>
                  <a:lnTo>
                    <a:pt x="28" y="40"/>
                  </a:lnTo>
                  <a:close/>
                </a:path>
              </a:pathLst>
            </a:custGeom>
            <a:solidFill>
              <a:srgbClr val="5C5C7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3" name="Freeform 224"/>
            <p:cNvSpPr>
              <a:spLocks/>
            </p:cNvSpPr>
            <p:nvPr/>
          </p:nvSpPr>
          <p:spPr bwMode="auto">
            <a:xfrm>
              <a:off x="3871" y="2340"/>
              <a:ext cx="130" cy="137"/>
            </a:xfrm>
            <a:custGeom>
              <a:avLst/>
              <a:gdLst>
                <a:gd name="T0" fmla="*/ 50 w 260"/>
                <a:gd name="T1" fmla="*/ 1 h 275"/>
                <a:gd name="T2" fmla="*/ 61 w 260"/>
                <a:gd name="T3" fmla="*/ 17 h 275"/>
                <a:gd name="T4" fmla="*/ 60 w 260"/>
                <a:gd name="T5" fmla="*/ 25 h 275"/>
                <a:gd name="T6" fmla="*/ 59 w 260"/>
                <a:gd name="T7" fmla="*/ 28 h 275"/>
                <a:gd name="T8" fmla="*/ 57 w 260"/>
                <a:gd name="T9" fmla="*/ 31 h 275"/>
                <a:gd name="T10" fmla="*/ 55 w 260"/>
                <a:gd name="T11" fmla="*/ 35 h 275"/>
                <a:gd name="T12" fmla="*/ 53 w 260"/>
                <a:gd name="T13" fmla="*/ 39 h 275"/>
                <a:gd name="T14" fmla="*/ 50 w 260"/>
                <a:gd name="T15" fmla="*/ 43 h 275"/>
                <a:gd name="T16" fmla="*/ 47 w 260"/>
                <a:gd name="T17" fmla="*/ 47 h 275"/>
                <a:gd name="T18" fmla="*/ 43 w 260"/>
                <a:gd name="T19" fmla="*/ 51 h 275"/>
                <a:gd name="T20" fmla="*/ 38 w 260"/>
                <a:gd name="T21" fmla="*/ 55 h 275"/>
                <a:gd name="T22" fmla="*/ 33 w 260"/>
                <a:gd name="T23" fmla="*/ 58 h 275"/>
                <a:gd name="T24" fmla="*/ 28 w 260"/>
                <a:gd name="T25" fmla="*/ 61 h 275"/>
                <a:gd name="T26" fmla="*/ 24 w 260"/>
                <a:gd name="T27" fmla="*/ 64 h 275"/>
                <a:gd name="T28" fmla="*/ 20 w 260"/>
                <a:gd name="T29" fmla="*/ 66 h 275"/>
                <a:gd name="T30" fmla="*/ 16 w 260"/>
                <a:gd name="T31" fmla="*/ 68 h 275"/>
                <a:gd name="T32" fmla="*/ 0 w 260"/>
                <a:gd name="T33" fmla="*/ 64 h 275"/>
                <a:gd name="T34" fmla="*/ 2 w 260"/>
                <a:gd name="T35" fmla="*/ 47 h 275"/>
                <a:gd name="T36" fmla="*/ 1 w 260"/>
                <a:gd name="T37" fmla="*/ 43 h 275"/>
                <a:gd name="T38" fmla="*/ 1 w 260"/>
                <a:gd name="T39" fmla="*/ 38 h 275"/>
                <a:gd name="T40" fmla="*/ 1 w 260"/>
                <a:gd name="T41" fmla="*/ 35 h 275"/>
                <a:gd name="T42" fmla="*/ 1 w 260"/>
                <a:gd name="T43" fmla="*/ 30 h 275"/>
                <a:gd name="T44" fmla="*/ 1 w 260"/>
                <a:gd name="T45" fmla="*/ 26 h 275"/>
                <a:gd name="T46" fmla="*/ 1 w 260"/>
                <a:gd name="T47" fmla="*/ 22 h 275"/>
                <a:gd name="T48" fmla="*/ 2 w 260"/>
                <a:gd name="T49" fmla="*/ 19 h 275"/>
                <a:gd name="T50" fmla="*/ 3 w 260"/>
                <a:gd name="T51" fmla="*/ 15 h 275"/>
                <a:gd name="T52" fmla="*/ 5 w 260"/>
                <a:gd name="T53" fmla="*/ 12 h 275"/>
                <a:gd name="T54" fmla="*/ 8 w 260"/>
                <a:gd name="T55" fmla="*/ 9 h 275"/>
                <a:gd name="T56" fmla="*/ 12 w 260"/>
                <a:gd name="T57" fmla="*/ 5 h 275"/>
                <a:gd name="T58" fmla="*/ 17 w 260"/>
                <a:gd name="T59" fmla="*/ 2 h 275"/>
                <a:gd name="T60" fmla="*/ 21 w 260"/>
                <a:gd name="T61" fmla="*/ 0 h 275"/>
                <a:gd name="T62" fmla="*/ 26 w 260"/>
                <a:gd name="T63" fmla="*/ 0 h 275"/>
                <a:gd name="T64" fmla="*/ 30 w 260"/>
                <a:gd name="T65" fmla="*/ 0 h 275"/>
                <a:gd name="T66" fmla="*/ 34 w 260"/>
                <a:gd name="T67" fmla="*/ 1 h 275"/>
                <a:gd name="T68" fmla="*/ 38 w 260"/>
                <a:gd name="T69" fmla="*/ 2 h 275"/>
                <a:gd name="T70" fmla="*/ 41 w 260"/>
                <a:gd name="T71" fmla="*/ 4 h 275"/>
                <a:gd name="T72" fmla="*/ 42 w 260"/>
                <a:gd name="T73" fmla="*/ 5 h 27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60"/>
                <a:gd name="T112" fmla="*/ 0 h 275"/>
                <a:gd name="T113" fmla="*/ 260 w 260"/>
                <a:gd name="T114" fmla="*/ 275 h 27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60" h="275">
                  <a:moveTo>
                    <a:pt x="171" y="21"/>
                  </a:moveTo>
                  <a:lnTo>
                    <a:pt x="203" y="6"/>
                  </a:lnTo>
                  <a:lnTo>
                    <a:pt x="260" y="35"/>
                  </a:lnTo>
                  <a:lnTo>
                    <a:pt x="244" y="68"/>
                  </a:lnTo>
                  <a:lnTo>
                    <a:pt x="244" y="101"/>
                  </a:lnTo>
                  <a:lnTo>
                    <a:pt x="243" y="102"/>
                  </a:lnTo>
                  <a:lnTo>
                    <a:pt x="238" y="109"/>
                  </a:lnTo>
                  <a:lnTo>
                    <a:pt x="236" y="113"/>
                  </a:lnTo>
                  <a:lnTo>
                    <a:pt x="234" y="119"/>
                  </a:lnTo>
                  <a:lnTo>
                    <a:pt x="230" y="126"/>
                  </a:lnTo>
                  <a:lnTo>
                    <a:pt x="227" y="133"/>
                  </a:lnTo>
                  <a:lnTo>
                    <a:pt x="223" y="141"/>
                  </a:lnTo>
                  <a:lnTo>
                    <a:pt x="219" y="148"/>
                  </a:lnTo>
                  <a:lnTo>
                    <a:pt x="214" y="156"/>
                  </a:lnTo>
                  <a:lnTo>
                    <a:pt x="209" y="165"/>
                  </a:lnTo>
                  <a:lnTo>
                    <a:pt x="203" y="173"/>
                  </a:lnTo>
                  <a:lnTo>
                    <a:pt x="196" y="181"/>
                  </a:lnTo>
                  <a:lnTo>
                    <a:pt x="189" y="189"/>
                  </a:lnTo>
                  <a:lnTo>
                    <a:pt x="182" y="199"/>
                  </a:lnTo>
                  <a:lnTo>
                    <a:pt x="172" y="206"/>
                  </a:lnTo>
                  <a:lnTo>
                    <a:pt x="163" y="213"/>
                  </a:lnTo>
                  <a:lnTo>
                    <a:pt x="154" y="220"/>
                  </a:lnTo>
                  <a:lnTo>
                    <a:pt x="145" y="228"/>
                  </a:lnTo>
                  <a:lnTo>
                    <a:pt x="134" y="234"/>
                  </a:lnTo>
                  <a:lnTo>
                    <a:pt x="124" y="240"/>
                  </a:lnTo>
                  <a:lnTo>
                    <a:pt x="114" y="247"/>
                  </a:lnTo>
                  <a:lnTo>
                    <a:pt x="106" y="253"/>
                  </a:lnTo>
                  <a:lnTo>
                    <a:pt x="96" y="256"/>
                  </a:lnTo>
                  <a:lnTo>
                    <a:pt x="89" y="261"/>
                  </a:lnTo>
                  <a:lnTo>
                    <a:pt x="81" y="264"/>
                  </a:lnTo>
                  <a:lnTo>
                    <a:pt x="76" y="268"/>
                  </a:lnTo>
                  <a:lnTo>
                    <a:pt x="66" y="274"/>
                  </a:lnTo>
                  <a:lnTo>
                    <a:pt x="65" y="275"/>
                  </a:lnTo>
                  <a:lnTo>
                    <a:pt x="0" y="256"/>
                  </a:lnTo>
                  <a:lnTo>
                    <a:pt x="11" y="191"/>
                  </a:lnTo>
                  <a:lnTo>
                    <a:pt x="9" y="189"/>
                  </a:lnTo>
                  <a:lnTo>
                    <a:pt x="8" y="182"/>
                  </a:lnTo>
                  <a:lnTo>
                    <a:pt x="5" y="173"/>
                  </a:lnTo>
                  <a:lnTo>
                    <a:pt x="4" y="162"/>
                  </a:lnTo>
                  <a:lnTo>
                    <a:pt x="3" y="155"/>
                  </a:lnTo>
                  <a:lnTo>
                    <a:pt x="1" y="148"/>
                  </a:lnTo>
                  <a:lnTo>
                    <a:pt x="1" y="140"/>
                  </a:lnTo>
                  <a:lnTo>
                    <a:pt x="1" y="133"/>
                  </a:lnTo>
                  <a:lnTo>
                    <a:pt x="1" y="123"/>
                  </a:lnTo>
                  <a:lnTo>
                    <a:pt x="1" y="116"/>
                  </a:lnTo>
                  <a:lnTo>
                    <a:pt x="1" y="107"/>
                  </a:lnTo>
                  <a:lnTo>
                    <a:pt x="4" y="100"/>
                  </a:lnTo>
                  <a:lnTo>
                    <a:pt x="5" y="90"/>
                  </a:lnTo>
                  <a:lnTo>
                    <a:pt x="8" y="83"/>
                  </a:lnTo>
                  <a:lnTo>
                    <a:pt x="8" y="76"/>
                  </a:lnTo>
                  <a:lnTo>
                    <a:pt x="12" y="69"/>
                  </a:lnTo>
                  <a:lnTo>
                    <a:pt x="15" y="62"/>
                  </a:lnTo>
                  <a:lnTo>
                    <a:pt x="18" y="57"/>
                  </a:lnTo>
                  <a:lnTo>
                    <a:pt x="22" y="51"/>
                  </a:lnTo>
                  <a:lnTo>
                    <a:pt x="25" y="47"/>
                  </a:lnTo>
                  <a:lnTo>
                    <a:pt x="33" y="36"/>
                  </a:lnTo>
                  <a:lnTo>
                    <a:pt x="41" y="29"/>
                  </a:lnTo>
                  <a:lnTo>
                    <a:pt x="49" y="22"/>
                  </a:lnTo>
                  <a:lnTo>
                    <a:pt x="60" y="15"/>
                  </a:lnTo>
                  <a:lnTo>
                    <a:pt x="69" y="9"/>
                  </a:lnTo>
                  <a:lnTo>
                    <a:pt x="78" y="4"/>
                  </a:lnTo>
                  <a:lnTo>
                    <a:pt x="87" y="2"/>
                  </a:lnTo>
                  <a:lnTo>
                    <a:pt x="96" y="2"/>
                  </a:lnTo>
                  <a:lnTo>
                    <a:pt x="105" y="0"/>
                  </a:lnTo>
                  <a:lnTo>
                    <a:pt x="114" y="0"/>
                  </a:lnTo>
                  <a:lnTo>
                    <a:pt x="123" y="2"/>
                  </a:lnTo>
                  <a:lnTo>
                    <a:pt x="132" y="3"/>
                  </a:lnTo>
                  <a:lnTo>
                    <a:pt x="139" y="4"/>
                  </a:lnTo>
                  <a:lnTo>
                    <a:pt x="146" y="9"/>
                  </a:lnTo>
                  <a:lnTo>
                    <a:pt x="153" y="10"/>
                  </a:lnTo>
                  <a:lnTo>
                    <a:pt x="160" y="14"/>
                  </a:lnTo>
                  <a:lnTo>
                    <a:pt x="167" y="18"/>
                  </a:lnTo>
                  <a:lnTo>
                    <a:pt x="171" y="21"/>
                  </a:lnTo>
                  <a:close/>
                </a:path>
              </a:pathLst>
            </a:custGeom>
            <a:solidFill>
              <a:srgbClr val="D1D14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4" name="Freeform 225"/>
            <p:cNvSpPr>
              <a:spLocks/>
            </p:cNvSpPr>
            <p:nvPr/>
          </p:nvSpPr>
          <p:spPr bwMode="auto">
            <a:xfrm>
              <a:off x="3865" y="2374"/>
              <a:ext cx="123" cy="106"/>
            </a:xfrm>
            <a:custGeom>
              <a:avLst/>
              <a:gdLst>
                <a:gd name="T0" fmla="*/ 19 w 247"/>
                <a:gd name="T1" fmla="*/ 53 h 211"/>
                <a:gd name="T2" fmla="*/ 22 w 247"/>
                <a:gd name="T3" fmla="*/ 51 h 211"/>
                <a:gd name="T4" fmla="*/ 25 w 247"/>
                <a:gd name="T5" fmla="*/ 49 h 211"/>
                <a:gd name="T6" fmla="*/ 30 w 247"/>
                <a:gd name="T7" fmla="*/ 47 h 211"/>
                <a:gd name="T8" fmla="*/ 35 w 247"/>
                <a:gd name="T9" fmla="*/ 43 h 211"/>
                <a:gd name="T10" fmla="*/ 39 w 247"/>
                <a:gd name="T11" fmla="*/ 40 h 211"/>
                <a:gd name="T12" fmla="*/ 44 w 247"/>
                <a:gd name="T13" fmla="*/ 37 h 211"/>
                <a:gd name="T14" fmla="*/ 49 w 247"/>
                <a:gd name="T15" fmla="*/ 33 h 211"/>
                <a:gd name="T16" fmla="*/ 52 w 247"/>
                <a:gd name="T17" fmla="*/ 29 h 211"/>
                <a:gd name="T18" fmla="*/ 55 w 247"/>
                <a:gd name="T19" fmla="*/ 26 h 211"/>
                <a:gd name="T20" fmla="*/ 57 w 247"/>
                <a:gd name="T21" fmla="*/ 22 h 211"/>
                <a:gd name="T22" fmla="*/ 59 w 247"/>
                <a:gd name="T23" fmla="*/ 19 h 211"/>
                <a:gd name="T24" fmla="*/ 61 w 247"/>
                <a:gd name="T25" fmla="*/ 14 h 211"/>
                <a:gd name="T26" fmla="*/ 61 w 247"/>
                <a:gd name="T27" fmla="*/ 13 h 211"/>
                <a:gd name="T28" fmla="*/ 60 w 247"/>
                <a:gd name="T29" fmla="*/ 9 h 211"/>
                <a:gd name="T30" fmla="*/ 58 w 247"/>
                <a:gd name="T31" fmla="*/ 11 h 211"/>
                <a:gd name="T32" fmla="*/ 57 w 247"/>
                <a:gd name="T33" fmla="*/ 14 h 211"/>
                <a:gd name="T34" fmla="*/ 54 w 247"/>
                <a:gd name="T35" fmla="*/ 19 h 211"/>
                <a:gd name="T36" fmla="*/ 50 w 247"/>
                <a:gd name="T37" fmla="*/ 23 h 211"/>
                <a:gd name="T38" fmla="*/ 46 w 247"/>
                <a:gd name="T39" fmla="*/ 27 h 211"/>
                <a:gd name="T40" fmla="*/ 42 w 247"/>
                <a:gd name="T41" fmla="*/ 31 h 211"/>
                <a:gd name="T42" fmla="*/ 40 w 247"/>
                <a:gd name="T43" fmla="*/ 32 h 211"/>
                <a:gd name="T44" fmla="*/ 52 w 247"/>
                <a:gd name="T45" fmla="*/ 10 h 211"/>
                <a:gd name="T46" fmla="*/ 50 w 247"/>
                <a:gd name="T47" fmla="*/ 8 h 211"/>
                <a:gd name="T48" fmla="*/ 46 w 247"/>
                <a:gd name="T49" fmla="*/ 6 h 211"/>
                <a:gd name="T50" fmla="*/ 41 w 247"/>
                <a:gd name="T51" fmla="*/ 4 h 211"/>
                <a:gd name="T52" fmla="*/ 36 w 247"/>
                <a:gd name="T53" fmla="*/ 5 h 211"/>
                <a:gd name="T54" fmla="*/ 31 w 247"/>
                <a:gd name="T55" fmla="*/ 10 h 211"/>
                <a:gd name="T56" fmla="*/ 28 w 247"/>
                <a:gd name="T57" fmla="*/ 13 h 211"/>
                <a:gd name="T58" fmla="*/ 26 w 247"/>
                <a:gd name="T59" fmla="*/ 17 h 211"/>
                <a:gd name="T60" fmla="*/ 24 w 247"/>
                <a:gd name="T61" fmla="*/ 20 h 211"/>
                <a:gd name="T62" fmla="*/ 22 w 247"/>
                <a:gd name="T63" fmla="*/ 23 h 211"/>
                <a:gd name="T64" fmla="*/ 21 w 247"/>
                <a:gd name="T65" fmla="*/ 26 h 211"/>
                <a:gd name="T66" fmla="*/ 26 w 247"/>
                <a:gd name="T67" fmla="*/ 0 h 211"/>
                <a:gd name="T68" fmla="*/ 24 w 247"/>
                <a:gd name="T69" fmla="*/ 0 h 211"/>
                <a:gd name="T70" fmla="*/ 20 w 247"/>
                <a:gd name="T71" fmla="*/ 2 h 211"/>
                <a:gd name="T72" fmla="*/ 16 w 247"/>
                <a:gd name="T73" fmla="*/ 6 h 211"/>
                <a:gd name="T74" fmla="*/ 13 w 247"/>
                <a:gd name="T75" fmla="*/ 10 h 211"/>
                <a:gd name="T76" fmla="*/ 2 w 247"/>
                <a:gd name="T77" fmla="*/ 20 h 211"/>
                <a:gd name="T78" fmla="*/ 0 w 247"/>
                <a:gd name="T79" fmla="*/ 42 h 211"/>
                <a:gd name="T80" fmla="*/ 3 w 247"/>
                <a:gd name="T81" fmla="*/ 48 h 21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47"/>
                <a:gd name="T124" fmla="*/ 0 h 211"/>
                <a:gd name="T125" fmla="*/ 247 w 247"/>
                <a:gd name="T126" fmla="*/ 211 h 211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47" h="211">
                  <a:moveTo>
                    <a:pt x="13" y="192"/>
                  </a:moveTo>
                  <a:lnTo>
                    <a:pt x="78" y="211"/>
                  </a:lnTo>
                  <a:lnTo>
                    <a:pt x="80" y="208"/>
                  </a:lnTo>
                  <a:lnTo>
                    <a:pt x="90" y="204"/>
                  </a:lnTo>
                  <a:lnTo>
                    <a:pt x="96" y="199"/>
                  </a:lnTo>
                  <a:lnTo>
                    <a:pt x="102" y="196"/>
                  </a:lnTo>
                  <a:lnTo>
                    <a:pt x="111" y="190"/>
                  </a:lnTo>
                  <a:lnTo>
                    <a:pt x="120" y="186"/>
                  </a:lnTo>
                  <a:lnTo>
                    <a:pt x="129" y="179"/>
                  </a:lnTo>
                  <a:lnTo>
                    <a:pt x="140" y="172"/>
                  </a:lnTo>
                  <a:lnTo>
                    <a:pt x="149" y="166"/>
                  </a:lnTo>
                  <a:lnTo>
                    <a:pt x="159" y="160"/>
                  </a:lnTo>
                  <a:lnTo>
                    <a:pt x="169" y="153"/>
                  </a:lnTo>
                  <a:lnTo>
                    <a:pt x="178" y="146"/>
                  </a:lnTo>
                  <a:lnTo>
                    <a:pt x="187" y="139"/>
                  </a:lnTo>
                  <a:lnTo>
                    <a:pt x="196" y="131"/>
                  </a:lnTo>
                  <a:lnTo>
                    <a:pt x="203" y="123"/>
                  </a:lnTo>
                  <a:lnTo>
                    <a:pt x="210" y="116"/>
                  </a:lnTo>
                  <a:lnTo>
                    <a:pt x="216" y="109"/>
                  </a:lnTo>
                  <a:lnTo>
                    <a:pt x="221" y="102"/>
                  </a:lnTo>
                  <a:lnTo>
                    <a:pt x="225" y="95"/>
                  </a:lnTo>
                  <a:lnTo>
                    <a:pt x="229" y="88"/>
                  </a:lnTo>
                  <a:lnTo>
                    <a:pt x="233" y="81"/>
                  </a:lnTo>
                  <a:lnTo>
                    <a:pt x="238" y="76"/>
                  </a:lnTo>
                  <a:lnTo>
                    <a:pt x="240" y="65"/>
                  </a:lnTo>
                  <a:lnTo>
                    <a:pt x="244" y="56"/>
                  </a:lnTo>
                  <a:lnTo>
                    <a:pt x="246" y="51"/>
                  </a:lnTo>
                  <a:lnTo>
                    <a:pt x="247" y="50"/>
                  </a:lnTo>
                  <a:lnTo>
                    <a:pt x="240" y="33"/>
                  </a:lnTo>
                  <a:lnTo>
                    <a:pt x="239" y="37"/>
                  </a:lnTo>
                  <a:lnTo>
                    <a:pt x="235" y="41"/>
                  </a:lnTo>
                  <a:lnTo>
                    <a:pt x="233" y="48"/>
                  </a:lnTo>
                  <a:lnTo>
                    <a:pt x="228" y="56"/>
                  </a:lnTo>
                  <a:lnTo>
                    <a:pt x="224" y="65"/>
                  </a:lnTo>
                  <a:lnTo>
                    <a:pt x="217" y="73"/>
                  </a:lnTo>
                  <a:lnTo>
                    <a:pt x="211" y="83"/>
                  </a:lnTo>
                  <a:lnTo>
                    <a:pt x="202" y="91"/>
                  </a:lnTo>
                  <a:lnTo>
                    <a:pt x="195" y="99"/>
                  </a:lnTo>
                  <a:lnTo>
                    <a:pt x="185" y="106"/>
                  </a:lnTo>
                  <a:lnTo>
                    <a:pt x="178" y="114"/>
                  </a:lnTo>
                  <a:lnTo>
                    <a:pt x="171" y="121"/>
                  </a:lnTo>
                  <a:lnTo>
                    <a:pt x="167" y="125"/>
                  </a:lnTo>
                  <a:lnTo>
                    <a:pt x="162" y="128"/>
                  </a:lnTo>
                  <a:lnTo>
                    <a:pt x="162" y="131"/>
                  </a:lnTo>
                  <a:lnTo>
                    <a:pt x="209" y="40"/>
                  </a:lnTo>
                  <a:lnTo>
                    <a:pt x="206" y="37"/>
                  </a:lnTo>
                  <a:lnTo>
                    <a:pt x="200" y="32"/>
                  </a:lnTo>
                  <a:lnTo>
                    <a:pt x="193" y="26"/>
                  </a:lnTo>
                  <a:lnTo>
                    <a:pt x="187" y="22"/>
                  </a:lnTo>
                  <a:lnTo>
                    <a:pt x="176" y="16"/>
                  </a:lnTo>
                  <a:lnTo>
                    <a:pt x="167" y="14"/>
                  </a:lnTo>
                  <a:lnTo>
                    <a:pt x="156" y="15"/>
                  </a:lnTo>
                  <a:lnTo>
                    <a:pt x="147" y="19"/>
                  </a:lnTo>
                  <a:lnTo>
                    <a:pt x="136" y="26"/>
                  </a:lnTo>
                  <a:lnTo>
                    <a:pt x="126" y="39"/>
                  </a:lnTo>
                  <a:lnTo>
                    <a:pt x="119" y="44"/>
                  </a:lnTo>
                  <a:lnTo>
                    <a:pt x="115" y="51"/>
                  </a:lnTo>
                  <a:lnTo>
                    <a:pt x="109" y="58"/>
                  </a:lnTo>
                  <a:lnTo>
                    <a:pt x="105" y="66"/>
                  </a:lnTo>
                  <a:lnTo>
                    <a:pt x="100" y="73"/>
                  </a:lnTo>
                  <a:lnTo>
                    <a:pt x="96" y="80"/>
                  </a:lnTo>
                  <a:lnTo>
                    <a:pt x="93" y="85"/>
                  </a:lnTo>
                  <a:lnTo>
                    <a:pt x="89" y="91"/>
                  </a:lnTo>
                  <a:lnTo>
                    <a:pt x="84" y="99"/>
                  </a:lnTo>
                  <a:lnTo>
                    <a:pt x="84" y="103"/>
                  </a:lnTo>
                  <a:lnTo>
                    <a:pt x="86" y="43"/>
                  </a:lnTo>
                  <a:lnTo>
                    <a:pt x="105" y="0"/>
                  </a:lnTo>
                  <a:lnTo>
                    <a:pt x="102" y="0"/>
                  </a:lnTo>
                  <a:lnTo>
                    <a:pt x="98" y="0"/>
                  </a:lnTo>
                  <a:lnTo>
                    <a:pt x="90" y="4"/>
                  </a:lnTo>
                  <a:lnTo>
                    <a:pt x="83" y="8"/>
                  </a:lnTo>
                  <a:lnTo>
                    <a:pt x="73" y="14"/>
                  </a:lnTo>
                  <a:lnTo>
                    <a:pt x="67" y="21"/>
                  </a:lnTo>
                  <a:lnTo>
                    <a:pt x="58" y="29"/>
                  </a:lnTo>
                  <a:lnTo>
                    <a:pt x="54" y="40"/>
                  </a:lnTo>
                  <a:lnTo>
                    <a:pt x="20" y="15"/>
                  </a:lnTo>
                  <a:lnTo>
                    <a:pt x="9" y="77"/>
                  </a:lnTo>
                  <a:lnTo>
                    <a:pt x="13" y="131"/>
                  </a:lnTo>
                  <a:lnTo>
                    <a:pt x="0" y="168"/>
                  </a:lnTo>
                  <a:lnTo>
                    <a:pt x="13" y="192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5" name="Freeform 226"/>
            <p:cNvSpPr>
              <a:spLocks/>
            </p:cNvSpPr>
            <p:nvPr/>
          </p:nvSpPr>
          <p:spPr bwMode="auto">
            <a:xfrm>
              <a:off x="3828" y="2751"/>
              <a:ext cx="250" cy="173"/>
            </a:xfrm>
            <a:custGeom>
              <a:avLst/>
              <a:gdLst>
                <a:gd name="T0" fmla="*/ 14 w 500"/>
                <a:gd name="T1" fmla="*/ 0 h 345"/>
                <a:gd name="T2" fmla="*/ 1 w 500"/>
                <a:gd name="T3" fmla="*/ 29 h 345"/>
                <a:gd name="T4" fmla="*/ 0 w 500"/>
                <a:gd name="T5" fmla="*/ 48 h 345"/>
                <a:gd name="T6" fmla="*/ 6 w 500"/>
                <a:gd name="T7" fmla="*/ 72 h 345"/>
                <a:gd name="T8" fmla="*/ 55 w 500"/>
                <a:gd name="T9" fmla="*/ 72 h 345"/>
                <a:gd name="T10" fmla="*/ 50 w 500"/>
                <a:gd name="T11" fmla="*/ 55 h 345"/>
                <a:gd name="T12" fmla="*/ 85 w 500"/>
                <a:gd name="T13" fmla="*/ 42 h 345"/>
                <a:gd name="T14" fmla="*/ 84 w 500"/>
                <a:gd name="T15" fmla="*/ 72 h 345"/>
                <a:gd name="T16" fmla="*/ 119 w 500"/>
                <a:gd name="T17" fmla="*/ 87 h 345"/>
                <a:gd name="T18" fmla="*/ 125 w 500"/>
                <a:gd name="T19" fmla="*/ 22 h 345"/>
                <a:gd name="T20" fmla="*/ 104 w 500"/>
                <a:gd name="T21" fmla="*/ 3 h 345"/>
                <a:gd name="T22" fmla="*/ 14 w 500"/>
                <a:gd name="T23" fmla="*/ 0 h 345"/>
                <a:gd name="T24" fmla="*/ 14 w 500"/>
                <a:gd name="T25" fmla="*/ 0 h 34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00"/>
                <a:gd name="T40" fmla="*/ 0 h 345"/>
                <a:gd name="T41" fmla="*/ 500 w 500"/>
                <a:gd name="T42" fmla="*/ 345 h 34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00" h="345">
                  <a:moveTo>
                    <a:pt x="55" y="0"/>
                  </a:moveTo>
                  <a:lnTo>
                    <a:pt x="2" y="116"/>
                  </a:lnTo>
                  <a:lnTo>
                    <a:pt x="0" y="192"/>
                  </a:lnTo>
                  <a:lnTo>
                    <a:pt x="22" y="288"/>
                  </a:lnTo>
                  <a:lnTo>
                    <a:pt x="217" y="288"/>
                  </a:lnTo>
                  <a:lnTo>
                    <a:pt x="200" y="218"/>
                  </a:lnTo>
                  <a:lnTo>
                    <a:pt x="338" y="165"/>
                  </a:lnTo>
                  <a:lnTo>
                    <a:pt x="335" y="288"/>
                  </a:lnTo>
                  <a:lnTo>
                    <a:pt x="476" y="345"/>
                  </a:lnTo>
                  <a:lnTo>
                    <a:pt x="500" y="85"/>
                  </a:lnTo>
                  <a:lnTo>
                    <a:pt x="415" y="11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477D7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6" name="Freeform 227"/>
            <p:cNvSpPr>
              <a:spLocks/>
            </p:cNvSpPr>
            <p:nvPr/>
          </p:nvSpPr>
          <p:spPr bwMode="auto">
            <a:xfrm>
              <a:off x="3756" y="2596"/>
              <a:ext cx="89" cy="262"/>
            </a:xfrm>
            <a:custGeom>
              <a:avLst/>
              <a:gdLst>
                <a:gd name="T0" fmla="*/ 23 w 178"/>
                <a:gd name="T1" fmla="*/ 0 h 525"/>
                <a:gd name="T2" fmla="*/ 23 w 178"/>
                <a:gd name="T3" fmla="*/ 0 h 525"/>
                <a:gd name="T4" fmla="*/ 22 w 178"/>
                <a:gd name="T5" fmla="*/ 1 h 525"/>
                <a:gd name="T6" fmla="*/ 22 w 178"/>
                <a:gd name="T7" fmla="*/ 1 h 525"/>
                <a:gd name="T8" fmla="*/ 22 w 178"/>
                <a:gd name="T9" fmla="*/ 3 h 525"/>
                <a:gd name="T10" fmla="*/ 21 w 178"/>
                <a:gd name="T11" fmla="*/ 5 h 525"/>
                <a:gd name="T12" fmla="*/ 21 w 178"/>
                <a:gd name="T13" fmla="*/ 7 h 525"/>
                <a:gd name="T14" fmla="*/ 20 w 178"/>
                <a:gd name="T15" fmla="*/ 10 h 525"/>
                <a:gd name="T16" fmla="*/ 19 w 178"/>
                <a:gd name="T17" fmla="*/ 13 h 525"/>
                <a:gd name="T18" fmla="*/ 18 w 178"/>
                <a:gd name="T19" fmla="*/ 14 h 525"/>
                <a:gd name="T20" fmla="*/ 18 w 178"/>
                <a:gd name="T21" fmla="*/ 16 h 525"/>
                <a:gd name="T22" fmla="*/ 17 w 178"/>
                <a:gd name="T23" fmla="*/ 18 h 525"/>
                <a:gd name="T24" fmla="*/ 17 w 178"/>
                <a:gd name="T25" fmla="*/ 19 h 525"/>
                <a:gd name="T26" fmla="*/ 15 w 178"/>
                <a:gd name="T27" fmla="*/ 21 h 525"/>
                <a:gd name="T28" fmla="*/ 15 w 178"/>
                <a:gd name="T29" fmla="*/ 23 h 525"/>
                <a:gd name="T30" fmla="*/ 14 w 178"/>
                <a:gd name="T31" fmla="*/ 25 h 525"/>
                <a:gd name="T32" fmla="*/ 14 w 178"/>
                <a:gd name="T33" fmla="*/ 27 h 525"/>
                <a:gd name="T34" fmla="*/ 14 w 178"/>
                <a:gd name="T35" fmla="*/ 28 h 525"/>
                <a:gd name="T36" fmla="*/ 13 w 178"/>
                <a:gd name="T37" fmla="*/ 30 h 525"/>
                <a:gd name="T38" fmla="*/ 13 w 178"/>
                <a:gd name="T39" fmla="*/ 32 h 525"/>
                <a:gd name="T40" fmla="*/ 12 w 178"/>
                <a:gd name="T41" fmla="*/ 35 h 525"/>
                <a:gd name="T42" fmla="*/ 12 w 178"/>
                <a:gd name="T43" fmla="*/ 36 h 525"/>
                <a:gd name="T44" fmla="*/ 12 w 178"/>
                <a:gd name="T45" fmla="*/ 38 h 525"/>
                <a:gd name="T46" fmla="*/ 11 w 178"/>
                <a:gd name="T47" fmla="*/ 40 h 525"/>
                <a:gd name="T48" fmla="*/ 11 w 178"/>
                <a:gd name="T49" fmla="*/ 43 h 525"/>
                <a:gd name="T50" fmla="*/ 11 w 178"/>
                <a:gd name="T51" fmla="*/ 45 h 525"/>
                <a:gd name="T52" fmla="*/ 11 w 178"/>
                <a:gd name="T53" fmla="*/ 47 h 525"/>
                <a:gd name="T54" fmla="*/ 10 w 178"/>
                <a:gd name="T55" fmla="*/ 49 h 525"/>
                <a:gd name="T56" fmla="*/ 10 w 178"/>
                <a:gd name="T57" fmla="*/ 51 h 525"/>
                <a:gd name="T58" fmla="*/ 10 w 178"/>
                <a:gd name="T59" fmla="*/ 52 h 525"/>
                <a:gd name="T60" fmla="*/ 10 w 178"/>
                <a:gd name="T61" fmla="*/ 55 h 525"/>
                <a:gd name="T62" fmla="*/ 9 w 178"/>
                <a:gd name="T63" fmla="*/ 57 h 525"/>
                <a:gd name="T64" fmla="*/ 9 w 178"/>
                <a:gd name="T65" fmla="*/ 59 h 525"/>
                <a:gd name="T66" fmla="*/ 9 w 178"/>
                <a:gd name="T67" fmla="*/ 61 h 525"/>
                <a:gd name="T68" fmla="*/ 9 w 178"/>
                <a:gd name="T69" fmla="*/ 62 h 525"/>
                <a:gd name="T70" fmla="*/ 9 w 178"/>
                <a:gd name="T71" fmla="*/ 64 h 525"/>
                <a:gd name="T72" fmla="*/ 9 w 178"/>
                <a:gd name="T73" fmla="*/ 66 h 525"/>
                <a:gd name="T74" fmla="*/ 9 w 178"/>
                <a:gd name="T75" fmla="*/ 68 h 525"/>
                <a:gd name="T76" fmla="*/ 9 w 178"/>
                <a:gd name="T77" fmla="*/ 69 h 525"/>
                <a:gd name="T78" fmla="*/ 9 w 178"/>
                <a:gd name="T79" fmla="*/ 71 h 525"/>
                <a:gd name="T80" fmla="*/ 9 w 178"/>
                <a:gd name="T81" fmla="*/ 73 h 525"/>
                <a:gd name="T82" fmla="*/ 9 w 178"/>
                <a:gd name="T83" fmla="*/ 76 h 525"/>
                <a:gd name="T84" fmla="*/ 9 w 178"/>
                <a:gd name="T85" fmla="*/ 78 h 525"/>
                <a:gd name="T86" fmla="*/ 9 w 178"/>
                <a:gd name="T87" fmla="*/ 81 h 525"/>
                <a:gd name="T88" fmla="*/ 9 w 178"/>
                <a:gd name="T89" fmla="*/ 83 h 525"/>
                <a:gd name="T90" fmla="*/ 9 w 178"/>
                <a:gd name="T91" fmla="*/ 85 h 525"/>
                <a:gd name="T92" fmla="*/ 9 w 178"/>
                <a:gd name="T93" fmla="*/ 86 h 525"/>
                <a:gd name="T94" fmla="*/ 9 w 178"/>
                <a:gd name="T95" fmla="*/ 86 h 525"/>
                <a:gd name="T96" fmla="*/ 10 w 178"/>
                <a:gd name="T97" fmla="*/ 87 h 525"/>
                <a:gd name="T98" fmla="*/ 0 w 178"/>
                <a:gd name="T99" fmla="*/ 103 h 525"/>
                <a:gd name="T100" fmla="*/ 0 w 178"/>
                <a:gd name="T101" fmla="*/ 126 h 525"/>
                <a:gd name="T102" fmla="*/ 5 w 178"/>
                <a:gd name="T103" fmla="*/ 131 h 525"/>
                <a:gd name="T104" fmla="*/ 6 w 178"/>
                <a:gd name="T105" fmla="*/ 113 h 525"/>
                <a:gd name="T106" fmla="*/ 12 w 178"/>
                <a:gd name="T107" fmla="*/ 125 h 525"/>
                <a:gd name="T108" fmla="*/ 22 w 178"/>
                <a:gd name="T109" fmla="*/ 113 h 525"/>
                <a:gd name="T110" fmla="*/ 22 w 178"/>
                <a:gd name="T111" fmla="*/ 99 h 525"/>
                <a:gd name="T112" fmla="*/ 28 w 178"/>
                <a:gd name="T113" fmla="*/ 104 h 525"/>
                <a:gd name="T114" fmla="*/ 32 w 178"/>
                <a:gd name="T115" fmla="*/ 99 h 525"/>
                <a:gd name="T116" fmla="*/ 23 w 178"/>
                <a:gd name="T117" fmla="*/ 80 h 525"/>
                <a:gd name="T118" fmla="*/ 45 w 178"/>
                <a:gd name="T119" fmla="*/ 40 h 525"/>
                <a:gd name="T120" fmla="*/ 43 w 178"/>
                <a:gd name="T121" fmla="*/ 21 h 525"/>
                <a:gd name="T122" fmla="*/ 23 w 178"/>
                <a:gd name="T123" fmla="*/ 0 h 525"/>
                <a:gd name="T124" fmla="*/ 23 w 178"/>
                <a:gd name="T125" fmla="*/ 0 h 52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78"/>
                <a:gd name="T190" fmla="*/ 0 h 525"/>
                <a:gd name="T191" fmla="*/ 178 w 178"/>
                <a:gd name="T192" fmla="*/ 525 h 525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78" h="525">
                  <a:moveTo>
                    <a:pt x="94" y="0"/>
                  </a:moveTo>
                  <a:lnTo>
                    <a:pt x="92" y="0"/>
                  </a:lnTo>
                  <a:lnTo>
                    <a:pt x="91" y="4"/>
                  </a:lnTo>
                  <a:lnTo>
                    <a:pt x="89" y="7"/>
                  </a:lnTo>
                  <a:lnTo>
                    <a:pt x="88" y="14"/>
                  </a:lnTo>
                  <a:lnTo>
                    <a:pt x="84" y="22"/>
                  </a:lnTo>
                  <a:lnTo>
                    <a:pt x="81" y="31"/>
                  </a:lnTo>
                  <a:lnTo>
                    <a:pt x="77" y="40"/>
                  </a:lnTo>
                  <a:lnTo>
                    <a:pt x="74" y="54"/>
                  </a:lnTo>
                  <a:lnTo>
                    <a:pt x="72" y="58"/>
                  </a:lnTo>
                  <a:lnTo>
                    <a:pt x="70" y="64"/>
                  </a:lnTo>
                  <a:lnTo>
                    <a:pt x="67" y="72"/>
                  </a:lnTo>
                  <a:lnTo>
                    <a:pt x="66" y="79"/>
                  </a:lnTo>
                  <a:lnTo>
                    <a:pt x="63" y="86"/>
                  </a:lnTo>
                  <a:lnTo>
                    <a:pt x="62" y="93"/>
                  </a:lnTo>
                  <a:lnTo>
                    <a:pt x="59" y="100"/>
                  </a:lnTo>
                  <a:lnTo>
                    <a:pt x="58" y="108"/>
                  </a:lnTo>
                  <a:lnTo>
                    <a:pt x="56" y="115"/>
                  </a:lnTo>
                  <a:lnTo>
                    <a:pt x="55" y="123"/>
                  </a:lnTo>
                  <a:lnTo>
                    <a:pt x="52" y="131"/>
                  </a:lnTo>
                  <a:lnTo>
                    <a:pt x="51" y="140"/>
                  </a:lnTo>
                  <a:lnTo>
                    <a:pt x="49" y="147"/>
                  </a:lnTo>
                  <a:lnTo>
                    <a:pt x="48" y="155"/>
                  </a:lnTo>
                  <a:lnTo>
                    <a:pt x="45" y="163"/>
                  </a:lnTo>
                  <a:lnTo>
                    <a:pt x="45" y="173"/>
                  </a:lnTo>
                  <a:lnTo>
                    <a:pt x="43" y="180"/>
                  </a:lnTo>
                  <a:lnTo>
                    <a:pt x="43" y="188"/>
                  </a:lnTo>
                  <a:lnTo>
                    <a:pt x="40" y="196"/>
                  </a:lnTo>
                  <a:lnTo>
                    <a:pt x="40" y="205"/>
                  </a:lnTo>
                  <a:lnTo>
                    <a:pt x="38" y="211"/>
                  </a:lnTo>
                  <a:lnTo>
                    <a:pt x="37" y="220"/>
                  </a:lnTo>
                  <a:lnTo>
                    <a:pt x="36" y="228"/>
                  </a:lnTo>
                  <a:lnTo>
                    <a:pt x="36" y="236"/>
                  </a:lnTo>
                  <a:lnTo>
                    <a:pt x="34" y="245"/>
                  </a:lnTo>
                  <a:lnTo>
                    <a:pt x="34" y="251"/>
                  </a:lnTo>
                  <a:lnTo>
                    <a:pt x="34" y="258"/>
                  </a:lnTo>
                  <a:lnTo>
                    <a:pt x="34" y="267"/>
                  </a:lnTo>
                  <a:lnTo>
                    <a:pt x="34" y="272"/>
                  </a:lnTo>
                  <a:lnTo>
                    <a:pt x="34" y="279"/>
                  </a:lnTo>
                  <a:lnTo>
                    <a:pt x="34" y="286"/>
                  </a:lnTo>
                  <a:lnTo>
                    <a:pt x="34" y="294"/>
                  </a:lnTo>
                  <a:lnTo>
                    <a:pt x="34" y="304"/>
                  </a:lnTo>
                  <a:lnTo>
                    <a:pt x="34" y="315"/>
                  </a:lnTo>
                  <a:lnTo>
                    <a:pt x="34" y="325"/>
                  </a:lnTo>
                  <a:lnTo>
                    <a:pt x="36" y="334"/>
                  </a:lnTo>
                  <a:lnTo>
                    <a:pt x="36" y="340"/>
                  </a:lnTo>
                  <a:lnTo>
                    <a:pt x="36" y="344"/>
                  </a:lnTo>
                  <a:lnTo>
                    <a:pt x="36" y="347"/>
                  </a:lnTo>
                  <a:lnTo>
                    <a:pt x="37" y="349"/>
                  </a:lnTo>
                  <a:lnTo>
                    <a:pt x="0" y="412"/>
                  </a:lnTo>
                  <a:lnTo>
                    <a:pt x="0" y="507"/>
                  </a:lnTo>
                  <a:lnTo>
                    <a:pt x="18" y="525"/>
                  </a:lnTo>
                  <a:lnTo>
                    <a:pt x="26" y="453"/>
                  </a:lnTo>
                  <a:lnTo>
                    <a:pt x="48" y="500"/>
                  </a:lnTo>
                  <a:lnTo>
                    <a:pt x="87" y="454"/>
                  </a:lnTo>
                  <a:lnTo>
                    <a:pt x="87" y="399"/>
                  </a:lnTo>
                  <a:lnTo>
                    <a:pt x="113" y="416"/>
                  </a:lnTo>
                  <a:lnTo>
                    <a:pt x="128" y="396"/>
                  </a:lnTo>
                  <a:lnTo>
                    <a:pt x="94" y="322"/>
                  </a:lnTo>
                  <a:lnTo>
                    <a:pt x="178" y="162"/>
                  </a:lnTo>
                  <a:lnTo>
                    <a:pt x="172" y="8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85291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7" name="Freeform 228"/>
            <p:cNvSpPr>
              <a:spLocks/>
            </p:cNvSpPr>
            <p:nvPr/>
          </p:nvSpPr>
          <p:spPr bwMode="auto">
            <a:xfrm>
              <a:off x="4011" y="2909"/>
              <a:ext cx="112" cy="56"/>
            </a:xfrm>
            <a:custGeom>
              <a:avLst/>
              <a:gdLst>
                <a:gd name="T0" fmla="*/ 3 w 225"/>
                <a:gd name="T1" fmla="*/ 10 h 112"/>
                <a:gd name="T2" fmla="*/ 0 w 225"/>
                <a:gd name="T3" fmla="*/ 28 h 112"/>
                <a:gd name="T4" fmla="*/ 25 w 225"/>
                <a:gd name="T5" fmla="*/ 28 h 112"/>
                <a:gd name="T6" fmla="*/ 28 w 225"/>
                <a:gd name="T7" fmla="*/ 23 h 112"/>
                <a:gd name="T8" fmla="*/ 40 w 225"/>
                <a:gd name="T9" fmla="*/ 23 h 112"/>
                <a:gd name="T10" fmla="*/ 56 w 225"/>
                <a:gd name="T11" fmla="*/ 15 h 112"/>
                <a:gd name="T12" fmla="*/ 50 w 225"/>
                <a:gd name="T13" fmla="*/ 7 h 112"/>
                <a:gd name="T14" fmla="*/ 38 w 225"/>
                <a:gd name="T15" fmla="*/ 4 h 112"/>
                <a:gd name="T16" fmla="*/ 17 w 225"/>
                <a:gd name="T17" fmla="*/ 0 h 112"/>
                <a:gd name="T18" fmla="*/ 3 w 225"/>
                <a:gd name="T19" fmla="*/ 10 h 112"/>
                <a:gd name="T20" fmla="*/ 3 w 225"/>
                <a:gd name="T21" fmla="*/ 10 h 1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"/>
                <a:gd name="T34" fmla="*/ 0 h 112"/>
                <a:gd name="T35" fmla="*/ 225 w 225"/>
                <a:gd name="T36" fmla="*/ 112 h 11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" h="112">
                  <a:moveTo>
                    <a:pt x="15" y="38"/>
                  </a:moveTo>
                  <a:lnTo>
                    <a:pt x="0" y="112"/>
                  </a:lnTo>
                  <a:lnTo>
                    <a:pt x="102" y="112"/>
                  </a:lnTo>
                  <a:lnTo>
                    <a:pt x="113" y="92"/>
                  </a:lnTo>
                  <a:lnTo>
                    <a:pt x="160" y="92"/>
                  </a:lnTo>
                  <a:lnTo>
                    <a:pt x="225" y="60"/>
                  </a:lnTo>
                  <a:lnTo>
                    <a:pt x="201" y="28"/>
                  </a:lnTo>
                  <a:lnTo>
                    <a:pt x="154" y="16"/>
                  </a:lnTo>
                  <a:lnTo>
                    <a:pt x="70" y="0"/>
                  </a:lnTo>
                  <a:lnTo>
                    <a:pt x="15" y="3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8" name="Freeform 229"/>
            <p:cNvSpPr>
              <a:spLocks/>
            </p:cNvSpPr>
            <p:nvPr/>
          </p:nvSpPr>
          <p:spPr bwMode="auto">
            <a:xfrm>
              <a:off x="3985" y="2353"/>
              <a:ext cx="16" cy="29"/>
            </a:xfrm>
            <a:custGeom>
              <a:avLst/>
              <a:gdLst>
                <a:gd name="T0" fmla="*/ 0 w 33"/>
                <a:gd name="T1" fmla="*/ 8 h 58"/>
                <a:gd name="T2" fmla="*/ 4 w 33"/>
                <a:gd name="T3" fmla="*/ 0 h 58"/>
                <a:gd name="T4" fmla="*/ 8 w 33"/>
                <a:gd name="T5" fmla="*/ 3 h 58"/>
                <a:gd name="T6" fmla="*/ 3 w 33"/>
                <a:gd name="T7" fmla="*/ 15 h 58"/>
                <a:gd name="T8" fmla="*/ 0 w 33"/>
                <a:gd name="T9" fmla="*/ 8 h 58"/>
                <a:gd name="T10" fmla="*/ 0 w 33"/>
                <a:gd name="T11" fmla="*/ 8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"/>
                <a:gd name="T19" fmla="*/ 0 h 58"/>
                <a:gd name="T20" fmla="*/ 33 w 33"/>
                <a:gd name="T21" fmla="*/ 58 h 5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" h="58">
                  <a:moveTo>
                    <a:pt x="0" y="32"/>
                  </a:moveTo>
                  <a:lnTo>
                    <a:pt x="17" y="0"/>
                  </a:lnTo>
                  <a:lnTo>
                    <a:pt x="33" y="10"/>
                  </a:lnTo>
                  <a:lnTo>
                    <a:pt x="13" y="5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9" name="Freeform 230"/>
            <p:cNvSpPr>
              <a:spLocks/>
            </p:cNvSpPr>
            <p:nvPr/>
          </p:nvSpPr>
          <p:spPr bwMode="auto">
            <a:xfrm>
              <a:off x="3754" y="2679"/>
              <a:ext cx="40" cy="172"/>
            </a:xfrm>
            <a:custGeom>
              <a:avLst/>
              <a:gdLst>
                <a:gd name="T0" fmla="*/ 14 w 80"/>
                <a:gd name="T1" fmla="*/ 0 h 345"/>
                <a:gd name="T2" fmla="*/ 18 w 80"/>
                <a:gd name="T3" fmla="*/ 3 h 345"/>
                <a:gd name="T4" fmla="*/ 19 w 80"/>
                <a:gd name="T5" fmla="*/ 7 h 345"/>
                <a:gd name="T6" fmla="*/ 20 w 80"/>
                <a:gd name="T7" fmla="*/ 10 h 345"/>
                <a:gd name="T8" fmla="*/ 20 w 80"/>
                <a:gd name="T9" fmla="*/ 14 h 345"/>
                <a:gd name="T10" fmla="*/ 20 w 80"/>
                <a:gd name="T11" fmla="*/ 19 h 345"/>
                <a:gd name="T12" fmla="*/ 19 w 80"/>
                <a:gd name="T13" fmla="*/ 23 h 345"/>
                <a:gd name="T14" fmla="*/ 19 w 80"/>
                <a:gd name="T15" fmla="*/ 28 h 345"/>
                <a:gd name="T16" fmla="*/ 18 w 80"/>
                <a:gd name="T17" fmla="*/ 32 h 345"/>
                <a:gd name="T18" fmla="*/ 17 w 80"/>
                <a:gd name="T19" fmla="*/ 36 h 345"/>
                <a:gd name="T20" fmla="*/ 15 w 80"/>
                <a:gd name="T21" fmla="*/ 40 h 345"/>
                <a:gd name="T22" fmla="*/ 11 w 80"/>
                <a:gd name="T23" fmla="*/ 44 h 345"/>
                <a:gd name="T24" fmla="*/ 12 w 80"/>
                <a:gd name="T25" fmla="*/ 47 h 345"/>
                <a:gd name="T26" fmla="*/ 13 w 80"/>
                <a:gd name="T27" fmla="*/ 51 h 345"/>
                <a:gd name="T28" fmla="*/ 13 w 80"/>
                <a:gd name="T29" fmla="*/ 55 h 345"/>
                <a:gd name="T30" fmla="*/ 12 w 80"/>
                <a:gd name="T31" fmla="*/ 59 h 345"/>
                <a:gd name="T32" fmla="*/ 10 w 80"/>
                <a:gd name="T33" fmla="*/ 61 h 345"/>
                <a:gd name="T34" fmla="*/ 6 w 80"/>
                <a:gd name="T35" fmla="*/ 63 h 345"/>
                <a:gd name="T36" fmla="*/ 5 w 80"/>
                <a:gd name="T37" fmla="*/ 72 h 345"/>
                <a:gd name="T38" fmla="*/ 0 w 80"/>
                <a:gd name="T39" fmla="*/ 82 h 345"/>
                <a:gd name="T40" fmla="*/ 10 w 80"/>
                <a:gd name="T41" fmla="*/ 43 h 345"/>
                <a:gd name="T42" fmla="*/ 10 w 80"/>
                <a:gd name="T43" fmla="*/ 41 h 345"/>
                <a:gd name="T44" fmla="*/ 10 w 80"/>
                <a:gd name="T45" fmla="*/ 38 h 345"/>
                <a:gd name="T46" fmla="*/ 10 w 80"/>
                <a:gd name="T47" fmla="*/ 35 h 345"/>
                <a:gd name="T48" fmla="*/ 10 w 80"/>
                <a:gd name="T49" fmla="*/ 31 h 345"/>
                <a:gd name="T50" fmla="*/ 10 w 80"/>
                <a:gd name="T51" fmla="*/ 27 h 345"/>
                <a:gd name="T52" fmla="*/ 10 w 80"/>
                <a:gd name="T53" fmla="*/ 22 h 345"/>
                <a:gd name="T54" fmla="*/ 10 w 80"/>
                <a:gd name="T55" fmla="*/ 18 h 345"/>
                <a:gd name="T56" fmla="*/ 10 w 80"/>
                <a:gd name="T57" fmla="*/ 14 h 345"/>
                <a:gd name="T58" fmla="*/ 11 w 80"/>
                <a:gd name="T59" fmla="*/ 10 h 345"/>
                <a:gd name="T60" fmla="*/ 12 w 80"/>
                <a:gd name="T61" fmla="*/ 5 h 345"/>
                <a:gd name="T62" fmla="*/ 12 w 80"/>
                <a:gd name="T63" fmla="*/ 1 h 345"/>
                <a:gd name="T64" fmla="*/ 13 w 80"/>
                <a:gd name="T65" fmla="*/ 0 h 34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80"/>
                <a:gd name="T100" fmla="*/ 0 h 345"/>
                <a:gd name="T101" fmla="*/ 80 w 80"/>
                <a:gd name="T102" fmla="*/ 345 h 34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80" h="345">
                  <a:moveTo>
                    <a:pt x="53" y="0"/>
                  </a:moveTo>
                  <a:lnTo>
                    <a:pt x="56" y="1"/>
                  </a:lnTo>
                  <a:lnTo>
                    <a:pt x="64" y="10"/>
                  </a:lnTo>
                  <a:lnTo>
                    <a:pt x="69" y="15"/>
                  </a:lnTo>
                  <a:lnTo>
                    <a:pt x="73" y="25"/>
                  </a:lnTo>
                  <a:lnTo>
                    <a:pt x="74" y="29"/>
                  </a:lnTo>
                  <a:lnTo>
                    <a:pt x="77" y="36"/>
                  </a:lnTo>
                  <a:lnTo>
                    <a:pt x="78" y="43"/>
                  </a:lnTo>
                  <a:lnTo>
                    <a:pt x="80" y="51"/>
                  </a:lnTo>
                  <a:lnTo>
                    <a:pt x="78" y="58"/>
                  </a:lnTo>
                  <a:lnTo>
                    <a:pt x="78" y="68"/>
                  </a:lnTo>
                  <a:lnTo>
                    <a:pt x="78" y="76"/>
                  </a:lnTo>
                  <a:lnTo>
                    <a:pt x="78" y="87"/>
                  </a:lnTo>
                  <a:lnTo>
                    <a:pt x="76" y="95"/>
                  </a:lnTo>
                  <a:lnTo>
                    <a:pt x="74" y="105"/>
                  </a:lnTo>
                  <a:lnTo>
                    <a:pt x="73" y="114"/>
                  </a:lnTo>
                  <a:lnTo>
                    <a:pt x="71" y="124"/>
                  </a:lnTo>
                  <a:lnTo>
                    <a:pt x="70" y="131"/>
                  </a:lnTo>
                  <a:lnTo>
                    <a:pt x="69" y="139"/>
                  </a:lnTo>
                  <a:lnTo>
                    <a:pt x="66" y="146"/>
                  </a:lnTo>
                  <a:lnTo>
                    <a:pt x="66" y="153"/>
                  </a:lnTo>
                  <a:lnTo>
                    <a:pt x="63" y="161"/>
                  </a:lnTo>
                  <a:lnTo>
                    <a:pt x="63" y="166"/>
                  </a:lnTo>
                  <a:lnTo>
                    <a:pt x="47" y="179"/>
                  </a:lnTo>
                  <a:lnTo>
                    <a:pt x="47" y="185"/>
                  </a:lnTo>
                  <a:lnTo>
                    <a:pt x="49" y="189"/>
                  </a:lnTo>
                  <a:lnTo>
                    <a:pt x="52" y="197"/>
                  </a:lnTo>
                  <a:lnTo>
                    <a:pt x="53" y="204"/>
                  </a:lnTo>
                  <a:lnTo>
                    <a:pt x="55" y="212"/>
                  </a:lnTo>
                  <a:lnTo>
                    <a:pt x="53" y="221"/>
                  </a:lnTo>
                  <a:lnTo>
                    <a:pt x="53" y="230"/>
                  </a:lnTo>
                  <a:lnTo>
                    <a:pt x="49" y="236"/>
                  </a:lnTo>
                  <a:lnTo>
                    <a:pt x="47" y="243"/>
                  </a:lnTo>
                  <a:lnTo>
                    <a:pt x="40" y="246"/>
                  </a:lnTo>
                  <a:lnTo>
                    <a:pt x="36" y="251"/>
                  </a:lnTo>
                  <a:lnTo>
                    <a:pt x="26" y="255"/>
                  </a:lnTo>
                  <a:lnTo>
                    <a:pt x="22" y="258"/>
                  </a:lnTo>
                  <a:lnTo>
                    <a:pt x="19" y="288"/>
                  </a:lnTo>
                  <a:lnTo>
                    <a:pt x="13" y="345"/>
                  </a:lnTo>
                  <a:lnTo>
                    <a:pt x="0" y="330"/>
                  </a:lnTo>
                  <a:lnTo>
                    <a:pt x="5" y="244"/>
                  </a:lnTo>
                  <a:lnTo>
                    <a:pt x="37" y="175"/>
                  </a:lnTo>
                  <a:lnTo>
                    <a:pt x="37" y="171"/>
                  </a:lnTo>
                  <a:lnTo>
                    <a:pt x="37" y="164"/>
                  </a:lnTo>
                  <a:lnTo>
                    <a:pt x="37" y="159"/>
                  </a:lnTo>
                  <a:lnTo>
                    <a:pt x="37" y="153"/>
                  </a:lnTo>
                  <a:lnTo>
                    <a:pt x="37" y="146"/>
                  </a:lnTo>
                  <a:lnTo>
                    <a:pt x="37" y="141"/>
                  </a:lnTo>
                  <a:lnTo>
                    <a:pt x="37" y="132"/>
                  </a:lnTo>
                  <a:lnTo>
                    <a:pt x="37" y="124"/>
                  </a:lnTo>
                  <a:lnTo>
                    <a:pt x="37" y="116"/>
                  </a:lnTo>
                  <a:lnTo>
                    <a:pt x="37" y="108"/>
                  </a:lnTo>
                  <a:lnTo>
                    <a:pt x="37" y="98"/>
                  </a:lnTo>
                  <a:lnTo>
                    <a:pt x="38" y="90"/>
                  </a:lnTo>
                  <a:lnTo>
                    <a:pt x="38" y="80"/>
                  </a:lnTo>
                  <a:lnTo>
                    <a:pt x="40" y="73"/>
                  </a:lnTo>
                  <a:lnTo>
                    <a:pt x="40" y="63"/>
                  </a:lnTo>
                  <a:lnTo>
                    <a:pt x="41" y="56"/>
                  </a:lnTo>
                  <a:lnTo>
                    <a:pt x="42" y="50"/>
                  </a:lnTo>
                  <a:lnTo>
                    <a:pt x="44" y="43"/>
                  </a:lnTo>
                  <a:lnTo>
                    <a:pt x="45" y="29"/>
                  </a:lnTo>
                  <a:lnTo>
                    <a:pt x="48" y="21"/>
                  </a:lnTo>
                  <a:lnTo>
                    <a:pt x="49" y="11"/>
                  </a:lnTo>
                  <a:lnTo>
                    <a:pt x="51" y="5"/>
                  </a:lnTo>
                  <a:lnTo>
                    <a:pt x="52" y="0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A84A3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0" name="Freeform 231"/>
            <p:cNvSpPr>
              <a:spLocks/>
            </p:cNvSpPr>
            <p:nvPr/>
          </p:nvSpPr>
          <p:spPr bwMode="auto">
            <a:xfrm>
              <a:off x="3534" y="1947"/>
              <a:ext cx="316" cy="147"/>
            </a:xfrm>
            <a:custGeom>
              <a:avLst/>
              <a:gdLst>
                <a:gd name="T0" fmla="*/ 0 w 632"/>
                <a:gd name="T1" fmla="*/ 0 h 294"/>
                <a:gd name="T2" fmla="*/ 0 w 632"/>
                <a:gd name="T3" fmla="*/ 22 h 294"/>
                <a:gd name="T4" fmla="*/ 44 w 632"/>
                <a:gd name="T5" fmla="*/ 44 h 294"/>
                <a:gd name="T6" fmla="*/ 56 w 632"/>
                <a:gd name="T7" fmla="*/ 43 h 294"/>
                <a:gd name="T8" fmla="*/ 57 w 632"/>
                <a:gd name="T9" fmla="*/ 50 h 294"/>
                <a:gd name="T10" fmla="*/ 97 w 632"/>
                <a:gd name="T11" fmla="*/ 68 h 294"/>
                <a:gd name="T12" fmla="*/ 113 w 632"/>
                <a:gd name="T13" fmla="*/ 63 h 294"/>
                <a:gd name="T14" fmla="*/ 133 w 632"/>
                <a:gd name="T15" fmla="*/ 74 h 294"/>
                <a:gd name="T16" fmla="*/ 157 w 632"/>
                <a:gd name="T17" fmla="*/ 68 h 294"/>
                <a:gd name="T18" fmla="*/ 158 w 632"/>
                <a:gd name="T19" fmla="*/ 35 h 294"/>
                <a:gd name="T20" fmla="*/ 130 w 632"/>
                <a:gd name="T21" fmla="*/ 24 h 294"/>
                <a:gd name="T22" fmla="*/ 120 w 632"/>
                <a:gd name="T23" fmla="*/ 28 h 294"/>
                <a:gd name="T24" fmla="*/ 120 w 632"/>
                <a:gd name="T25" fmla="*/ 17 h 294"/>
                <a:gd name="T26" fmla="*/ 96 w 632"/>
                <a:gd name="T27" fmla="*/ 10 h 294"/>
                <a:gd name="T28" fmla="*/ 96 w 632"/>
                <a:gd name="T29" fmla="*/ 0 h 294"/>
                <a:gd name="T30" fmla="*/ 0 w 632"/>
                <a:gd name="T31" fmla="*/ 0 h 294"/>
                <a:gd name="T32" fmla="*/ 0 w 632"/>
                <a:gd name="T33" fmla="*/ 0 h 29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32"/>
                <a:gd name="T52" fmla="*/ 0 h 294"/>
                <a:gd name="T53" fmla="*/ 632 w 632"/>
                <a:gd name="T54" fmla="*/ 294 h 294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32" h="294">
                  <a:moveTo>
                    <a:pt x="0" y="0"/>
                  </a:moveTo>
                  <a:lnTo>
                    <a:pt x="0" y="91"/>
                  </a:lnTo>
                  <a:lnTo>
                    <a:pt x="178" y="179"/>
                  </a:lnTo>
                  <a:lnTo>
                    <a:pt x="224" y="172"/>
                  </a:lnTo>
                  <a:lnTo>
                    <a:pt x="229" y="202"/>
                  </a:lnTo>
                  <a:lnTo>
                    <a:pt x="391" y="271"/>
                  </a:lnTo>
                  <a:lnTo>
                    <a:pt x="455" y="254"/>
                  </a:lnTo>
                  <a:lnTo>
                    <a:pt x="529" y="294"/>
                  </a:lnTo>
                  <a:lnTo>
                    <a:pt x="626" y="271"/>
                  </a:lnTo>
                  <a:lnTo>
                    <a:pt x="632" y="138"/>
                  </a:lnTo>
                  <a:lnTo>
                    <a:pt x="520" y="99"/>
                  </a:lnTo>
                  <a:lnTo>
                    <a:pt x="483" y="114"/>
                  </a:lnTo>
                  <a:lnTo>
                    <a:pt x="483" y="67"/>
                  </a:lnTo>
                  <a:lnTo>
                    <a:pt x="386" y="41"/>
                  </a:lnTo>
                  <a:lnTo>
                    <a:pt x="3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2B1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1" name="Freeform 232"/>
            <p:cNvSpPr>
              <a:spLocks/>
            </p:cNvSpPr>
            <p:nvPr/>
          </p:nvSpPr>
          <p:spPr bwMode="auto">
            <a:xfrm>
              <a:off x="3752" y="1998"/>
              <a:ext cx="95" cy="34"/>
            </a:xfrm>
            <a:custGeom>
              <a:avLst/>
              <a:gdLst>
                <a:gd name="T0" fmla="*/ 48 w 190"/>
                <a:gd name="T1" fmla="*/ 9 h 69"/>
                <a:gd name="T2" fmla="*/ 25 w 190"/>
                <a:gd name="T3" fmla="*/ 17 h 69"/>
                <a:gd name="T4" fmla="*/ 0 w 190"/>
                <a:gd name="T5" fmla="*/ 5 h 69"/>
                <a:gd name="T6" fmla="*/ 20 w 190"/>
                <a:gd name="T7" fmla="*/ 0 h 69"/>
                <a:gd name="T8" fmla="*/ 48 w 190"/>
                <a:gd name="T9" fmla="*/ 9 h 69"/>
                <a:gd name="T10" fmla="*/ 48 w 190"/>
                <a:gd name="T11" fmla="*/ 9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0"/>
                <a:gd name="T19" fmla="*/ 0 h 69"/>
                <a:gd name="T20" fmla="*/ 190 w 190"/>
                <a:gd name="T21" fmla="*/ 69 h 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0" h="69">
                  <a:moveTo>
                    <a:pt x="190" y="36"/>
                  </a:moveTo>
                  <a:lnTo>
                    <a:pt x="102" y="69"/>
                  </a:lnTo>
                  <a:lnTo>
                    <a:pt x="0" y="20"/>
                  </a:lnTo>
                  <a:lnTo>
                    <a:pt x="78" y="0"/>
                  </a:lnTo>
                  <a:lnTo>
                    <a:pt x="190" y="36"/>
                  </a:lnTo>
                  <a:close/>
                </a:path>
              </a:pathLst>
            </a:custGeom>
            <a:solidFill>
              <a:srgbClr val="BF66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2" name="Freeform 233"/>
            <p:cNvSpPr>
              <a:spLocks/>
            </p:cNvSpPr>
            <p:nvPr/>
          </p:nvSpPr>
          <p:spPr bwMode="auto">
            <a:xfrm>
              <a:off x="3643" y="1964"/>
              <a:ext cx="135" cy="34"/>
            </a:xfrm>
            <a:custGeom>
              <a:avLst/>
              <a:gdLst>
                <a:gd name="T0" fmla="*/ 67 w 271"/>
                <a:gd name="T1" fmla="*/ 10 h 68"/>
                <a:gd name="T2" fmla="*/ 35 w 271"/>
                <a:gd name="T3" fmla="*/ 17 h 68"/>
                <a:gd name="T4" fmla="*/ 0 w 271"/>
                <a:gd name="T5" fmla="*/ 4 h 68"/>
                <a:gd name="T6" fmla="*/ 37 w 271"/>
                <a:gd name="T7" fmla="*/ 0 h 68"/>
                <a:gd name="T8" fmla="*/ 67 w 271"/>
                <a:gd name="T9" fmla="*/ 10 h 68"/>
                <a:gd name="T10" fmla="*/ 67 w 271"/>
                <a:gd name="T11" fmla="*/ 1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1"/>
                <a:gd name="T19" fmla="*/ 0 h 68"/>
                <a:gd name="T20" fmla="*/ 271 w 271"/>
                <a:gd name="T21" fmla="*/ 68 h 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1" h="68">
                  <a:moveTo>
                    <a:pt x="271" y="40"/>
                  </a:moveTo>
                  <a:lnTo>
                    <a:pt x="140" y="68"/>
                  </a:lnTo>
                  <a:lnTo>
                    <a:pt x="0" y="19"/>
                  </a:lnTo>
                  <a:lnTo>
                    <a:pt x="148" y="0"/>
                  </a:lnTo>
                  <a:lnTo>
                    <a:pt x="271" y="40"/>
                  </a:lnTo>
                  <a:close/>
                </a:path>
              </a:pathLst>
            </a:custGeom>
            <a:solidFill>
              <a:srgbClr val="BF66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3" name="Freeform 234"/>
            <p:cNvSpPr>
              <a:spLocks/>
            </p:cNvSpPr>
            <p:nvPr/>
          </p:nvSpPr>
          <p:spPr bwMode="auto">
            <a:xfrm>
              <a:off x="3800" y="1947"/>
              <a:ext cx="15" cy="202"/>
            </a:xfrm>
            <a:custGeom>
              <a:avLst/>
              <a:gdLst>
                <a:gd name="T0" fmla="*/ 4 w 30"/>
                <a:gd name="T1" fmla="*/ 93 h 404"/>
                <a:gd name="T2" fmla="*/ 0 w 30"/>
                <a:gd name="T3" fmla="*/ 0 h 404"/>
                <a:gd name="T4" fmla="*/ 7 w 30"/>
                <a:gd name="T5" fmla="*/ 0 h 404"/>
                <a:gd name="T6" fmla="*/ 8 w 30"/>
                <a:gd name="T7" fmla="*/ 101 h 404"/>
                <a:gd name="T8" fmla="*/ 4 w 30"/>
                <a:gd name="T9" fmla="*/ 93 h 404"/>
                <a:gd name="T10" fmla="*/ 4 w 30"/>
                <a:gd name="T11" fmla="*/ 93 h 4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404"/>
                <a:gd name="T20" fmla="*/ 30 w 30"/>
                <a:gd name="T21" fmla="*/ 404 h 40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404">
                  <a:moveTo>
                    <a:pt x="16" y="371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30" y="404"/>
                  </a:lnTo>
                  <a:lnTo>
                    <a:pt x="16" y="37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4" name="Freeform 235"/>
            <p:cNvSpPr>
              <a:spLocks/>
            </p:cNvSpPr>
            <p:nvPr/>
          </p:nvSpPr>
          <p:spPr bwMode="auto">
            <a:xfrm>
              <a:off x="3481" y="2114"/>
              <a:ext cx="401" cy="189"/>
            </a:xfrm>
            <a:custGeom>
              <a:avLst/>
              <a:gdLst>
                <a:gd name="T0" fmla="*/ 7 w 803"/>
                <a:gd name="T1" fmla="*/ 45 h 378"/>
                <a:gd name="T2" fmla="*/ 166 w 803"/>
                <a:gd name="T3" fmla="*/ 0 h 378"/>
                <a:gd name="T4" fmla="*/ 200 w 803"/>
                <a:gd name="T5" fmla="*/ 27 h 378"/>
                <a:gd name="T6" fmla="*/ 32 w 803"/>
                <a:gd name="T7" fmla="*/ 95 h 378"/>
                <a:gd name="T8" fmla="*/ 0 w 803"/>
                <a:gd name="T9" fmla="*/ 75 h 378"/>
                <a:gd name="T10" fmla="*/ 7 w 803"/>
                <a:gd name="T11" fmla="*/ 45 h 378"/>
                <a:gd name="T12" fmla="*/ 7 w 803"/>
                <a:gd name="T13" fmla="*/ 45 h 3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3"/>
                <a:gd name="T22" fmla="*/ 0 h 378"/>
                <a:gd name="T23" fmla="*/ 803 w 803"/>
                <a:gd name="T24" fmla="*/ 378 h 37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3" h="378">
                  <a:moveTo>
                    <a:pt x="29" y="179"/>
                  </a:moveTo>
                  <a:lnTo>
                    <a:pt x="665" y="0"/>
                  </a:lnTo>
                  <a:lnTo>
                    <a:pt x="803" y="110"/>
                  </a:lnTo>
                  <a:lnTo>
                    <a:pt x="130" y="378"/>
                  </a:lnTo>
                  <a:lnTo>
                    <a:pt x="0" y="298"/>
                  </a:lnTo>
                  <a:lnTo>
                    <a:pt x="29" y="179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" name="Freeform 236"/>
            <p:cNvSpPr>
              <a:spLocks/>
            </p:cNvSpPr>
            <p:nvPr/>
          </p:nvSpPr>
          <p:spPr bwMode="auto">
            <a:xfrm>
              <a:off x="3438" y="2198"/>
              <a:ext cx="112" cy="103"/>
            </a:xfrm>
            <a:custGeom>
              <a:avLst/>
              <a:gdLst>
                <a:gd name="T0" fmla="*/ 28 w 223"/>
                <a:gd name="T1" fmla="*/ 0 h 206"/>
                <a:gd name="T2" fmla="*/ 0 w 223"/>
                <a:gd name="T3" fmla="*/ 28 h 206"/>
                <a:gd name="T4" fmla="*/ 56 w 223"/>
                <a:gd name="T5" fmla="*/ 52 h 206"/>
                <a:gd name="T6" fmla="*/ 28 w 223"/>
                <a:gd name="T7" fmla="*/ 0 h 206"/>
                <a:gd name="T8" fmla="*/ 28 w 223"/>
                <a:gd name="T9" fmla="*/ 0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3"/>
                <a:gd name="T16" fmla="*/ 0 h 206"/>
                <a:gd name="T17" fmla="*/ 223 w 223"/>
                <a:gd name="T18" fmla="*/ 206 h 2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3" h="206">
                  <a:moveTo>
                    <a:pt x="109" y="0"/>
                  </a:moveTo>
                  <a:lnTo>
                    <a:pt x="0" y="113"/>
                  </a:lnTo>
                  <a:lnTo>
                    <a:pt x="223" y="206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6" name="Freeform 237"/>
            <p:cNvSpPr>
              <a:spLocks/>
            </p:cNvSpPr>
            <p:nvPr/>
          </p:nvSpPr>
          <p:spPr bwMode="auto">
            <a:xfrm>
              <a:off x="3484" y="1947"/>
              <a:ext cx="16" cy="316"/>
            </a:xfrm>
            <a:custGeom>
              <a:avLst/>
              <a:gdLst>
                <a:gd name="T0" fmla="*/ 4 w 32"/>
                <a:gd name="T1" fmla="*/ 137 h 632"/>
                <a:gd name="T2" fmla="*/ 0 w 32"/>
                <a:gd name="T3" fmla="*/ 0 h 632"/>
                <a:gd name="T4" fmla="*/ 6 w 32"/>
                <a:gd name="T5" fmla="*/ 0 h 632"/>
                <a:gd name="T6" fmla="*/ 8 w 32"/>
                <a:gd name="T7" fmla="*/ 158 h 632"/>
                <a:gd name="T8" fmla="*/ 4 w 32"/>
                <a:gd name="T9" fmla="*/ 137 h 632"/>
                <a:gd name="T10" fmla="*/ 4 w 32"/>
                <a:gd name="T11" fmla="*/ 137 h 6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632"/>
                <a:gd name="T20" fmla="*/ 32 w 32"/>
                <a:gd name="T21" fmla="*/ 632 h 6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632">
                  <a:moveTo>
                    <a:pt x="17" y="546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32" y="632"/>
                  </a:lnTo>
                  <a:lnTo>
                    <a:pt x="17" y="54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7" name="Freeform 238"/>
            <p:cNvSpPr>
              <a:spLocks/>
            </p:cNvSpPr>
            <p:nvPr/>
          </p:nvSpPr>
          <p:spPr bwMode="auto">
            <a:xfrm>
              <a:off x="3023" y="2138"/>
              <a:ext cx="55" cy="83"/>
            </a:xfrm>
            <a:custGeom>
              <a:avLst/>
              <a:gdLst>
                <a:gd name="T0" fmla="*/ 27 w 112"/>
                <a:gd name="T1" fmla="*/ 29 h 167"/>
                <a:gd name="T2" fmla="*/ 13 w 112"/>
                <a:gd name="T3" fmla="*/ 17 h 167"/>
                <a:gd name="T4" fmla="*/ 14 w 112"/>
                <a:gd name="T5" fmla="*/ 8 h 167"/>
                <a:gd name="T6" fmla="*/ 11 w 112"/>
                <a:gd name="T7" fmla="*/ 7 h 167"/>
                <a:gd name="T8" fmla="*/ 9 w 112"/>
                <a:gd name="T9" fmla="*/ 10 h 167"/>
                <a:gd name="T10" fmla="*/ 2 w 112"/>
                <a:gd name="T11" fmla="*/ 0 h 167"/>
                <a:gd name="T12" fmla="*/ 0 w 112"/>
                <a:gd name="T13" fmla="*/ 1 h 167"/>
                <a:gd name="T14" fmla="*/ 1 w 112"/>
                <a:gd name="T15" fmla="*/ 4 h 167"/>
                <a:gd name="T16" fmla="*/ 0 w 112"/>
                <a:gd name="T17" fmla="*/ 14 h 167"/>
                <a:gd name="T18" fmla="*/ 10 w 112"/>
                <a:gd name="T19" fmla="*/ 20 h 167"/>
                <a:gd name="T20" fmla="*/ 11 w 112"/>
                <a:gd name="T21" fmla="*/ 28 h 167"/>
                <a:gd name="T22" fmla="*/ 17 w 112"/>
                <a:gd name="T23" fmla="*/ 41 h 167"/>
                <a:gd name="T24" fmla="*/ 27 w 112"/>
                <a:gd name="T25" fmla="*/ 29 h 167"/>
                <a:gd name="T26" fmla="*/ 27 w 112"/>
                <a:gd name="T27" fmla="*/ 29 h 1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2"/>
                <a:gd name="T43" fmla="*/ 0 h 167"/>
                <a:gd name="T44" fmla="*/ 112 w 112"/>
                <a:gd name="T45" fmla="*/ 167 h 167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2" h="167">
                  <a:moveTo>
                    <a:pt x="112" y="119"/>
                  </a:moveTo>
                  <a:lnTo>
                    <a:pt x="55" y="69"/>
                  </a:lnTo>
                  <a:lnTo>
                    <a:pt x="57" y="34"/>
                  </a:lnTo>
                  <a:lnTo>
                    <a:pt x="47" y="29"/>
                  </a:lnTo>
                  <a:lnTo>
                    <a:pt x="39" y="43"/>
                  </a:lnTo>
                  <a:lnTo>
                    <a:pt x="11" y="0"/>
                  </a:lnTo>
                  <a:lnTo>
                    <a:pt x="2" y="4"/>
                  </a:lnTo>
                  <a:lnTo>
                    <a:pt x="4" y="19"/>
                  </a:lnTo>
                  <a:lnTo>
                    <a:pt x="0" y="58"/>
                  </a:lnTo>
                  <a:lnTo>
                    <a:pt x="42" y="81"/>
                  </a:lnTo>
                  <a:lnTo>
                    <a:pt x="44" y="114"/>
                  </a:lnTo>
                  <a:lnTo>
                    <a:pt x="69" y="167"/>
                  </a:lnTo>
                  <a:lnTo>
                    <a:pt x="112" y="119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8" name="Freeform 239"/>
            <p:cNvSpPr>
              <a:spLocks/>
            </p:cNvSpPr>
            <p:nvPr/>
          </p:nvSpPr>
          <p:spPr bwMode="auto">
            <a:xfrm>
              <a:off x="3205" y="2140"/>
              <a:ext cx="82" cy="48"/>
            </a:xfrm>
            <a:custGeom>
              <a:avLst/>
              <a:gdLst>
                <a:gd name="T0" fmla="*/ 0 w 166"/>
                <a:gd name="T1" fmla="*/ 15 h 95"/>
                <a:gd name="T2" fmla="*/ 10 w 166"/>
                <a:gd name="T3" fmla="*/ 10 h 95"/>
                <a:gd name="T4" fmla="*/ 20 w 166"/>
                <a:gd name="T5" fmla="*/ 7 h 95"/>
                <a:gd name="T6" fmla="*/ 23 w 166"/>
                <a:gd name="T7" fmla="*/ 0 h 95"/>
                <a:gd name="T8" fmla="*/ 27 w 166"/>
                <a:gd name="T9" fmla="*/ 0 h 95"/>
                <a:gd name="T10" fmla="*/ 26 w 166"/>
                <a:gd name="T11" fmla="*/ 5 h 95"/>
                <a:gd name="T12" fmla="*/ 32 w 166"/>
                <a:gd name="T13" fmla="*/ 5 h 95"/>
                <a:gd name="T14" fmla="*/ 41 w 166"/>
                <a:gd name="T15" fmla="*/ 2 h 95"/>
                <a:gd name="T16" fmla="*/ 38 w 166"/>
                <a:gd name="T17" fmla="*/ 7 h 95"/>
                <a:gd name="T18" fmla="*/ 31 w 166"/>
                <a:gd name="T19" fmla="*/ 15 h 95"/>
                <a:gd name="T20" fmla="*/ 22 w 166"/>
                <a:gd name="T21" fmla="*/ 15 h 95"/>
                <a:gd name="T22" fmla="*/ 10 w 166"/>
                <a:gd name="T23" fmla="*/ 24 h 95"/>
                <a:gd name="T24" fmla="*/ 0 w 166"/>
                <a:gd name="T25" fmla="*/ 15 h 95"/>
                <a:gd name="T26" fmla="*/ 0 w 166"/>
                <a:gd name="T27" fmla="*/ 15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6"/>
                <a:gd name="T43" fmla="*/ 0 h 95"/>
                <a:gd name="T44" fmla="*/ 166 w 166"/>
                <a:gd name="T45" fmla="*/ 95 h 9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6" h="95">
                  <a:moveTo>
                    <a:pt x="0" y="58"/>
                  </a:moveTo>
                  <a:lnTo>
                    <a:pt x="43" y="39"/>
                  </a:lnTo>
                  <a:lnTo>
                    <a:pt x="84" y="26"/>
                  </a:lnTo>
                  <a:lnTo>
                    <a:pt x="95" y="0"/>
                  </a:lnTo>
                  <a:lnTo>
                    <a:pt x="111" y="0"/>
                  </a:lnTo>
                  <a:lnTo>
                    <a:pt x="105" y="18"/>
                  </a:lnTo>
                  <a:lnTo>
                    <a:pt x="131" y="18"/>
                  </a:lnTo>
                  <a:lnTo>
                    <a:pt x="166" y="8"/>
                  </a:lnTo>
                  <a:lnTo>
                    <a:pt x="156" y="25"/>
                  </a:lnTo>
                  <a:lnTo>
                    <a:pt x="126" y="58"/>
                  </a:lnTo>
                  <a:lnTo>
                    <a:pt x="91" y="58"/>
                  </a:lnTo>
                  <a:lnTo>
                    <a:pt x="42" y="95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9" name="Freeform 240"/>
            <p:cNvSpPr>
              <a:spLocks/>
            </p:cNvSpPr>
            <p:nvPr/>
          </p:nvSpPr>
          <p:spPr bwMode="auto">
            <a:xfrm>
              <a:off x="3115" y="2108"/>
              <a:ext cx="41" cy="65"/>
            </a:xfrm>
            <a:custGeom>
              <a:avLst/>
              <a:gdLst>
                <a:gd name="T0" fmla="*/ 0 w 83"/>
                <a:gd name="T1" fmla="*/ 28 h 131"/>
                <a:gd name="T2" fmla="*/ 1 w 83"/>
                <a:gd name="T3" fmla="*/ 20 h 131"/>
                <a:gd name="T4" fmla="*/ 13 w 83"/>
                <a:gd name="T5" fmla="*/ 0 h 131"/>
                <a:gd name="T6" fmla="*/ 20 w 83"/>
                <a:gd name="T7" fmla="*/ 10 h 131"/>
                <a:gd name="T8" fmla="*/ 19 w 83"/>
                <a:gd name="T9" fmla="*/ 13 h 131"/>
                <a:gd name="T10" fmla="*/ 19 w 83"/>
                <a:gd name="T11" fmla="*/ 20 h 131"/>
                <a:gd name="T12" fmla="*/ 13 w 83"/>
                <a:gd name="T13" fmla="*/ 24 h 131"/>
                <a:gd name="T14" fmla="*/ 14 w 83"/>
                <a:gd name="T15" fmla="*/ 32 h 131"/>
                <a:gd name="T16" fmla="*/ 0 w 83"/>
                <a:gd name="T17" fmla="*/ 28 h 131"/>
                <a:gd name="T18" fmla="*/ 0 w 83"/>
                <a:gd name="T19" fmla="*/ 28 h 1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3"/>
                <a:gd name="T31" fmla="*/ 0 h 131"/>
                <a:gd name="T32" fmla="*/ 83 w 83"/>
                <a:gd name="T33" fmla="*/ 131 h 13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3" h="131">
                  <a:moveTo>
                    <a:pt x="0" y="115"/>
                  </a:moveTo>
                  <a:lnTo>
                    <a:pt x="4" y="83"/>
                  </a:lnTo>
                  <a:lnTo>
                    <a:pt x="54" y="0"/>
                  </a:lnTo>
                  <a:lnTo>
                    <a:pt x="83" y="40"/>
                  </a:lnTo>
                  <a:lnTo>
                    <a:pt x="77" y="53"/>
                  </a:lnTo>
                  <a:lnTo>
                    <a:pt x="77" y="82"/>
                  </a:lnTo>
                  <a:lnTo>
                    <a:pt x="54" y="98"/>
                  </a:lnTo>
                  <a:lnTo>
                    <a:pt x="59" y="131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0" name="Freeform 241"/>
            <p:cNvSpPr>
              <a:spLocks/>
            </p:cNvSpPr>
            <p:nvPr/>
          </p:nvSpPr>
          <p:spPr bwMode="auto">
            <a:xfrm>
              <a:off x="3048" y="2157"/>
              <a:ext cx="184" cy="213"/>
            </a:xfrm>
            <a:custGeom>
              <a:avLst/>
              <a:gdLst>
                <a:gd name="T0" fmla="*/ 55 w 368"/>
                <a:gd name="T1" fmla="*/ 7 h 425"/>
                <a:gd name="T2" fmla="*/ 34 w 368"/>
                <a:gd name="T3" fmla="*/ 0 h 425"/>
                <a:gd name="T4" fmla="*/ 31 w 368"/>
                <a:gd name="T5" fmla="*/ 4 h 425"/>
                <a:gd name="T6" fmla="*/ 28 w 368"/>
                <a:gd name="T7" fmla="*/ 4 h 425"/>
                <a:gd name="T8" fmla="*/ 23 w 368"/>
                <a:gd name="T9" fmla="*/ 4 h 425"/>
                <a:gd name="T10" fmla="*/ 19 w 368"/>
                <a:gd name="T11" fmla="*/ 4 h 425"/>
                <a:gd name="T12" fmla="*/ 11 w 368"/>
                <a:gd name="T13" fmla="*/ 18 h 425"/>
                <a:gd name="T14" fmla="*/ 0 w 368"/>
                <a:gd name="T15" fmla="*/ 29 h 425"/>
                <a:gd name="T16" fmla="*/ 11 w 368"/>
                <a:gd name="T17" fmla="*/ 38 h 425"/>
                <a:gd name="T18" fmla="*/ 18 w 368"/>
                <a:gd name="T19" fmla="*/ 32 h 425"/>
                <a:gd name="T20" fmla="*/ 18 w 368"/>
                <a:gd name="T21" fmla="*/ 35 h 425"/>
                <a:gd name="T22" fmla="*/ 18 w 368"/>
                <a:gd name="T23" fmla="*/ 40 h 425"/>
                <a:gd name="T24" fmla="*/ 18 w 368"/>
                <a:gd name="T25" fmla="*/ 45 h 425"/>
                <a:gd name="T26" fmla="*/ 18 w 368"/>
                <a:gd name="T27" fmla="*/ 49 h 425"/>
                <a:gd name="T28" fmla="*/ 20 w 368"/>
                <a:gd name="T29" fmla="*/ 52 h 425"/>
                <a:gd name="T30" fmla="*/ 22 w 368"/>
                <a:gd name="T31" fmla="*/ 55 h 425"/>
                <a:gd name="T32" fmla="*/ 21 w 368"/>
                <a:gd name="T33" fmla="*/ 60 h 425"/>
                <a:gd name="T34" fmla="*/ 21 w 368"/>
                <a:gd name="T35" fmla="*/ 61 h 425"/>
                <a:gd name="T36" fmla="*/ 21 w 368"/>
                <a:gd name="T37" fmla="*/ 65 h 425"/>
                <a:gd name="T38" fmla="*/ 22 w 368"/>
                <a:gd name="T39" fmla="*/ 69 h 425"/>
                <a:gd name="T40" fmla="*/ 22 w 368"/>
                <a:gd name="T41" fmla="*/ 73 h 425"/>
                <a:gd name="T42" fmla="*/ 22 w 368"/>
                <a:gd name="T43" fmla="*/ 77 h 425"/>
                <a:gd name="T44" fmla="*/ 23 w 368"/>
                <a:gd name="T45" fmla="*/ 82 h 425"/>
                <a:gd name="T46" fmla="*/ 23 w 368"/>
                <a:gd name="T47" fmla="*/ 88 h 425"/>
                <a:gd name="T48" fmla="*/ 24 w 368"/>
                <a:gd name="T49" fmla="*/ 94 h 425"/>
                <a:gd name="T50" fmla="*/ 25 w 368"/>
                <a:gd name="T51" fmla="*/ 99 h 425"/>
                <a:gd name="T52" fmla="*/ 26 w 368"/>
                <a:gd name="T53" fmla="*/ 103 h 425"/>
                <a:gd name="T54" fmla="*/ 26 w 368"/>
                <a:gd name="T55" fmla="*/ 106 h 425"/>
                <a:gd name="T56" fmla="*/ 41 w 368"/>
                <a:gd name="T57" fmla="*/ 102 h 425"/>
                <a:gd name="T58" fmla="*/ 57 w 368"/>
                <a:gd name="T59" fmla="*/ 80 h 425"/>
                <a:gd name="T60" fmla="*/ 67 w 368"/>
                <a:gd name="T61" fmla="*/ 96 h 425"/>
                <a:gd name="T62" fmla="*/ 67 w 368"/>
                <a:gd name="T63" fmla="*/ 65 h 425"/>
                <a:gd name="T64" fmla="*/ 52 w 368"/>
                <a:gd name="T65" fmla="*/ 40 h 425"/>
                <a:gd name="T66" fmla="*/ 55 w 368"/>
                <a:gd name="T67" fmla="*/ 29 h 425"/>
                <a:gd name="T68" fmla="*/ 79 w 368"/>
                <a:gd name="T69" fmla="*/ 20 h 425"/>
                <a:gd name="T70" fmla="*/ 92 w 368"/>
                <a:gd name="T71" fmla="*/ 14 h 425"/>
                <a:gd name="T72" fmla="*/ 85 w 368"/>
                <a:gd name="T73" fmla="*/ 8 h 425"/>
                <a:gd name="T74" fmla="*/ 67 w 368"/>
                <a:gd name="T75" fmla="*/ 13 h 42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68"/>
                <a:gd name="T115" fmla="*/ 0 h 425"/>
                <a:gd name="T116" fmla="*/ 368 w 368"/>
                <a:gd name="T117" fmla="*/ 425 h 42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68" h="425">
                  <a:moveTo>
                    <a:pt x="265" y="51"/>
                  </a:moveTo>
                  <a:lnTo>
                    <a:pt x="221" y="27"/>
                  </a:lnTo>
                  <a:lnTo>
                    <a:pt x="175" y="11"/>
                  </a:lnTo>
                  <a:lnTo>
                    <a:pt x="133" y="0"/>
                  </a:lnTo>
                  <a:lnTo>
                    <a:pt x="126" y="15"/>
                  </a:lnTo>
                  <a:lnTo>
                    <a:pt x="124" y="15"/>
                  </a:lnTo>
                  <a:lnTo>
                    <a:pt x="119" y="15"/>
                  </a:lnTo>
                  <a:lnTo>
                    <a:pt x="112" y="15"/>
                  </a:lnTo>
                  <a:lnTo>
                    <a:pt x="101" y="15"/>
                  </a:lnTo>
                  <a:lnTo>
                    <a:pt x="90" y="13"/>
                  </a:lnTo>
                  <a:lnTo>
                    <a:pt x="80" y="15"/>
                  </a:lnTo>
                  <a:lnTo>
                    <a:pt x="73" y="15"/>
                  </a:lnTo>
                  <a:lnTo>
                    <a:pt x="71" y="16"/>
                  </a:lnTo>
                  <a:lnTo>
                    <a:pt x="42" y="71"/>
                  </a:lnTo>
                  <a:lnTo>
                    <a:pt x="7" y="88"/>
                  </a:lnTo>
                  <a:lnTo>
                    <a:pt x="0" y="113"/>
                  </a:lnTo>
                  <a:lnTo>
                    <a:pt x="25" y="149"/>
                  </a:lnTo>
                  <a:lnTo>
                    <a:pt x="44" y="149"/>
                  </a:lnTo>
                  <a:lnTo>
                    <a:pt x="72" y="128"/>
                  </a:lnTo>
                  <a:lnTo>
                    <a:pt x="71" y="128"/>
                  </a:lnTo>
                  <a:lnTo>
                    <a:pt x="71" y="132"/>
                  </a:lnTo>
                  <a:lnTo>
                    <a:pt x="69" y="139"/>
                  </a:lnTo>
                  <a:lnTo>
                    <a:pt x="69" y="149"/>
                  </a:lnTo>
                  <a:lnTo>
                    <a:pt x="69" y="157"/>
                  </a:lnTo>
                  <a:lnTo>
                    <a:pt x="69" y="168"/>
                  </a:lnTo>
                  <a:lnTo>
                    <a:pt x="69" y="178"/>
                  </a:lnTo>
                  <a:lnTo>
                    <a:pt x="72" y="187"/>
                  </a:lnTo>
                  <a:lnTo>
                    <a:pt x="72" y="194"/>
                  </a:lnTo>
                  <a:lnTo>
                    <a:pt x="76" y="201"/>
                  </a:lnTo>
                  <a:lnTo>
                    <a:pt x="79" y="207"/>
                  </a:lnTo>
                  <a:lnTo>
                    <a:pt x="83" y="211"/>
                  </a:lnTo>
                  <a:lnTo>
                    <a:pt x="88" y="218"/>
                  </a:lnTo>
                  <a:lnTo>
                    <a:pt x="93" y="219"/>
                  </a:lnTo>
                  <a:lnTo>
                    <a:pt x="83" y="237"/>
                  </a:lnTo>
                  <a:lnTo>
                    <a:pt x="83" y="241"/>
                  </a:lnTo>
                  <a:lnTo>
                    <a:pt x="83" y="244"/>
                  </a:lnTo>
                  <a:lnTo>
                    <a:pt x="83" y="252"/>
                  </a:lnTo>
                  <a:lnTo>
                    <a:pt x="83" y="258"/>
                  </a:lnTo>
                  <a:lnTo>
                    <a:pt x="84" y="266"/>
                  </a:lnTo>
                  <a:lnTo>
                    <a:pt x="86" y="274"/>
                  </a:lnTo>
                  <a:lnTo>
                    <a:pt x="87" y="285"/>
                  </a:lnTo>
                  <a:lnTo>
                    <a:pt x="87" y="289"/>
                  </a:lnTo>
                  <a:lnTo>
                    <a:pt x="87" y="296"/>
                  </a:lnTo>
                  <a:lnTo>
                    <a:pt x="88" y="306"/>
                  </a:lnTo>
                  <a:lnTo>
                    <a:pt x="90" y="317"/>
                  </a:lnTo>
                  <a:lnTo>
                    <a:pt x="91" y="327"/>
                  </a:lnTo>
                  <a:lnTo>
                    <a:pt x="93" y="339"/>
                  </a:lnTo>
                  <a:lnTo>
                    <a:pt x="94" y="350"/>
                  </a:lnTo>
                  <a:lnTo>
                    <a:pt x="97" y="364"/>
                  </a:lnTo>
                  <a:lnTo>
                    <a:pt x="98" y="375"/>
                  </a:lnTo>
                  <a:lnTo>
                    <a:pt x="100" y="386"/>
                  </a:lnTo>
                  <a:lnTo>
                    <a:pt x="101" y="396"/>
                  </a:lnTo>
                  <a:lnTo>
                    <a:pt x="102" y="407"/>
                  </a:lnTo>
                  <a:lnTo>
                    <a:pt x="104" y="412"/>
                  </a:lnTo>
                  <a:lnTo>
                    <a:pt x="105" y="419"/>
                  </a:lnTo>
                  <a:lnTo>
                    <a:pt x="105" y="423"/>
                  </a:lnTo>
                  <a:lnTo>
                    <a:pt x="106" y="425"/>
                  </a:lnTo>
                  <a:lnTo>
                    <a:pt x="163" y="405"/>
                  </a:lnTo>
                  <a:lnTo>
                    <a:pt x="181" y="307"/>
                  </a:lnTo>
                  <a:lnTo>
                    <a:pt x="229" y="318"/>
                  </a:lnTo>
                  <a:lnTo>
                    <a:pt x="231" y="398"/>
                  </a:lnTo>
                  <a:lnTo>
                    <a:pt x="268" y="383"/>
                  </a:lnTo>
                  <a:lnTo>
                    <a:pt x="291" y="376"/>
                  </a:lnTo>
                  <a:lnTo>
                    <a:pt x="268" y="260"/>
                  </a:lnTo>
                  <a:lnTo>
                    <a:pt x="211" y="198"/>
                  </a:lnTo>
                  <a:lnTo>
                    <a:pt x="211" y="158"/>
                  </a:lnTo>
                  <a:lnTo>
                    <a:pt x="208" y="135"/>
                  </a:lnTo>
                  <a:lnTo>
                    <a:pt x="221" y="114"/>
                  </a:lnTo>
                  <a:lnTo>
                    <a:pt x="276" y="99"/>
                  </a:lnTo>
                  <a:lnTo>
                    <a:pt x="316" y="80"/>
                  </a:lnTo>
                  <a:lnTo>
                    <a:pt x="333" y="91"/>
                  </a:lnTo>
                  <a:lnTo>
                    <a:pt x="366" y="56"/>
                  </a:lnTo>
                  <a:lnTo>
                    <a:pt x="368" y="45"/>
                  </a:lnTo>
                  <a:lnTo>
                    <a:pt x="340" y="30"/>
                  </a:lnTo>
                  <a:lnTo>
                    <a:pt x="265" y="51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1" name="Freeform 242"/>
            <p:cNvSpPr>
              <a:spLocks/>
            </p:cNvSpPr>
            <p:nvPr/>
          </p:nvSpPr>
          <p:spPr bwMode="auto">
            <a:xfrm>
              <a:off x="3116" y="2166"/>
              <a:ext cx="117" cy="41"/>
            </a:xfrm>
            <a:custGeom>
              <a:avLst/>
              <a:gdLst>
                <a:gd name="T0" fmla="*/ 22 w 233"/>
                <a:gd name="T1" fmla="*/ 3 h 83"/>
                <a:gd name="T2" fmla="*/ 12 w 233"/>
                <a:gd name="T3" fmla="*/ 2 h 83"/>
                <a:gd name="T4" fmla="*/ 0 w 233"/>
                <a:gd name="T5" fmla="*/ 6 h 83"/>
                <a:gd name="T6" fmla="*/ 0 w 233"/>
                <a:gd name="T7" fmla="*/ 7 h 83"/>
                <a:gd name="T8" fmla="*/ 1 w 233"/>
                <a:gd name="T9" fmla="*/ 9 h 83"/>
                <a:gd name="T10" fmla="*/ 2 w 233"/>
                <a:gd name="T11" fmla="*/ 10 h 83"/>
                <a:gd name="T12" fmla="*/ 3 w 233"/>
                <a:gd name="T13" fmla="*/ 11 h 83"/>
                <a:gd name="T14" fmla="*/ 4 w 233"/>
                <a:gd name="T15" fmla="*/ 13 h 83"/>
                <a:gd name="T16" fmla="*/ 6 w 233"/>
                <a:gd name="T17" fmla="*/ 14 h 83"/>
                <a:gd name="T18" fmla="*/ 8 w 233"/>
                <a:gd name="T19" fmla="*/ 14 h 83"/>
                <a:gd name="T20" fmla="*/ 10 w 233"/>
                <a:gd name="T21" fmla="*/ 15 h 83"/>
                <a:gd name="T22" fmla="*/ 13 w 233"/>
                <a:gd name="T23" fmla="*/ 15 h 83"/>
                <a:gd name="T24" fmla="*/ 15 w 233"/>
                <a:gd name="T25" fmla="*/ 16 h 83"/>
                <a:gd name="T26" fmla="*/ 18 w 233"/>
                <a:gd name="T27" fmla="*/ 16 h 83"/>
                <a:gd name="T28" fmla="*/ 20 w 233"/>
                <a:gd name="T29" fmla="*/ 16 h 83"/>
                <a:gd name="T30" fmla="*/ 21 w 233"/>
                <a:gd name="T31" fmla="*/ 16 h 83"/>
                <a:gd name="T32" fmla="*/ 21 w 233"/>
                <a:gd name="T33" fmla="*/ 16 h 83"/>
                <a:gd name="T34" fmla="*/ 22 w 233"/>
                <a:gd name="T35" fmla="*/ 20 h 83"/>
                <a:gd name="T36" fmla="*/ 22 w 233"/>
                <a:gd name="T37" fmla="*/ 20 h 83"/>
                <a:gd name="T38" fmla="*/ 24 w 233"/>
                <a:gd name="T39" fmla="*/ 20 h 83"/>
                <a:gd name="T40" fmla="*/ 26 w 233"/>
                <a:gd name="T41" fmla="*/ 20 h 83"/>
                <a:gd name="T42" fmla="*/ 29 w 233"/>
                <a:gd name="T43" fmla="*/ 20 h 83"/>
                <a:gd name="T44" fmla="*/ 31 w 233"/>
                <a:gd name="T45" fmla="*/ 20 h 83"/>
                <a:gd name="T46" fmla="*/ 34 w 233"/>
                <a:gd name="T47" fmla="*/ 20 h 83"/>
                <a:gd name="T48" fmla="*/ 35 w 233"/>
                <a:gd name="T49" fmla="*/ 20 h 83"/>
                <a:gd name="T50" fmla="*/ 37 w 233"/>
                <a:gd name="T51" fmla="*/ 20 h 83"/>
                <a:gd name="T52" fmla="*/ 37 w 233"/>
                <a:gd name="T53" fmla="*/ 19 h 83"/>
                <a:gd name="T54" fmla="*/ 38 w 233"/>
                <a:gd name="T55" fmla="*/ 18 h 83"/>
                <a:gd name="T56" fmla="*/ 40 w 233"/>
                <a:gd name="T57" fmla="*/ 16 h 83"/>
                <a:gd name="T58" fmla="*/ 42 w 233"/>
                <a:gd name="T59" fmla="*/ 13 h 83"/>
                <a:gd name="T60" fmla="*/ 43 w 233"/>
                <a:gd name="T61" fmla="*/ 11 h 83"/>
                <a:gd name="T62" fmla="*/ 45 w 233"/>
                <a:gd name="T63" fmla="*/ 10 h 83"/>
                <a:gd name="T64" fmla="*/ 46 w 233"/>
                <a:gd name="T65" fmla="*/ 9 h 83"/>
                <a:gd name="T66" fmla="*/ 47 w 233"/>
                <a:gd name="T67" fmla="*/ 8 h 83"/>
                <a:gd name="T68" fmla="*/ 50 w 233"/>
                <a:gd name="T69" fmla="*/ 11 h 83"/>
                <a:gd name="T70" fmla="*/ 59 w 233"/>
                <a:gd name="T71" fmla="*/ 6 h 83"/>
                <a:gd name="T72" fmla="*/ 58 w 233"/>
                <a:gd name="T73" fmla="*/ 5 h 83"/>
                <a:gd name="T74" fmla="*/ 57 w 233"/>
                <a:gd name="T75" fmla="*/ 4 h 83"/>
                <a:gd name="T76" fmla="*/ 55 w 233"/>
                <a:gd name="T77" fmla="*/ 3 h 83"/>
                <a:gd name="T78" fmla="*/ 53 w 233"/>
                <a:gd name="T79" fmla="*/ 1 h 83"/>
                <a:gd name="T80" fmla="*/ 51 w 233"/>
                <a:gd name="T81" fmla="*/ 0 h 83"/>
                <a:gd name="T82" fmla="*/ 50 w 233"/>
                <a:gd name="T83" fmla="*/ 0 h 83"/>
                <a:gd name="T84" fmla="*/ 48 w 233"/>
                <a:gd name="T85" fmla="*/ 0 h 83"/>
                <a:gd name="T86" fmla="*/ 47 w 233"/>
                <a:gd name="T87" fmla="*/ 0 h 83"/>
                <a:gd name="T88" fmla="*/ 44 w 233"/>
                <a:gd name="T89" fmla="*/ 0 h 83"/>
                <a:gd name="T90" fmla="*/ 43 w 233"/>
                <a:gd name="T91" fmla="*/ 0 h 83"/>
                <a:gd name="T92" fmla="*/ 39 w 233"/>
                <a:gd name="T93" fmla="*/ 3 h 83"/>
                <a:gd name="T94" fmla="*/ 22 w 233"/>
                <a:gd name="T95" fmla="*/ 3 h 83"/>
                <a:gd name="T96" fmla="*/ 22 w 233"/>
                <a:gd name="T97" fmla="*/ 3 h 8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33"/>
                <a:gd name="T148" fmla="*/ 0 h 83"/>
                <a:gd name="T149" fmla="*/ 233 w 233"/>
                <a:gd name="T150" fmla="*/ 83 h 8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33" h="83">
                  <a:moveTo>
                    <a:pt x="85" y="14"/>
                  </a:moveTo>
                  <a:lnTo>
                    <a:pt x="47" y="10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4" y="39"/>
                  </a:lnTo>
                  <a:lnTo>
                    <a:pt x="5" y="43"/>
                  </a:lnTo>
                  <a:lnTo>
                    <a:pt x="11" y="47"/>
                  </a:lnTo>
                  <a:lnTo>
                    <a:pt x="15" y="53"/>
                  </a:lnTo>
                  <a:lnTo>
                    <a:pt x="23" y="57"/>
                  </a:lnTo>
                  <a:lnTo>
                    <a:pt x="30" y="58"/>
                  </a:lnTo>
                  <a:lnTo>
                    <a:pt x="40" y="61"/>
                  </a:lnTo>
                  <a:lnTo>
                    <a:pt x="49" y="62"/>
                  </a:lnTo>
                  <a:lnTo>
                    <a:pt x="60" y="64"/>
                  </a:lnTo>
                  <a:lnTo>
                    <a:pt x="69" y="64"/>
                  </a:lnTo>
                  <a:lnTo>
                    <a:pt x="77" y="64"/>
                  </a:lnTo>
                  <a:lnTo>
                    <a:pt x="81" y="64"/>
                  </a:lnTo>
                  <a:lnTo>
                    <a:pt x="84" y="64"/>
                  </a:lnTo>
                  <a:lnTo>
                    <a:pt x="85" y="80"/>
                  </a:lnTo>
                  <a:lnTo>
                    <a:pt x="87" y="80"/>
                  </a:lnTo>
                  <a:lnTo>
                    <a:pt x="94" y="80"/>
                  </a:lnTo>
                  <a:lnTo>
                    <a:pt x="103" y="82"/>
                  </a:lnTo>
                  <a:lnTo>
                    <a:pt x="113" y="83"/>
                  </a:lnTo>
                  <a:lnTo>
                    <a:pt x="123" y="83"/>
                  </a:lnTo>
                  <a:lnTo>
                    <a:pt x="134" y="83"/>
                  </a:lnTo>
                  <a:lnTo>
                    <a:pt x="140" y="82"/>
                  </a:lnTo>
                  <a:lnTo>
                    <a:pt x="145" y="80"/>
                  </a:lnTo>
                  <a:lnTo>
                    <a:pt x="146" y="77"/>
                  </a:lnTo>
                  <a:lnTo>
                    <a:pt x="151" y="72"/>
                  </a:lnTo>
                  <a:lnTo>
                    <a:pt x="158" y="64"/>
                  </a:lnTo>
                  <a:lnTo>
                    <a:pt x="165" y="55"/>
                  </a:lnTo>
                  <a:lnTo>
                    <a:pt x="171" y="47"/>
                  </a:lnTo>
                  <a:lnTo>
                    <a:pt x="178" y="40"/>
                  </a:lnTo>
                  <a:lnTo>
                    <a:pt x="182" y="36"/>
                  </a:lnTo>
                  <a:lnTo>
                    <a:pt x="185" y="35"/>
                  </a:lnTo>
                  <a:lnTo>
                    <a:pt x="198" y="47"/>
                  </a:lnTo>
                  <a:lnTo>
                    <a:pt x="233" y="25"/>
                  </a:lnTo>
                  <a:lnTo>
                    <a:pt x="231" y="22"/>
                  </a:lnTo>
                  <a:lnTo>
                    <a:pt x="226" y="18"/>
                  </a:lnTo>
                  <a:lnTo>
                    <a:pt x="219" y="13"/>
                  </a:lnTo>
                  <a:lnTo>
                    <a:pt x="209" y="7"/>
                  </a:lnTo>
                  <a:lnTo>
                    <a:pt x="203" y="3"/>
                  </a:lnTo>
                  <a:lnTo>
                    <a:pt x="197" y="1"/>
                  </a:lnTo>
                  <a:lnTo>
                    <a:pt x="190" y="0"/>
                  </a:lnTo>
                  <a:lnTo>
                    <a:pt x="185" y="0"/>
                  </a:lnTo>
                  <a:lnTo>
                    <a:pt x="175" y="0"/>
                  </a:lnTo>
                  <a:lnTo>
                    <a:pt x="172" y="0"/>
                  </a:lnTo>
                  <a:lnTo>
                    <a:pt x="153" y="14"/>
                  </a:lnTo>
                  <a:lnTo>
                    <a:pt x="85" y="14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2" name="Freeform 243"/>
            <p:cNvSpPr>
              <a:spLocks/>
            </p:cNvSpPr>
            <p:nvPr/>
          </p:nvSpPr>
          <p:spPr bwMode="auto">
            <a:xfrm>
              <a:off x="3127" y="2221"/>
              <a:ext cx="27" cy="36"/>
            </a:xfrm>
            <a:custGeom>
              <a:avLst/>
              <a:gdLst>
                <a:gd name="T0" fmla="*/ 13 w 54"/>
                <a:gd name="T1" fmla="*/ 0 h 73"/>
                <a:gd name="T2" fmla="*/ 12 w 54"/>
                <a:gd name="T3" fmla="*/ 0 h 73"/>
                <a:gd name="T4" fmla="*/ 11 w 54"/>
                <a:gd name="T5" fmla="*/ 1 h 73"/>
                <a:gd name="T6" fmla="*/ 9 w 54"/>
                <a:gd name="T7" fmla="*/ 2 h 73"/>
                <a:gd name="T8" fmla="*/ 7 w 54"/>
                <a:gd name="T9" fmla="*/ 4 h 73"/>
                <a:gd name="T10" fmla="*/ 6 w 54"/>
                <a:gd name="T11" fmla="*/ 5 h 73"/>
                <a:gd name="T12" fmla="*/ 5 w 54"/>
                <a:gd name="T13" fmla="*/ 7 h 73"/>
                <a:gd name="T14" fmla="*/ 3 w 54"/>
                <a:gd name="T15" fmla="*/ 8 h 73"/>
                <a:gd name="T16" fmla="*/ 3 w 54"/>
                <a:gd name="T17" fmla="*/ 10 h 73"/>
                <a:gd name="T18" fmla="*/ 3 w 54"/>
                <a:gd name="T19" fmla="*/ 11 h 73"/>
                <a:gd name="T20" fmla="*/ 4 w 54"/>
                <a:gd name="T21" fmla="*/ 10 h 73"/>
                <a:gd name="T22" fmla="*/ 6 w 54"/>
                <a:gd name="T23" fmla="*/ 10 h 73"/>
                <a:gd name="T24" fmla="*/ 7 w 54"/>
                <a:gd name="T25" fmla="*/ 9 h 73"/>
                <a:gd name="T26" fmla="*/ 0 w 54"/>
                <a:gd name="T27" fmla="*/ 18 h 73"/>
                <a:gd name="T28" fmla="*/ 9 w 54"/>
                <a:gd name="T29" fmla="*/ 15 h 73"/>
                <a:gd name="T30" fmla="*/ 14 w 54"/>
                <a:gd name="T31" fmla="*/ 13 h 73"/>
                <a:gd name="T32" fmla="*/ 14 w 54"/>
                <a:gd name="T33" fmla="*/ 4 h 73"/>
                <a:gd name="T34" fmla="*/ 13 w 54"/>
                <a:gd name="T35" fmla="*/ 0 h 73"/>
                <a:gd name="T36" fmla="*/ 13 w 54"/>
                <a:gd name="T37" fmla="*/ 0 h 7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54"/>
                <a:gd name="T58" fmla="*/ 0 h 73"/>
                <a:gd name="T59" fmla="*/ 54 w 54"/>
                <a:gd name="T60" fmla="*/ 73 h 7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54" h="73">
                  <a:moveTo>
                    <a:pt x="50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36" y="9"/>
                  </a:lnTo>
                  <a:lnTo>
                    <a:pt x="31" y="16"/>
                  </a:lnTo>
                  <a:lnTo>
                    <a:pt x="23" y="23"/>
                  </a:lnTo>
                  <a:lnTo>
                    <a:pt x="17" y="30"/>
                  </a:lnTo>
                  <a:lnTo>
                    <a:pt x="10" y="35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16" y="42"/>
                  </a:lnTo>
                  <a:lnTo>
                    <a:pt x="23" y="40"/>
                  </a:lnTo>
                  <a:lnTo>
                    <a:pt x="27" y="38"/>
                  </a:lnTo>
                  <a:lnTo>
                    <a:pt x="0" y="73"/>
                  </a:lnTo>
                  <a:lnTo>
                    <a:pt x="36" y="62"/>
                  </a:lnTo>
                  <a:lnTo>
                    <a:pt x="54" y="52"/>
                  </a:lnTo>
                  <a:lnTo>
                    <a:pt x="54" y="19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3" name="Freeform 244"/>
            <p:cNvSpPr>
              <a:spLocks/>
            </p:cNvSpPr>
            <p:nvPr/>
          </p:nvSpPr>
          <p:spPr bwMode="auto">
            <a:xfrm>
              <a:off x="3132" y="2251"/>
              <a:ext cx="45" cy="53"/>
            </a:xfrm>
            <a:custGeom>
              <a:avLst/>
              <a:gdLst>
                <a:gd name="T0" fmla="*/ 10 w 91"/>
                <a:gd name="T1" fmla="*/ 0 h 107"/>
                <a:gd name="T2" fmla="*/ 6 w 91"/>
                <a:gd name="T3" fmla="*/ 8 h 107"/>
                <a:gd name="T4" fmla="*/ 0 w 91"/>
                <a:gd name="T5" fmla="*/ 19 h 107"/>
                <a:gd name="T6" fmla="*/ 7 w 91"/>
                <a:gd name="T7" fmla="*/ 18 h 107"/>
                <a:gd name="T8" fmla="*/ 22 w 91"/>
                <a:gd name="T9" fmla="*/ 26 h 107"/>
                <a:gd name="T10" fmla="*/ 22 w 91"/>
                <a:gd name="T11" fmla="*/ 26 h 107"/>
                <a:gd name="T12" fmla="*/ 22 w 91"/>
                <a:gd name="T13" fmla="*/ 25 h 107"/>
                <a:gd name="T14" fmla="*/ 22 w 91"/>
                <a:gd name="T15" fmla="*/ 23 h 107"/>
                <a:gd name="T16" fmla="*/ 22 w 91"/>
                <a:gd name="T17" fmla="*/ 21 h 107"/>
                <a:gd name="T18" fmla="*/ 21 w 91"/>
                <a:gd name="T19" fmla="*/ 19 h 107"/>
                <a:gd name="T20" fmla="*/ 21 w 91"/>
                <a:gd name="T21" fmla="*/ 16 h 107"/>
                <a:gd name="T22" fmla="*/ 20 w 91"/>
                <a:gd name="T23" fmla="*/ 14 h 107"/>
                <a:gd name="T24" fmla="*/ 20 w 91"/>
                <a:gd name="T25" fmla="*/ 12 h 107"/>
                <a:gd name="T26" fmla="*/ 18 w 91"/>
                <a:gd name="T27" fmla="*/ 9 h 107"/>
                <a:gd name="T28" fmla="*/ 17 w 91"/>
                <a:gd name="T29" fmla="*/ 7 h 107"/>
                <a:gd name="T30" fmla="*/ 16 w 91"/>
                <a:gd name="T31" fmla="*/ 5 h 107"/>
                <a:gd name="T32" fmla="*/ 14 w 91"/>
                <a:gd name="T33" fmla="*/ 3 h 107"/>
                <a:gd name="T34" fmla="*/ 12 w 91"/>
                <a:gd name="T35" fmla="*/ 1 h 107"/>
                <a:gd name="T36" fmla="*/ 11 w 91"/>
                <a:gd name="T37" fmla="*/ 1 h 107"/>
                <a:gd name="T38" fmla="*/ 10 w 91"/>
                <a:gd name="T39" fmla="*/ 0 h 107"/>
                <a:gd name="T40" fmla="*/ 10 w 91"/>
                <a:gd name="T41" fmla="*/ 0 h 10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1"/>
                <a:gd name="T64" fmla="*/ 0 h 107"/>
                <a:gd name="T65" fmla="*/ 91 w 91"/>
                <a:gd name="T66" fmla="*/ 107 h 10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1" h="107">
                  <a:moveTo>
                    <a:pt x="43" y="0"/>
                  </a:moveTo>
                  <a:lnTo>
                    <a:pt x="24" y="32"/>
                  </a:lnTo>
                  <a:lnTo>
                    <a:pt x="0" y="76"/>
                  </a:lnTo>
                  <a:lnTo>
                    <a:pt x="29" y="73"/>
                  </a:lnTo>
                  <a:lnTo>
                    <a:pt x="91" y="107"/>
                  </a:lnTo>
                  <a:lnTo>
                    <a:pt x="90" y="105"/>
                  </a:lnTo>
                  <a:lnTo>
                    <a:pt x="90" y="101"/>
                  </a:lnTo>
                  <a:lnTo>
                    <a:pt x="88" y="94"/>
                  </a:lnTo>
                  <a:lnTo>
                    <a:pt x="88" y="87"/>
                  </a:lnTo>
                  <a:lnTo>
                    <a:pt x="87" y="76"/>
                  </a:lnTo>
                  <a:lnTo>
                    <a:pt x="86" y="66"/>
                  </a:lnTo>
                  <a:lnTo>
                    <a:pt x="83" y="57"/>
                  </a:lnTo>
                  <a:lnTo>
                    <a:pt x="80" y="49"/>
                  </a:lnTo>
                  <a:lnTo>
                    <a:pt x="75" y="37"/>
                  </a:lnTo>
                  <a:lnTo>
                    <a:pt x="69" y="29"/>
                  </a:lnTo>
                  <a:lnTo>
                    <a:pt x="64" y="21"/>
                  </a:lnTo>
                  <a:lnTo>
                    <a:pt x="57" y="15"/>
                  </a:lnTo>
                  <a:lnTo>
                    <a:pt x="50" y="7"/>
                  </a:lnTo>
                  <a:lnTo>
                    <a:pt x="47" y="4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4" name="Freeform 245"/>
            <p:cNvSpPr>
              <a:spLocks/>
            </p:cNvSpPr>
            <p:nvPr/>
          </p:nvSpPr>
          <p:spPr bwMode="auto">
            <a:xfrm>
              <a:off x="3109" y="2117"/>
              <a:ext cx="33" cy="41"/>
            </a:xfrm>
            <a:custGeom>
              <a:avLst/>
              <a:gdLst>
                <a:gd name="T0" fmla="*/ 17 w 66"/>
                <a:gd name="T1" fmla="*/ 0 h 83"/>
                <a:gd name="T2" fmla="*/ 17 w 66"/>
                <a:gd name="T3" fmla="*/ 5 h 83"/>
                <a:gd name="T4" fmla="*/ 16 w 66"/>
                <a:gd name="T5" fmla="*/ 9 h 83"/>
                <a:gd name="T6" fmla="*/ 14 w 66"/>
                <a:gd name="T7" fmla="*/ 11 h 83"/>
                <a:gd name="T8" fmla="*/ 11 w 66"/>
                <a:gd name="T9" fmla="*/ 9 h 83"/>
                <a:gd name="T10" fmla="*/ 11 w 66"/>
                <a:gd name="T11" fmla="*/ 9 h 83"/>
                <a:gd name="T12" fmla="*/ 11 w 66"/>
                <a:gd name="T13" fmla="*/ 9 h 83"/>
                <a:gd name="T14" fmla="*/ 10 w 66"/>
                <a:gd name="T15" fmla="*/ 10 h 83"/>
                <a:gd name="T16" fmla="*/ 11 w 66"/>
                <a:gd name="T17" fmla="*/ 12 h 83"/>
                <a:gd name="T18" fmla="*/ 10 w 66"/>
                <a:gd name="T19" fmla="*/ 15 h 83"/>
                <a:gd name="T20" fmla="*/ 10 w 66"/>
                <a:gd name="T21" fmla="*/ 18 h 83"/>
                <a:gd name="T22" fmla="*/ 10 w 66"/>
                <a:gd name="T23" fmla="*/ 19 h 83"/>
                <a:gd name="T24" fmla="*/ 10 w 66"/>
                <a:gd name="T25" fmla="*/ 20 h 83"/>
                <a:gd name="T26" fmla="*/ 3 w 66"/>
                <a:gd name="T27" fmla="*/ 19 h 83"/>
                <a:gd name="T28" fmla="*/ 0 w 66"/>
                <a:gd name="T29" fmla="*/ 11 h 83"/>
                <a:gd name="T30" fmla="*/ 17 w 66"/>
                <a:gd name="T31" fmla="*/ 0 h 83"/>
                <a:gd name="T32" fmla="*/ 17 w 66"/>
                <a:gd name="T33" fmla="*/ 0 h 8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6"/>
                <a:gd name="T52" fmla="*/ 0 h 83"/>
                <a:gd name="T53" fmla="*/ 66 w 66"/>
                <a:gd name="T54" fmla="*/ 83 h 8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6" h="83">
                  <a:moveTo>
                    <a:pt x="66" y="0"/>
                  </a:moveTo>
                  <a:lnTo>
                    <a:pt x="66" y="21"/>
                  </a:lnTo>
                  <a:lnTo>
                    <a:pt x="64" y="39"/>
                  </a:lnTo>
                  <a:lnTo>
                    <a:pt x="56" y="44"/>
                  </a:lnTo>
                  <a:lnTo>
                    <a:pt x="45" y="37"/>
                  </a:lnTo>
                  <a:lnTo>
                    <a:pt x="44" y="37"/>
                  </a:lnTo>
                  <a:lnTo>
                    <a:pt x="44" y="39"/>
                  </a:lnTo>
                  <a:lnTo>
                    <a:pt x="42" y="43"/>
                  </a:lnTo>
                  <a:lnTo>
                    <a:pt x="44" y="51"/>
                  </a:lnTo>
                  <a:lnTo>
                    <a:pt x="42" y="61"/>
                  </a:lnTo>
                  <a:lnTo>
                    <a:pt x="42" y="72"/>
                  </a:lnTo>
                  <a:lnTo>
                    <a:pt x="42" y="79"/>
                  </a:lnTo>
                  <a:lnTo>
                    <a:pt x="42" y="83"/>
                  </a:lnTo>
                  <a:lnTo>
                    <a:pt x="12" y="77"/>
                  </a:lnTo>
                  <a:lnTo>
                    <a:pt x="0" y="47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B34D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5" name="Freeform 246"/>
            <p:cNvSpPr>
              <a:spLocks/>
            </p:cNvSpPr>
            <p:nvPr/>
          </p:nvSpPr>
          <p:spPr bwMode="auto">
            <a:xfrm>
              <a:off x="3092" y="2089"/>
              <a:ext cx="61" cy="46"/>
            </a:xfrm>
            <a:custGeom>
              <a:avLst/>
              <a:gdLst>
                <a:gd name="T0" fmla="*/ 0 w 122"/>
                <a:gd name="T1" fmla="*/ 22 h 92"/>
                <a:gd name="T2" fmla="*/ 2 w 122"/>
                <a:gd name="T3" fmla="*/ 18 h 92"/>
                <a:gd name="T4" fmla="*/ 2 w 122"/>
                <a:gd name="T5" fmla="*/ 15 h 92"/>
                <a:gd name="T6" fmla="*/ 2 w 122"/>
                <a:gd name="T7" fmla="*/ 13 h 92"/>
                <a:gd name="T8" fmla="*/ 2 w 122"/>
                <a:gd name="T9" fmla="*/ 12 h 92"/>
                <a:gd name="T10" fmla="*/ 3 w 122"/>
                <a:gd name="T11" fmla="*/ 11 h 92"/>
                <a:gd name="T12" fmla="*/ 4 w 122"/>
                <a:gd name="T13" fmla="*/ 9 h 92"/>
                <a:gd name="T14" fmla="*/ 4 w 122"/>
                <a:gd name="T15" fmla="*/ 7 h 92"/>
                <a:gd name="T16" fmla="*/ 5 w 122"/>
                <a:gd name="T17" fmla="*/ 6 h 92"/>
                <a:gd name="T18" fmla="*/ 7 w 122"/>
                <a:gd name="T19" fmla="*/ 4 h 92"/>
                <a:gd name="T20" fmla="*/ 8 w 122"/>
                <a:gd name="T21" fmla="*/ 3 h 92"/>
                <a:gd name="T22" fmla="*/ 10 w 122"/>
                <a:gd name="T23" fmla="*/ 2 h 92"/>
                <a:gd name="T24" fmla="*/ 12 w 122"/>
                <a:gd name="T25" fmla="*/ 1 h 92"/>
                <a:gd name="T26" fmla="*/ 13 w 122"/>
                <a:gd name="T27" fmla="*/ 1 h 92"/>
                <a:gd name="T28" fmla="*/ 15 w 122"/>
                <a:gd name="T29" fmla="*/ 0 h 92"/>
                <a:gd name="T30" fmla="*/ 16 w 122"/>
                <a:gd name="T31" fmla="*/ 0 h 92"/>
                <a:gd name="T32" fmla="*/ 19 w 122"/>
                <a:gd name="T33" fmla="*/ 1 h 92"/>
                <a:gd name="T34" fmla="*/ 20 w 122"/>
                <a:gd name="T35" fmla="*/ 1 h 92"/>
                <a:gd name="T36" fmla="*/ 22 w 122"/>
                <a:gd name="T37" fmla="*/ 1 h 92"/>
                <a:gd name="T38" fmla="*/ 22 w 122"/>
                <a:gd name="T39" fmla="*/ 3 h 92"/>
                <a:gd name="T40" fmla="*/ 26 w 122"/>
                <a:gd name="T41" fmla="*/ 3 h 92"/>
                <a:gd name="T42" fmla="*/ 31 w 122"/>
                <a:gd name="T43" fmla="*/ 5 h 92"/>
                <a:gd name="T44" fmla="*/ 30 w 122"/>
                <a:gd name="T45" fmla="*/ 6 h 92"/>
                <a:gd name="T46" fmla="*/ 29 w 122"/>
                <a:gd name="T47" fmla="*/ 8 h 92"/>
                <a:gd name="T48" fmla="*/ 28 w 122"/>
                <a:gd name="T49" fmla="*/ 11 h 92"/>
                <a:gd name="T50" fmla="*/ 27 w 122"/>
                <a:gd name="T51" fmla="*/ 12 h 92"/>
                <a:gd name="T52" fmla="*/ 26 w 122"/>
                <a:gd name="T53" fmla="*/ 12 h 92"/>
                <a:gd name="T54" fmla="*/ 24 w 122"/>
                <a:gd name="T55" fmla="*/ 13 h 92"/>
                <a:gd name="T56" fmla="*/ 22 w 122"/>
                <a:gd name="T57" fmla="*/ 15 h 92"/>
                <a:gd name="T58" fmla="*/ 19 w 122"/>
                <a:gd name="T59" fmla="*/ 18 h 92"/>
                <a:gd name="T60" fmla="*/ 17 w 122"/>
                <a:gd name="T61" fmla="*/ 20 h 92"/>
                <a:gd name="T62" fmla="*/ 15 w 122"/>
                <a:gd name="T63" fmla="*/ 22 h 92"/>
                <a:gd name="T64" fmla="*/ 13 w 122"/>
                <a:gd name="T65" fmla="*/ 23 h 92"/>
                <a:gd name="T66" fmla="*/ 13 w 122"/>
                <a:gd name="T67" fmla="*/ 23 h 92"/>
                <a:gd name="T68" fmla="*/ 0 w 122"/>
                <a:gd name="T69" fmla="*/ 22 h 92"/>
                <a:gd name="T70" fmla="*/ 0 w 122"/>
                <a:gd name="T71" fmla="*/ 22 h 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2"/>
                <a:gd name="T109" fmla="*/ 0 h 92"/>
                <a:gd name="T110" fmla="*/ 122 w 122"/>
                <a:gd name="T111" fmla="*/ 92 h 9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2" h="92">
                  <a:moveTo>
                    <a:pt x="0" y="87"/>
                  </a:moveTo>
                  <a:lnTo>
                    <a:pt x="7" y="69"/>
                  </a:lnTo>
                  <a:lnTo>
                    <a:pt x="6" y="63"/>
                  </a:lnTo>
                  <a:lnTo>
                    <a:pt x="7" y="54"/>
                  </a:lnTo>
                  <a:lnTo>
                    <a:pt x="7" y="47"/>
                  </a:lnTo>
                  <a:lnTo>
                    <a:pt x="10" y="41"/>
                  </a:lnTo>
                  <a:lnTo>
                    <a:pt x="13" y="34"/>
                  </a:lnTo>
                  <a:lnTo>
                    <a:pt x="16" y="28"/>
                  </a:lnTo>
                  <a:lnTo>
                    <a:pt x="20" y="21"/>
                  </a:lnTo>
                  <a:lnTo>
                    <a:pt x="25" y="16"/>
                  </a:lnTo>
                  <a:lnTo>
                    <a:pt x="31" y="12"/>
                  </a:lnTo>
                  <a:lnTo>
                    <a:pt x="38" y="8"/>
                  </a:lnTo>
                  <a:lnTo>
                    <a:pt x="45" y="4"/>
                  </a:lnTo>
                  <a:lnTo>
                    <a:pt x="52" y="3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4" y="1"/>
                  </a:lnTo>
                  <a:lnTo>
                    <a:pt x="80" y="4"/>
                  </a:lnTo>
                  <a:lnTo>
                    <a:pt x="85" y="7"/>
                  </a:lnTo>
                  <a:lnTo>
                    <a:pt x="86" y="10"/>
                  </a:lnTo>
                  <a:lnTo>
                    <a:pt x="103" y="10"/>
                  </a:lnTo>
                  <a:lnTo>
                    <a:pt x="122" y="19"/>
                  </a:lnTo>
                  <a:lnTo>
                    <a:pt x="119" y="22"/>
                  </a:lnTo>
                  <a:lnTo>
                    <a:pt x="116" y="32"/>
                  </a:lnTo>
                  <a:lnTo>
                    <a:pt x="111" y="41"/>
                  </a:lnTo>
                  <a:lnTo>
                    <a:pt x="107" y="48"/>
                  </a:lnTo>
                  <a:lnTo>
                    <a:pt x="103" y="50"/>
                  </a:lnTo>
                  <a:lnTo>
                    <a:pt x="96" y="55"/>
                  </a:lnTo>
                  <a:lnTo>
                    <a:pt x="86" y="62"/>
                  </a:lnTo>
                  <a:lnTo>
                    <a:pt x="76" y="70"/>
                  </a:lnTo>
                  <a:lnTo>
                    <a:pt x="65" y="77"/>
                  </a:lnTo>
                  <a:lnTo>
                    <a:pt x="57" y="85"/>
                  </a:lnTo>
                  <a:lnTo>
                    <a:pt x="52" y="90"/>
                  </a:lnTo>
                  <a:lnTo>
                    <a:pt x="50" y="92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6" name="Freeform 247"/>
            <p:cNvSpPr>
              <a:spLocks/>
            </p:cNvSpPr>
            <p:nvPr/>
          </p:nvSpPr>
          <p:spPr bwMode="auto">
            <a:xfrm>
              <a:off x="3095" y="2097"/>
              <a:ext cx="57" cy="47"/>
            </a:xfrm>
            <a:custGeom>
              <a:avLst/>
              <a:gdLst>
                <a:gd name="T0" fmla="*/ 7 w 114"/>
                <a:gd name="T1" fmla="*/ 22 h 94"/>
                <a:gd name="T2" fmla="*/ 13 w 114"/>
                <a:gd name="T3" fmla="*/ 24 h 94"/>
                <a:gd name="T4" fmla="*/ 23 w 114"/>
                <a:gd name="T5" fmla="*/ 14 h 94"/>
                <a:gd name="T6" fmla="*/ 26 w 114"/>
                <a:gd name="T7" fmla="*/ 9 h 94"/>
                <a:gd name="T8" fmla="*/ 26 w 114"/>
                <a:gd name="T9" fmla="*/ 7 h 94"/>
                <a:gd name="T10" fmla="*/ 29 w 114"/>
                <a:gd name="T11" fmla="*/ 3 h 94"/>
                <a:gd name="T12" fmla="*/ 29 w 114"/>
                <a:gd name="T13" fmla="*/ 1 h 94"/>
                <a:gd name="T14" fmla="*/ 25 w 114"/>
                <a:gd name="T15" fmla="*/ 3 h 94"/>
                <a:gd name="T16" fmla="*/ 20 w 114"/>
                <a:gd name="T17" fmla="*/ 1 h 94"/>
                <a:gd name="T18" fmla="*/ 20 w 114"/>
                <a:gd name="T19" fmla="*/ 0 h 94"/>
                <a:gd name="T20" fmla="*/ 18 w 114"/>
                <a:gd name="T21" fmla="*/ 0 h 94"/>
                <a:gd name="T22" fmla="*/ 14 w 114"/>
                <a:gd name="T23" fmla="*/ 1 h 94"/>
                <a:gd name="T24" fmla="*/ 13 w 114"/>
                <a:gd name="T25" fmla="*/ 3 h 94"/>
                <a:gd name="T26" fmla="*/ 12 w 114"/>
                <a:gd name="T27" fmla="*/ 5 h 94"/>
                <a:gd name="T28" fmla="*/ 11 w 114"/>
                <a:gd name="T29" fmla="*/ 6 h 94"/>
                <a:gd name="T30" fmla="*/ 10 w 114"/>
                <a:gd name="T31" fmla="*/ 9 h 94"/>
                <a:gd name="T32" fmla="*/ 10 w 114"/>
                <a:gd name="T33" fmla="*/ 12 h 94"/>
                <a:gd name="T34" fmla="*/ 9 w 114"/>
                <a:gd name="T35" fmla="*/ 13 h 94"/>
                <a:gd name="T36" fmla="*/ 9 w 114"/>
                <a:gd name="T37" fmla="*/ 15 h 94"/>
                <a:gd name="T38" fmla="*/ 9 w 114"/>
                <a:gd name="T39" fmla="*/ 16 h 94"/>
                <a:gd name="T40" fmla="*/ 9 w 114"/>
                <a:gd name="T41" fmla="*/ 17 h 94"/>
                <a:gd name="T42" fmla="*/ 2 w 114"/>
                <a:gd name="T43" fmla="*/ 15 h 94"/>
                <a:gd name="T44" fmla="*/ 0 w 114"/>
                <a:gd name="T45" fmla="*/ 18 h 94"/>
                <a:gd name="T46" fmla="*/ 2 w 114"/>
                <a:gd name="T47" fmla="*/ 21 h 94"/>
                <a:gd name="T48" fmla="*/ 7 w 114"/>
                <a:gd name="T49" fmla="*/ 22 h 94"/>
                <a:gd name="T50" fmla="*/ 7 w 114"/>
                <a:gd name="T51" fmla="*/ 22 h 9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14"/>
                <a:gd name="T79" fmla="*/ 0 h 94"/>
                <a:gd name="T80" fmla="*/ 114 w 114"/>
                <a:gd name="T81" fmla="*/ 94 h 9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14" h="94">
                  <a:moveTo>
                    <a:pt x="25" y="86"/>
                  </a:moveTo>
                  <a:lnTo>
                    <a:pt x="51" y="94"/>
                  </a:lnTo>
                  <a:lnTo>
                    <a:pt x="90" y="58"/>
                  </a:lnTo>
                  <a:lnTo>
                    <a:pt x="102" y="36"/>
                  </a:lnTo>
                  <a:lnTo>
                    <a:pt x="101" y="28"/>
                  </a:lnTo>
                  <a:lnTo>
                    <a:pt x="114" y="14"/>
                  </a:lnTo>
                  <a:lnTo>
                    <a:pt x="113" y="3"/>
                  </a:lnTo>
                  <a:lnTo>
                    <a:pt x="97" y="13"/>
                  </a:lnTo>
                  <a:lnTo>
                    <a:pt x="80" y="2"/>
                  </a:lnTo>
                  <a:lnTo>
                    <a:pt x="77" y="0"/>
                  </a:lnTo>
                  <a:lnTo>
                    <a:pt x="69" y="0"/>
                  </a:lnTo>
                  <a:lnTo>
                    <a:pt x="59" y="3"/>
                  </a:lnTo>
                  <a:lnTo>
                    <a:pt x="50" y="12"/>
                  </a:lnTo>
                  <a:lnTo>
                    <a:pt x="46" y="18"/>
                  </a:lnTo>
                  <a:lnTo>
                    <a:pt x="41" y="27"/>
                  </a:lnTo>
                  <a:lnTo>
                    <a:pt x="39" y="36"/>
                  </a:lnTo>
                  <a:lnTo>
                    <a:pt x="37" y="45"/>
                  </a:lnTo>
                  <a:lnTo>
                    <a:pt x="34" y="53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34" y="67"/>
                  </a:lnTo>
                  <a:lnTo>
                    <a:pt x="8" y="60"/>
                  </a:lnTo>
                  <a:lnTo>
                    <a:pt x="0" y="69"/>
                  </a:lnTo>
                  <a:lnTo>
                    <a:pt x="6" y="82"/>
                  </a:lnTo>
                  <a:lnTo>
                    <a:pt x="25" y="86"/>
                  </a:lnTo>
                  <a:close/>
                </a:path>
              </a:pathLst>
            </a:custGeom>
            <a:solidFill>
              <a:srgbClr val="59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7" name="Freeform 248"/>
            <p:cNvSpPr>
              <a:spLocks/>
            </p:cNvSpPr>
            <p:nvPr/>
          </p:nvSpPr>
          <p:spPr bwMode="auto">
            <a:xfrm>
              <a:off x="3312" y="1947"/>
              <a:ext cx="26" cy="374"/>
            </a:xfrm>
            <a:custGeom>
              <a:avLst/>
              <a:gdLst>
                <a:gd name="T0" fmla="*/ 6 w 54"/>
                <a:gd name="T1" fmla="*/ 170 h 748"/>
                <a:gd name="T2" fmla="*/ 0 w 54"/>
                <a:gd name="T3" fmla="*/ 0 h 748"/>
                <a:gd name="T4" fmla="*/ 10 w 54"/>
                <a:gd name="T5" fmla="*/ 0 h 748"/>
                <a:gd name="T6" fmla="*/ 13 w 54"/>
                <a:gd name="T7" fmla="*/ 187 h 748"/>
                <a:gd name="T8" fmla="*/ 6 w 54"/>
                <a:gd name="T9" fmla="*/ 170 h 748"/>
                <a:gd name="T10" fmla="*/ 6 w 54"/>
                <a:gd name="T11" fmla="*/ 170 h 7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748"/>
                <a:gd name="T20" fmla="*/ 54 w 54"/>
                <a:gd name="T21" fmla="*/ 748 h 7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748">
                  <a:moveTo>
                    <a:pt x="24" y="679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54" y="748"/>
                  </a:lnTo>
                  <a:lnTo>
                    <a:pt x="24" y="679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8" name="Freeform 249"/>
            <p:cNvSpPr>
              <a:spLocks/>
            </p:cNvSpPr>
            <p:nvPr/>
          </p:nvSpPr>
          <p:spPr bwMode="auto">
            <a:xfrm>
              <a:off x="2909" y="2263"/>
              <a:ext cx="507" cy="242"/>
            </a:xfrm>
            <a:custGeom>
              <a:avLst/>
              <a:gdLst>
                <a:gd name="T0" fmla="*/ 10 w 1014"/>
                <a:gd name="T1" fmla="*/ 63 h 484"/>
                <a:gd name="T2" fmla="*/ 210 w 1014"/>
                <a:gd name="T3" fmla="*/ 0 h 484"/>
                <a:gd name="T4" fmla="*/ 254 w 1014"/>
                <a:gd name="T5" fmla="*/ 40 h 484"/>
                <a:gd name="T6" fmla="*/ 41 w 1014"/>
                <a:gd name="T7" fmla="*/ 121 h 484"/>
                <a:gd name="T8" fmla="*/ 0 w 1014"/>
                <a:gd name="T9" fmla="*/ 97 h 484"/>
                <a:gd name="T10" fmla="*/ 10 w 1014"/>
                <a:gd name="T11" fmla="*/ 63 h 484"/>
                <a:gd name="T12" fmla="*/ 10 w 1014"/>
                <a:gd name="T13" fmla="*/ 63 h 4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14"/>
                <a:gd name="T22" fmla="*/ 0 h 484"/>
                <a:gd name="T23" fmla="*/ 1014 w 1014"/>
                <a:gd name="T24" fmla="*/ 484 h 4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14" h="484">
                  <a:moveTo>
                    <a:pt x="40" y="252"/>
                  </a:moveTo>
                  <a:lnTo>
                    <a:pt x="840" y="0"/>
                  </a:lnTo>
                  <a:lnTo>
                    <a:pt x="1014" y="157"/>
                  </a:lnTo>
                  <a:lnTo>
                    <a:pt x="163" y="484"/>
                  </a:lnTo>
                  <a:lnTo>
                    <a:pt x="0" y="385"/>
                  </a:lnTo>
                  <a:lnTo>
                    <a:pt x="40" y="252"/>
                  </a:lnTo>
                  <a:close/>
                </a:path>
              </a:pathLst>
            </a:custGeom>
            <a:solidFill>
              <a:srgbClr val="6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9" name="Freeform 250"/>
            <p:cNvSpPr>
              <a:spLocks/>
            </p:cNvSpPr>
            <p:nvPr/>
          </p:nvSpPr>
          <p:spPr bwMode="auto">
            <a:xfrm>
              <a:off x="2912" y="1947"/>
              <a:ext cx="29" cy="508"/>
            </a:xfrm>
            <a:custGeom>
              <a:avLst/>
              <a:gdLst>
                <a:gd name="T0" fmla="*/ 8 w 57"/>
                <a:gd name="T1" fmla="*/ 232 h 1015"/>
                <a:gd name="T2" fmla="*/ 0 w 57"/>
                <a:gd name="T3" fmla="*/ 0 h 1015"/>
                <a:gd name="T4" fmla="*/ 9 w 57"/>
                <a:gd name="T5" fmla="*/ 0 h 1015"/>
                <a:gd name="T6" fmla="*/ 15 w 57"/>
                <a:gd name="T7" fmla="*/ 254 h 1015"/>
                <a:gd name="T8" fmla="*/ 8 w 57"/>
                <a:gd name="T9" fmla="*/ 232 h 1015"/>
                <a:gd name="T10" fmla="*/ 8 w 57"/>
                <a:gd name="T11" fmla="*/ 232 h 10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"/>
                <a:gd name="T19" fmla="*/ 0 h 1015"/>
                <a:gd name="T20" fmla="*/ 57 w 57"/>
                <a:gd name="T21" fmla="*/ 1015 h 10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" h="1015">
                  <a:moveTo>
                    <a:pt x="32" y="927"/>
                  </a:moveTo>
                  <a:lnTo>
                    <a:pt x="0" y="0"/>
                  </a:lnTo>
                  <a:lnTo>
                    <a:pt x="35" y="0"/>
                  </a:lnTo>
                  <a:lnTo>
                    <a:pt x="57" y="1015"/>
                  </a:lnTo>
                  <a:lnTo>
                    <a:pt x="32" y="927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0" name="Freeform 251"/>
            <p:cNvSpPr>
              <a:spLocks/>
            </p:cNvSpPr>
            <p:nvPr/>
          </p:nvSpPr>
          <p:spPr bwMode="auto">
            <a:xfrm>
              <a:off x="2866" y="2386"/>
              <a:ext cx="130" cy="119"/>
            </a:xfrm>
            <a:custGeom>
              <a:avLst/>
              <a:gdLst>
                <a:gd name="T0" fmla="*/ 31 w 261"/>
                <a:gd name="T1" fmla="*/ 0 h 239"/>
                <a:gd name="T2" fmla="*/ 0 w 261"/>
                <a:gd name="T3" fmla="*/ 32 h 239"/>
                <a:gd name="T4" fmla="*/ 65 w 261"/>
                <a:gd name="T5" fmla="*/ 59 h 239"/>
                <a:gd name="T6" fmla="*/ 31 w 261"/>
                <a:gd name="T7" fmla="*/ 0 h 239"/>
                <a:gd name="T8" fmla="*/ 31 w 261"/>
                <a:gd name="T9" fmla="*/ 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1"/>
                <a:gd name="T16" fmla="*/ 0 h 239"/>
                <a:gd name="T17" fmla="*/ 261 w 261"/>
                <a:gd name="T18" fmla="*/ 239 h 2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1" h="239">
                  <a:moveTo>
                    <a:pt x="127" y="0"/>
                  </a:moveTo>
                  <a:lnTo>
                    <a:pt x="0" y="131"/>
                  </a:lnTo>
                  <a:lnTo>
                    <a:pt x="261" y="239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1" name="Freeform 252"/>
            <p:cNvSpPr>
              <a:spLocks/>
            </p:cNvSpPr>
            <p:nvPr/>
          </p:nvSpPr>
          <p:spPr bwMode="auto">
            <a:xfrm>
              <a:off x="4148" y="1979"/>
              <a:ext cx="66" cy="87"/>
            </a:xfrm>
            <a:custGeom>
              <a:avLst/>
              <a:gdLst>
                <a:gd name="T0" fmla="*/ 15 w 131"/>
                <a:gd name="T1" fmla="*/ 0 h 175"/>
                <a:gd name="T2" fmla="*/ 15 w 131"/>
                <a:gd name="T3" fmla="*/ 0 h 175"/>
                <a:gd name="T4" fmla="*/ 14 w 131"/>
                <a:gd name="T5" fmla="*/ 1 h 175"/>
                <a:gd name="T6" fmla="*/ 14 w 131"/>
                <a:gd name="T7" fmla="*/ 3 h 175"/>
                <a:gd name="T8" fmla="*/ 13 w 131"/>
                <a:gd name="T9" fmla="*/ 6 h 175"/>
                <a:gd name="T10" fmla="*/ 13 w 131"/>
                <a:gd name="T11" fmla="*/ 7 h 175"/>
                <a:gd name="T12" fmla="*/ 12 w 131"/>
                <a:gd name="T13" fmla="*/ 9 h 175"/>
                <a:gd name="T14" fmla="*/ 11 w 131"/>
                <a:gd name="T15" fmla="*/ 10 h 175"/>
                <a:gd name="T16" fmla="*/ 11 w 131"/>
                <a:gd name="T17" fmla="*/ 12 h 175"/>
                <a:gd name="T18" fmla="*/ 10 w 131"/>
                <a:gd name="T19" fmla="*/ 15 h 175"/>
                <a:gd name="T20" fmla="*/ 9 w 131"/>
                <a:gd name="T21" fmla="*/ 18 h 175"/>
                <a:gd name="T22" fmla="*/ 8 w 131"/>
                <a:gd name="T23" fmla="*/ 21 h 175"/>
                <a:gd name="T24" fmla="*/ 6 w 131"/>
                <a:gd name="T25" fmla="*/ 23 h 175"/>
                <a:gd name="T26" fmla="*/ 5 w 131"/>
                <a:gd name="T27" fmla="*/ 25 h 175"/>
                <a:gd name="T28" fmla="*/ 4 w 131"/>
                <a:gd name="T29" fmla="*/ 27 h 175"/>
                <a:gd name="T30" fmla="*/ 1 w 131"/>
                <a:gd name="T31" fmla="*/ 29 h 175"/>
                <a:gd name="T32" fmla="*/ 0 w 131"/>
                <a:gd name="T33" fmla="*/ 30 h 175"/>
                <a:gd name="T34" fmla="*/ 10 w 131"/>
                <a:gd name="T35" fmla="*/ 30 h 175"/>
                <a:gd name="T36" fmla="*/ 3 w 131"/>
                <a:gd name="T37" fmla="*/ 43 h 175"/>
                <a:gd name="T38" fmla="*/ 33 w 131"/>
                <a:gd name="T39" fmla="*/ 33 h 175"/>
                <a:gd name="T40" fmla="*/ 31 w 131"/>
                <a:gd name="T41" fmla="*/ 1 h 175"/>
                <a:gd name="T42" fmla="*/ 15 w 131"/>
                <a:gd name="T43" fmla="*/ 0 h 175"/>
                <a:gd name="T44" fmla="*/ 15 w 131"/>
                <a:gd name="T45" fmla="*/ 0 h 17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1"/>
                <a:gd name="T70" fmla="*/ 0 h 175"/>
                <a:gd name="T71" fmla="*/ 131 w 131"/>
                <a:gd name="T72" fmla="*/ 175 h 175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1" h="175">
                  <a:moveTo>
                    <a:pt x="57" y="0"/>
                  </a:moveTo>
                  <a:lnTo>
                    <a:pt x="57" y="1"/>
                  </a:lnTo>
                  <a:lnTo>
                    <a:pt x="55" y="7"/>
                  </a:lnTo>
                  <a:lnTo>
                    <a:pt x="53" y="14"/>
                  </a:lnTo>
                  <a:lnTo>
                    <a:pt x="51" y="25"/>
                  </a:lnTo>
                  <a:lnTo>
                    <a:pt x="49" y="29"/>
                  </a:lnTo>
                  <a:lnTo>
                    <a:pt x="47" y="36"/>
                  </a:lnTo>
                  <a:lnTo>
                    <a:pt x="44" y="43"/>
                  </a:lnTo>
                  <a:lnTo>
                    <a:pt x="43" y="50"/>
                  </a:lnTo>
                  <a:lnTo>
                    <a:pt x="39" y="61"/>
                  </a:lnTo>
                  <a:lnTo>
                    <a:pt x="35" y="75"/>
                  </a:lnTo>
                  <a:lnTo>
                    <a:pt x="29" y="84"/>
                  </a:lnTo>
                  <a:lnTo>
                    <a:pt x="24" y="94"/>
                  </a:lnTo>
                  <a:lnTo>
                    <a:pt x="17" y="101"/>
                  </a:lnTo>
                  <a:lnTo>
                    <a:pt x="13" y="109"/>
                  </a:lnTo>
                  <a:lnTo>
                    <a:pt x="3" y="117"/>
                  </a:lnTo>
                  <a:lnTo>
                    <a:pt x="0" y="120"/>
                  </a:lnTo>
                  <a:lnTo>
                    <a:pt x="38" y="123"/>
                  </a:lnTo>
                  <a:lnTo>
                    <a:pt x="11" y="175"/>
                  </a:lnTo>
                  <a:lnTo>
                    <a:pt x="131" y="134"/>
                  </a:lnTo>
                  <a:lnTo>
                    <a:pt x="122" y="6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78857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2" name="Freeform 253"/>
            <p:cNvSpPr>
              <a:spLocks/>
            </p:cNvSpPr>
            <p:nvPr/>
          </p:nvSpPr>
          <p:spPr bwMode="auto">
            <a:xfrm>
              <a:off x="4178" y="1969"/>
              <a:ext cx="54" cy="76"/>
            </a:xfrm>
            <a:custGeom>
              <a:avLst/>
              <a:gdLst>
                <a:gd name="T0" fmla="*/ 0 w 108"/>
                <a:gd name="T1" fmla="*/ 3 h 153"/>
                <a:gd name="T2" fmla="*/ 17 w 108"/>
                <a:gd name="T3" fmla="*/ 0 h 153"/>
                <a:gd name="T4" fmla="*/ 17 w 108"/>
                <a:gd name="T5" fmla="*/ 1 h 153"/>
                <a:gd name="T6" fmla="*/ 17 w 108"/>
                <a:gd name="T7" fmla="*/ 3 h 153"/>
                <a:gd name="T8" fmla="*/ 17 w 108"/>
                <a:gd name="T9" fmla="*/ 5 h 153"/>
                <a:gd name="T10" fmla="*/ 18 w 108"/>
                <a:gd name="T11" fmla="*/ 7 h 153"/>
                <a:gd name="T12" fmla="*/ 19 w 108"/>
                <a:gd name="T13" fmla="*/ 9 h 153"/>
                <a:gd name="T14" fmla="*/ 20 w 108"/>
                <a:gd name="T15" fmla="*/ 11 h 153"/>
                <a:gd name="T16" fmla="*/ 21 w 108"/>
                <a:gd name="T17" fmla="*/ 13 h 153"/>
                <a:gd name="T18" fmla="*/ 22 w 108"/>
                <a:gd name="T19" fmla="*/ 15 h 153"/>
                <a:gd name="T20" fmla="*/ 23 w 108"/>
                <a:gd name="T21" fmla="*/ 18 h 153"/>
                <a:gd name="T22" fmla="*/ 25 w 108"/>
                <a:gd name="T23" fmla="*/ 20 h 153"/>
                <a:gd name="T24" fmla="*/ 26 w 108"/>
                <a:gd name="T25" fmla="*/ 22 h 153"/>
                <a:gd name="T26" fmla="*/ 27 w 108"/>
                <a:gd name="T27" fmla="*/ 23 h 153"/>
                <a:gd name="T28" fmla="*/ 21 w 108"/>
                <a:gd name="T29" fmla="*/ 25 h 153"/>
                <a:gd name="T30" fmla="*/ 26 w 108"/>
                <a:gd name="T31" fmla="*/ 33 h 153"/>
                <a:gd name="T32" fmla="*/ 3 w 108"/>
                <a:gd name="T33" fmla="*/ 38 h 153"/>
                <a:gd name="T34" fmla="*/ 0 w 108"/>
                <a:gd name="T35" fmla="*/ 3 h 153"/>
                <a:gd name="T36" fmla="*/ 0 w 108"/>
                <a:gd name="T37" fmla="*/ 3 h 15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8"/>
                <a:gd name="T58" fmla="*/ 0 h 153"/>
                <a:gd name="T59" fmla="*/ 108 w 108"/>
                <a:gd name="T60" fmla="*/ 153 h 15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8" h="153">
                  <a:moveTo>
                    <a:pt x="0" y="12"/>
                  </a:moveTo>
                  <a:lnTo>
                    <a:pt x="65" y="0"/>
                  </a:lnTo>
                  <a:lnTo>
                    <a:pt x="65" y="4"/>
                  </a:lnTo>
                  <a:lnTo>
                    <a:pt x="68" y="14"/>
                  </a:lnTo>
                  <a:lnTo>
                    <a:pt x="68" y="22"/>
                  </a:lnTo>
                  <a:lnTo>
                    <a:pt x="70" y="30"/>
                  </a:lnTo>
                  <a:lnTo>
                    <a:pt x="74" y="38"/>
                  </a:lnTo>
                  <a:lnTo>
                    <a:pt x="77" y="47"/>
                  </a:lnTo>
                  <a:lnTo>
                    <a:pt x="81" y="55"/>
                  </a:lnTo>
                  <a:lnTo>
                    <a:pt x="87" y="63"/>
                  </a:lnTo>
                  <a:lnTo>
                    <a:pt x="91" y="72"/>
                  </a:lnTo>
                  <a:lnTo>
                    <a:pt x="97" y="80"/>
                  </a:lnTo>
                  <a:lnTo>
                    <a:pt x="103" y="88"/>
                  </a:lnTo>
                  <a:lnTo>
                    <a:pt x="108" y="94"/>
                  </a:lnTo>
                  <a:lnTo>
                    <a:pt x="81" y="102"/>
                  </a:lnTo>
                  <a:lnTo>
                    <a:pt x="101" y="132"/>
                  </a:lnTo>
                  <a:lnTo>
                    <a:pt x="12" y="153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EDE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3" name="Freeform 254"/>
            <p:cNvSpPr>
              <a:spLocks/>
            </p:cNvSpPr>
            <p:nvPr/>
          </p:nvSpPr>
          <p:spPr bwMode="auto">
            <a:xfrm>
              <a:off x="4230" y="2679"/>
              <a:ext cx="180" cy="55"/>
            </a:xfrm>
            <a:custGeom>
              <a:avLst/>
              <a:gdLst>
                <a:gd name="T0" fmla="*/ 90 w 360"/>
                <a:gd name="T1" fmla="*/ 7 h 110"/>
                <a:gd name="T2" fmla="*/ 87 w 360"/>
                <a:gd name="T3" fmla="*/ 26 h 110"/>
                <a:gd name="T4" fmla="*/ 87 w 360"/>
                <a:gd name="T5" fmla="*/ 26 h 110"/>
                <a:gd name="T6" fmla="*/ 85 w 360"/>
                <a:gd name="T7" fmla="*/ 27 h 110"/>
                <a:gd name="T8" fmla="*/ 83 w 360"/>
                <a:gd name="T9" fmla="*/ 27 h 110"/>
                <a:gd name="T10" fmla="*/ 82 w 360"/>
                <a:gd name="T11" fmla="*/ 27 h 110"/>
                <a:gd name="T12" fmla="*/ 80 w 360"/>
                <a:gd name="T13" fmla="*/ 28 h 110"/>
                <a:gd name="T14" fmla="*/ 78 w 360"/>
                <a:gd name="T15" fmla="*/ 28 h 110"/>
                <a:gd name="T16" fmla="*/ 77 w 360"/>
                <a:gd name="T17" fmla="*/ 28 h 110"/>
                <a:gd name="T18" fmla="*/ 75 w 360"/>
                <a:gd name="T19" fmla="*/ 28 h 110"/>
                <a:gd name="T20" fmla="*/ 73 w 360"/>
                <a:gd name="T21" fmla="*/ 27 h 110"/>
                <a:gd name="T22" fmla="*/ 72 w 360"/>
                <a:gd name="T23" fmla="*/ 27 h 110"/>
                <a:gd name="T24" fmla="*/ 70 w 360"/>
                <a:gd name="T25" fmla="*/ 27 h 110"/>
                <a:gd name="T26" fmla="*/ 69 w 360"/>
                <a:gd name="T27" fmla="*/ 27 h 110"/>
                <a:gd name="T28" fmla="*/ 69 w 360"/>
                <a:gd name="T29" fmla="*/ 23 h 110"/>
                <a:gd name="T30" fmla="*/ 54 w 360"/>
                <a:gd name="T31" fmla="*/ 23 h 110"/>
                <a:gd name="T32" fmla="*/ 48 w 360"/>
                <a:gd name="T33" fmla="*/ 22 h 110"/>
                <a:gd name="T34" fmla="*/ 48 w 360"/>
                <a:gd name="T35" fmla="*/ 24 h 110"/>
                <a:gd name="T36" fmla="*/ 47 w 360"/>
                <a:gd name="T37" fmla="*/ 24 h 110"/>
                <a:gd name="T38" fmla="*/ 46 w 360"/>
                <a:gd name="T39" fmla="*/ 25 h 110"/>
                <a:gd name="T40" fmla="*/ 45 w 360"/>
                <a:gd name="T41" fmla="*/ 24 h 110"/>
                <a:gd name="T42" fmla="*/ 45 w 360"/>
                <a:gd name="T43" fmla="*/ 24 h 110"/>
                <a:gd name="T44" fmla="*/ 43 w 360"/>
                <a:gd name="T45" fmla="*/ 24 h 110"/>
                <a:gd name="T46" fmla="*/ 42 w 360"/>
                <a:gd name="T47" fmla="*/ 24 h 110"/>
                <a:gd name="T48" fmla="*/ 40 w 360"/>
                <a:gd name="T49" fmla="*/ 24 h 110"/>
                <a:gd name="T50" fmla="*/ 38 w 360"/>
                <a:gd name="T51" fmla="*/ 24 h 110"/>
                <a:gd name="T52" fmla="*/ 36 w 360"/>
                <a:gd name="T53" fmla="*/ 23 h 110"/>
                <a:gd name="T54" fmla="*/ 34 w 360"/>
                <a:gd name="T55" fmla="*/ 23 h 110"/>
                <a:gd name="T56" fmla="*/ 31 w 360"/>
                <a:gd name="T57" fmla="*/ 22 h 110"/>
                <a:gd name="T58" fmla="*/ 30 w 360"/>
                <a:gd name="T59" fmla="*/ 22 h 110"/>
                <a:gd name="T60" fmla="*/ 29 w 360"/>
                <a:gd name="T61" fmla="*/ 22 h 110"/>
                <a:gd name="T62" fmla="*/ 29 w 360"/>
                <a:gd name="T63" fmla="*/ 19 h 110"/>
                <a:gd name="T64" fmla="*/ 28 w 360"/>
                <a:gd name="T65" fmla="*/ 18 h 110"/>
                <a:gd name="T66" fmla="*/ 26 w 360"/>
                <a:gd name="T67" fmla="*/ 18 h 110"/>
                <a:gd name="T68" fmla="*/ 23 w 360"/>
                <a:gd name="T69" fmla="*/ 18 h 110"/>
                <a:gd name="T70" fmla="*/ 22 w 360"/>
                <a:gd name="T71" fmla="*/ 18 h 110"/>
                <a:gd name="T72" fmla="*/ 20 w 360"/>
                <a:gd name="T73" fmla="*/ 17 h 110"/>
                <a:gd name="T74" fmla="*/ 18 w 360"/>
                <a:gd name="T75" fmla="*/ 17 h 110"/>
                <a:gd name="T76" fmla="*/ 14 w 360"/>
                <a:gd name="T77" fmla="*/ 15 h 110"/>
                <a:gd name="T78" fmla="*/ 11 w 360"/>
                <a:gd name="T79" fmla="*/ 14 h 110"/>
                <a:gd name="T80" fmla="*/ 9 w 360"/>
                <a:gd name="T81" fmla="*/ 13 h 110"/>
                <a:gd name="T82" fmla="*/ 6 w 360"/>
                <a:gd name="T83" fmla="*/ 12 h 110"/>
                <a:gd name="T84" fmla="*/ 3 w 360"/>
                <a:gd name="T85" fmla="*/ 11 h 110"/>
                <a:gd name="T86" fmla="*/ 1 w 360"/>
                <a:gd name="T87" fmla="*/ 11 h 110"/>
                <a:gd name="T88" fmla="*/ 1 w 360"/>
                <a:gd name="T89" fmla="*/ 10 h 110"/>
                <a:gd name="T90" fmla="*/ 0 w 360"/>
                <a:gd name="T91" fmla="*/ 10 h 110"/>
                <a:gd name="T92" fmla="*/ 1 w 360"/>
                <a:gd name="T93" fmla="*/ 5 h 110"/>
                <a:gd name="T94" fmla="*/ 15 w 360"/>
                <a:gd name="T95" fmla="*/ 2 h 110"/>
                <a:gd name="T96" fmla="*/ 29 w 360"/>
                <a:gd name="T97" fmla="*/ 0 h 110"/>
                <a:gd name="T98" fmla="*/ 47 w 360"/>
                <a:gd name="T99" fmla="*/ 1 h 110"/>
                <a:gd name="T100" fmla="*/ 50 w 360"/>
                <a:gd name="T101" fmla="*/ 6 h 110"/>
                <a:gd name="T102" fmla="*/ 73 w 360"/>
                <a:gd name="T103" fmla="*/ 3 h 110"/>
                <a:gd name="T104" fmla="*/ 90 w 360"/>
                <a:gd name="T105" fmla="*/ 7 h 110"/>
                <a:gd name="T106" fmla="*/ 90 w 360"/>
                <a:gd name="T107" fmla="*/ 7 h 11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360"/>
                <a:gd name="T163" fmla="*/ 0 h 110"/>
                <a:gd name="T164" fmla="*/ 360 w 360"/>
                <a:gd name="T165" fmla="*/ 110 h 11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360" h="110">
                  <a:moveTo>
                    <a:pt x="360" y="28"/>
                  </a:moveTo>
                  <a:lnTo>
                    <a:pt x="348" y="103"/>
                  </a:lnTo>
                  <a:lnTo>
                    <a:pt x="345" y="103"/>
                  </a:lnTo>
                  <a:lnTo>
                    <a:pt x="337" y="106"/>
                  </a:lnTo>
                  <a:lnTo>
                    <a:pt x="331" y="106"/>
                  </a:lnTo>
                  <a:lnTo>
                    <a:pt x="325" y="108"/>
                  </a:lnTo>
                  <a:lnTo>
                    <a:pt x="318" y="109"/>
                  </a:lnTo>
                  <a:lnTo>
                    <a:pt x="312" y="110"/>
                  </a:lnTo>
                  <a:lnTo>
                    <a:pt x="305" y="109"/>
                  </a:lnTo>
                  <a:lnTo>
                    <a:pt x="298" y="109"/>
                  </a:lnTo>
                  <a:lnTo>
                    <a:pt x="291" y="108"/>
                  </a:lnTo>
                  <a:lnTo>
                    <a:pt x="287" y="108"/>
                  </a:lnTo>
                  <a:lnTo>
                    <a:pt x="279" y="106"/>
                  </a:lnTo>
                  <a:lnTo>
                    <a:pt x="276" y="106"/>
                  </a:lnTo>
                  <a:lnTo>
                    <a:pt x="276" y="91"/>
                  </a:lnTo>
                  <a:lnTo>
                    <a:pt x="216" y="91"/>
                  </a:lnTo>
                  <a:lnTo>
                    <a:pt x="194" y="85"/>
                  </a:lnTo>
                  <a:lnTo>
                    <a:pt x="194" y="95"/>
                  </a:lnTo>
                  <a:lnTo>
                    <a:pt x="191" y="95"/>
                  </a:lnTo>
                  <a:lnTo>
                    <a:pt x="185" y="97"/>
                  </a:lnTo>
                  <a:lnTo>
                    <a:pt x="181" y="95"/>
                  </a:lnTo>
                  <a:lnTo>
                    <a:pt x="177" y="95"/>
                  </a:lnTo>
                  <a:lnTo>
                    <a:pt x="171" y="95"/>
                  </a:lnTo>
                  <a:lnTo>
                    <a:pt x="166" y="95"/>
                  </a:lnTo>
                  <a:lnTo>
                    <a:pt x="158" y="94"/>
                  </a:lnTo>
                  <a:lnTo>
                    <a:pt x="149" y="94"/>
                  </a:lnTo>
                  <a:lnTo>
                    <a:pt x="141" y="91"/>
                  </a:lnTo>
                  <a:lnTo>
                    <a:pt x="134" y="91"/>
                  </a:lnTo>
                  <a:lnTo>
                    <a:pt x="126" y="88"/>
                  </a:lnTo>
                  <a:lnTo>
                    <a:pt x="120" y="87"/>
                  </a:lnTo>
                  <a:lnTo>
                    <a:pt x="116" y="87"/>
                  </a:lnTo>
                  <a:lnTo>
                    <a:pt x="116" y="73"/>
                  </a:lnTo>
                  <a:lnTo>
                    <a:pt x="112" y="72"/>
                  </a:lnTo>
                  <a:lnTo>
                    <a:pt x="104" y="72"/>
                  </a:lnTo>
                  <a:lnTo>
                    <a:pt x="94" y="70"/>
                  </a:lnTo>
                  <a:lnTo>
                    <a:pt x="87" y="69"/>
                  </a:lnTo>
                  <a:lnTo>
                    <a:pt x="79" y="66"/>
                  </a:lnTo>
                  <a:lnTo>
                    <a:pt x="69" y="65"/>
                  </a:lnTo>
                  <a:lnTo>
                    <a:pt x="56" y="61"/>
                  </a:lnTo>
                  <a:lnTo>
                    <a:pt x="46" y="56"/>
                  </a:lnTo>
                  <a:lnTo>
                    <a:pt x="34" y="52"/>
                  </a:lnTo>
                  <a:lnTo>
                    <a:pt x="22" y="48"/>
                  </a:lnTo>
                  <a:lnTo>
                    <a:pt x="13" y="44"/>
                  </a:lnTo>
                  <a:lnTo>
                    <a:pt x="6" y="41"/>
                  </a:lnTo>
                  <a:lnTo>
                    <a:pt x="2" y="39"/>
                  </a:lnTo>
                  <a:lnTo>
                    <a:pt x="0" y="39"/>
                  </a:lnTo>
                  <a:lnTo>
                    <a:pt x="7" y="18"/>
                  </a:lnTo>
                  <a:lnTo>
                    <a:pt x="62" y="7"/>
                  </a:lnTo>
                  <a:lnTo>
                    <a:pt x="116" y="0"/>
                  </a:lnTo>
                  <a:lnTo>
                    <a:pt x="189" y="4"/>
                  </a:lnTo>
                  <a:lnTo>
                    <a:pt x="203" y="22"/>
                  </a:lnTo>
                  <a:lnTo>
                    <a:pt x="291" y="12"/>
                  </a:lnTo>
                  <a:lnTo>
                    <a:pt x="360" y="2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4" name="Freeform 255"/>
            <p:cNvSpPr>
              <a:spLocks/>
            </p:cNvSpPr>
            <p:nvPr/>
          </p:nvSpPr>
          <p:spPr bwMode="auto">
            <a:xfrm>
              <a:off x="4130" y="2370"/>
              <a:ext cx="95" cy="136"/>
            </a:xfrm>
            <a:custGeom>
              <a:avLst/>
              <a:gdLst>
                <a:gd name="T0" fmla="*/ 20 w 190"/>
                <a:gd name="T1" fmla="*/ 0 h 271"/>
                <a:gd name="T2" fmla="*/ 20 w 190"/>
                <a:gd name="T3" fmla="*/ 0 h 271"/>
                <a:gd name="T4" fmla="*/ 20 w 190"/>
                <a:gd name="T5" fmla="*/ 1 h 271"/>
                <a:gd name="T6" fmla="*/ 20 w 190"/>
                <a:gd name="T7" fmla="*/ 2 h 271"/>
                <a:gd name="T8" fmla="*/ 19 w 190"/>
                <a:gd name="T9" fmla="*/ 3 h 271"/>
                <a:gd name="T10" fmla="*/ 19 w 190"/>
                <a:gd name="T11" fmla="*/ 5 h 271"/>
                <a:gd name="T12" fmla="*/ 18 w 190"/>
                <a:gd name="T13" fmla="*/ 8 h 271"/>
                <a:gd name="T14" fmla="*/ 18 w 190"/>
                <a:gd name="T15" fmla="*/ 10 h 271"/>
                <a:gd name="T16" fmla="*/ 18 w 190"/>
                <a:gd name="T17" fmla="*/ 11 h 271"/>
                <a:gd name="T18" fmla="*/ 18 w 190"/>
                <a:gd name="T19" fmla="*/ 13 h 271"/>
                <a:gd name="T20" fmla="*/ 18 w 190"/>
                <a:gd name="T21" fmla="*/ 16 h 271"/>
                <a:gd name="T22" fmla="*/ 18 w 190"/>
                <a:gd name="T23" fmla="*/ 19 h 271"/>
                <a:gd name="T24" fmla="*/ 18 w 190"/>
                <a:gd name="T25" fmla="*/ 21 h 271"/>
                <a:gd name="T26" fmla="*/ 18 w 190"/>
                <a:gd name="T27" fmla="*/ 24 h 271"/>
                <a:gd name="T28" fmla="*/ 18 w 190"/>
                <a:gd name="T29" fmla="*/ 27 h 271"/>
                <a:gd name="T30" fmla="*/ 18 w 190"/>
                <a:gd name="T31" fmla="*/ 30 h 271"/>
                <a:gd name="T32" fmla="*/ 18 w 190"/>
                <a:gd name="T33" fmla="*/ 33 h 271"/>
                <a:gd name="T34" fmla="*/ 18 w 190"/>
                <a:gd name="T35" fmla="*/ 36 h 271"/>
                <a:gd name="T36" fmla="*/ 19 w 190"/>
                <a:gd name="T37" fmla="*/ 39 h 271"/>
                <a:gd name="T38" fmla="*/ 19 w 190"/>
                <a:gd name="T39" fmla="*/ 42 h 271"/>
                <a:gd name="T40" fmla="*/ 19 w 190"/>
                <a:gd name="T41" fmla="*/ 45 h 271"/>
                <a:gd name="T42" fmla="*/ 19 w 190"/>
                <a:gd name="T43" fmla="*/ 47 h 271"/>
                <a:gd name="T44" fmla="*/ 19 w 190"/>
                <a:gd name="T45" fmla="*/ 49 h 271"/>
                <a:gd name="T46" fmla="*/ 19 w 190"/>
                <a:gd name="T47" fmla="*/ 51 h 271"/>
                <a:gd name="T48" fmla="*/ 19 w 190"/>
                <a:gd name="T49" fmla="*/ 52 h 271"/>
                <a:gd name="T50" fmla="*/ 19 w 190"/>
                <a:gd name="T51" fmla="*/ 53 h 271"/>
                <a:gd name="T52" fmla="*/ 20 w 190"/>
                <a:gd name="T53" fmla="*/ 53 h 271"/>
                <a:gd name="T54" fmla="*/ 12 w 190"/>
                <a:gd name="T55" fmla="*/ 51 h 271"/>
                <a:gd name="T56" fmla="*/ 7 w 190"/>
                <a:gd name="T57" fmla="*/ 52 h 271"/>
                <a:gd name="T58" fmla="*/ 1 w 190"/>
                <a:gd name="T59" fmla="*/ 57 h 271"/>
                <a:gd name="T60" fmla="*/ 0 w 190"/>
                <a:gd name="T61" fmla="*/ 64 h 271"/>
                <a:gd name="T62" fmla="*/ 6 w 190"/>
                <a:gd name="T63" fmla="*/ 64 h 271"/>
                <a:gd name="T64" fmla="*/ 15 w 190"/>
                <a:gd name="T65" fmla="*/ 67 h 271"/>
                <a:gd name="T66" fmla="*/ 17 w 190"/>
                <a:gd name="T67" fmla="*/ 67 h 271"/>
                <a:gd name="T68" fmla="*/ 20 w 190"/>
                <a:gd name="T69" fmla="*/ 68 h 271"/>
                <a:gd name="T70" fmla="*/ 21 w 190"/>
                <a:gd name="T71" fmla="*/ 68 h 271"/>
                <a:gd name="T72" fmla="*/ 24 w 190"/>
                <a:gd name="T73" fmla="*/ 68 h 271"/>
                <a:gd name="T74" fmla="*/ 25 w 190"/>
                <a:gd name="T75" fmla="*/ 67 h 271"/>
                <a:gd name="T76" fmla="*/ 27 w 190"/>
                <a:gd name="T77" fmla="*/ 64 h 271"/>
                <a:gd name="T78" fmla="*/ 28 w 190"/>
                <a:gd name="T79" fmla="*/ 62 h 271"/>
                <a:gd name="T80" fmla="*/ 29 w 190"/>
                <a:gd name="T81" fmla="*/ 60 h 271"/>
                <a:gd name="T82" fmla="*/ 30 w 190"/>
                <a:gd name="T83" fmla="*/ 58 h 271"/>
                <a:gd name="T84" fmla="*/ 31 w 190"/>
                <a:gd name="T85" fmla="*/ 56 h 271"/>
                <a:gd name="T86" fmla="*/ 33 w 190"/>
                <a:gd name="T87" fmla="*/ 53 h 271"/>
                <a:gd name="T88" fmla="*/ 34 w 190"/>
                <a:gd name="T89" fmla="*/ 51 h 271"/>
                <a:gd name="T90" fmla="*/ 35 w 190"/>
                <a:gd name="T91" fmla="*/ 48 h 271"/>
                <a:gd name="T92" fmla="*/ 36 w 190"/>
                <a:gd name="T93" fmla="*/ 45 h 271"/>
                <a:gd name="T94" fmla="*/ 37 w 190"/>
                <a:gd name="T95" fmla="*/ 43 h 271"/>
                <a:gd name="T96" fmla="*/ 37 w 190"/>
                <a:gd name="T97" fmla="*/ 41 h 271"/>
                <a:gd name="T98" fmla="*/ 38 w 190"/>
                <a:gd name="T99" fmla="*/ 39 h 271"/>
                <a:gd name="T100" fmla="*/ 38 w 190"/>
                <a:gd name="T101" fmla="*/ 37 h 271"/>
                <a:gd name="T102" fmla="*/ 39 w 190"/>
                <a:gd name="T103" fmla="*/ 35 h 271"/>
                <a:gd name="T104" fmla="*/ 39 w 190"/>
                <a:gd name="T105" fmla="*/ 34 h 271"/>
                <a:gd name="T106" fmla="*/ 39 w 190"/>
                <a:gd name="T107" fmla="*/ 33 h 271"/>
                <a:gd name="T108" fmla="*/ 40 w 190"/>
                <a:gd name="T109" fmla="*/ 33 h 271"/>
                <a:gd name="T110" fmla="*/ 48 w 190"/>
                <a:gd name="T111" fmla="*/ 4 h 271"/>
                <a:gd name="T112" fmla="*/ 20 w 190"/>
                <a:gd name="T113" fmla="*/ 0 h 271"/>
                <a:gd name="T114" fmla="*/ 20 w 190"/>
                <a:gd name="T115" fmla="*/ 0 h 27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90"/>
                <a:gd name="T175" fmla="*/ 0 h 271"/>
                <a:gd name="T176" fmla="*/ 190 w 190"/>
                <a:gd name="T177" fmla="*/ 271 h 27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90" h="271">
                  <a:moveTo>
                    <a:pt x="80" y="0"/>
                  </a:moveTo>
                  <a:lnTo>
                    <a:pt x="79" y="0"/>
                  </a:lnTo>
                  <a:lnTo>
                    <a:pt x="77" y="2"/>
                  </a:lnTo>
                  <a:lnTo>
                    <a:pt x="77" y="5"/>
                  </a:lnTo>
                  <a:lnTo>
                    <a:pt x="76" y="12"/>
                  </a:lnTo>
                  <a:lnTo>
                    <a:pt x="73" y="19"/>
                  </a:lnTo>
                  <a:lnTo>
                    <a:pt x="72" y="30"/>
                  </a:lnTo>
                  <a:lnTo>
                    <a:pt x="70" y="37"/>
                  </a:lnTo>
                  <a:lnTo>
                    <a:pt x="70" y="44"/>
                  </a:lnTo>
                  <a:lnTo>
                    <a:pt x="70" y="52"/>
                  </a:lnTo>
                  <a:lnTo>
                    <a:pt x="70" y="63"/>
                  </a:lnTo>
                  <a:lnTo>
                    <a:pt x="70" y="73"/>
                  </a:lnTo>
                  <a:lnTo>
                    <a:pt x="70" y="82"/>
                  </a:lnTo>
                  <a:lnTo>
                    <a:pt x="70" y="95"/>
                  </a:lnTo>
                  <a:lnTo>
                    <a:pt x="70" y="107"/>
                  </a:lnTo>
                  <a:lnTo>
                    <a:pt x="70" y="120"/>
                  </a:lnTo>
                  <a:lnTo>
                    <a:pt x="72" y="131"/>
                  </a:lnTo>
                  <a:lnTo>
                    <a:pt x="72" y="143"/>
                  </a:lnTo>
                  <a:lnTo>
                    <a:pt x="73" y="156"/>
                  </a:lnTo>
                  <a:lnTo>
                    <a:pt x="73" y="167"/>
                  </a:lnTo>
                  <a:lnTo>
                    <a:pt x="73" y="178"/>
                  </a:lnTo>
                  <a:lnTo>
                    <a:pt x="73" y="186"/>
                  </a:lnTo>
                  <a:lnTo>
                    <a:pt x="75" y="196"/>
                  </a:lnTo>
                  <a:lnTo>
                    <a:pt x="75" y="201"/>
                  </a:lnTo>
                  <a:lnTo>
                    <a:pt x="76" y="207"/>
                  </a:lnTo>
                  <a:lnTo>
                    <a:pt x="76" y="209"/>
                  </a:lnTo>
                  <a:lnTo>
                    <a:pt x="77" y="212"/>
                  </a:lnTo>
                  <a:lnTo>
                    <a:pt x="50" y="201"/>
                  </a:lnTo>
                  <a:lnTo>
                    <a:pt x="29" y="208"/>
                  </a:lnTo>
                  <a:lnTo>
                    <a:pt x="3" y="226"/>
                  </a:lnTo>
                  <a:lnTo>
                    <a:pt x="0" y="256"/>
                  </a:lnTo>
                  <a:lnTo>
                    <a:pt x="26" y="256"/>
                  </a:lnTo>
                  <a:lnTo>
                    <a:pt x="63" y="265"/>
                  </a:lnTo>
                  <a:lnTo>
                    <a:pt x="68" y="267"/>
                  </a:lnTo>
                  <a:lnTo>
                    <a:pt x="77" y="271"/>
                  </a:lnTo>
                  <a:lnTo>
                    <a:pt x="84" y="271"/>
                  </a:lnTo>
                  <a:lnTo>
                    <a:pt x="94" y="270"/>
                  </a:lnTo>
                  <a:lnTo>
                    <a:pt x="101" y="265"/>
                  </a:lnTo>
                  <a:lnTo>
                    <a:pt x="110" y="256"/>
                  </a:lnTo>
                  <a:lnTo>
                    <a:pt x="115" y="248"/>
                  </a:lnTo>
                  <a:lnTo>
                    <a:pt x="119" y="240"/>
                  </a:lnTo>
                  <a:lnTo>
                    <a:pt x="123" y="230"/>
                  </a:lnTo>
                  <a:lnTo>
                    <a:pt x="127" y="222"/>
                  </a:lnTo>
                  <a:lnTo>
                    <a:pt x="131" y="212"/>
                  </a:lnTo>
                  <a:lnTo>
                    <a:pt x="134" y="201"/>
                  </a:lnTo>
                  <a:lnTo>
                    <a:pt x="138" y="190"/>
                  </a:lnTo>
                  <a:lnTo>
                    <a:pt x="142" y="180"/>
                  </a:lnTo>
                  <a:lnTo>
                    <a:pt x="145" y="171"/>
                  </a:lnTo>
                  <a:lnTo>
                    <a:pt x="148" y="161"/>
                  </a:lnTo>
                  <a:lnTo>
                    <a:pt x="150" y="153"/>
                  </a:lnTo>
                  <a:lnTo>
                    <a:pt x="152" y="146"/>
                  </a:lnTo>
                  <a:lnTo>
                    <a:pt x="153" y="139"/>
                  </a:lnTo>
                  <a:lnTo>
                    <a:pt x="155" y="135"/>
                  </a:lnTo>
                  <a:lnTo>
                    <a:pt x="156" y="131"/>
                  </a:lnTo>
                  <a:lnTo>
                    <a:pt x="157" y="131"/>
                  </a:lnTo>
                  <a:lnTo>
                    <a:pt x="190" y="16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5" name="Freeform 256"/>
            <p:cNvSpPr>
              <a:spLocks/>
            </p:cNvSpPr>
            <p:nvPr/>
          </p:nvSpPr>
          <p:spPr bwMode="auto">
            <a:xfrm>
              <a:off x="4125" y="2115"/>
              <a:ext cx="120" cy="131"/>
            </a:xfrm>
            <a:custGeom>
              <a:avLst/>
              <a:gdLst>
                <a:gd name="T0" fmla="*/ 60 w 242"/>
                <a:gd name="T1" fmla="*/ 35 h 261"/>
                <a:gd name="T2" fmla="*/ 46 w 242"/>
                <a:gd name="T3" fmla="*/ 8 h 261"/>
                <a:gd name="T4" fmla="*/ 5 w 242"/>
                <a:gd name="T5" fmla="*/ 0 h 261"/>
                <a:gd name="T6" fmla="*/ 0 w 242"/>
                <a:gd name="T7" fmla="*/ 23 h 261"/>
                <a:gd name="T8" fmla="*/ 8 w 242"/>
                <a:gd name="T9" fmla="*/ 24 h 261"/>
                <a:gd name="T10" fmla="*/ 13 w 242"/>
                <a:gd name="T11" fmla="*/ 37 h 261"/>
                <a:gd name="T12" fmla="*/ 26 w 242"/>
                <a:gd name="T13" fmla="*/ 39 h 261"/>
                <a:gd name="T14" fmla="*/ 47 w 242"/>
                <a:gd name="T15" fmla="*/ 66 h 261"/>
                <a:gd name="T16" fmla="*/ 60 w 242"/>
                <a:gd name="T17" fmla="*/ 35 h 261"/>
                <a:gd name="T18" fmla="*/ 60 w 242"/>
                <a:gd name="T19" fmla="*/ 35 h 2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42"/>
                <a:gd name="T31" fmla="*/ 0 h 261"/>
                <a:gd name="T32" fmla="*/ 242 w 242"/>
                <a:gd name="T33" fmla="*/ 261 h 26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42" h="261">
                  <a:moveTo>
                    <a:pt x="242" y="140"/>
                  </a:moveTo>
                  <a:lnTo>
                    <a:pt x="185" y="32"/>
                  </a:lnTo>
                  <a:lnTo>
                    <a:pt x="22" y="0"/>
                  </a:lnTo>
                  <a:lnTo>
                    <a:pt x="0" y="89"/>
                  </a:lnTo>
                  <a:lnTo>
                    <a:pt x="35" y="96"/>
                  </a:lnTo>
                  <a:lnTo>
                    <a:pt x="54" y="147"/>
                  </a:lnTo>
                  <a:lnTo>
                    <a:pt x="104" y="154"/>
                  </a:lnTo>
                  <a:lnTo>
                    <a:pt x="192" y="261"/>
                  </a:lnTo>
                  <a:lnTo>
                    <a:pt x="242" y="140"/>
                  </a:lnTo>
                  <a:close/>
                </a:path>
              </a:pathLst>
            </a:custGeom>
            <a:solidFill>
              <a:srgbClr val="D6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6" name="Freeform 257"/>
            <p:cNvSpPr>
              <a:spLocks/>
            </p:cNvSpPr>
            <p:nvPr/>
          </p:nvSpPr>
          <p:spPr bwMode="auto">
            <a:xfrm>
              <a:off x="4221" y="2350"/>
              <a:ext cx="203" cy="360"/>
            </a:xfrm>
            <a:custGeom>
              <a:avLst/>
              <a:gdLst>
                <a:gd name="T0" fmla="*/ 22 w 407"/>
                <a:gd name="T1" fmla="*/ 26 h 719"/>
                <a:gd name="T2" fmla="*/ 17 w 407"/>
                <a:gd name="T3" fmla="*/ 33 h 719"/>
                <a:gd name="T4" fmla="*/ 12 w 407"/>
                <a:gd name="T5" fmla="*/ 43 h 719"/>
                <a:gd name="T6" fmla="*/ 10 w 407"/>
                <a:gd name="T7" fmla="*/ 51 h 719"/>
                <a:gd name="T8" fmla="*/ 8 w 407"/>
                <a:gd name="T9" fmla="*/ 60 h 719"/>
                <a:gd name="T10" fmla="*/ 6 w 407"/>
                <a:gd name="T11" fmla="*/ 69 h 719"/>
                <a:gd name="T12" fmla="*/ 4 w 407"/>
                <a:gd name="T13" fmla="*/ 79 h 719"/>
                <a:gd name="T14" fmla="*/ 2 w 407"/>
                <a:gd name="T15" fmla="*/ 89 h 719"/>
                <a:gd name="T16" fmla="*/ 1 w 407"/>
                <a:gd name="T17" fmla="*/ 98 h 719"/>
                <a:gd name="T18" fmla="*/ 0 w 407"/>
                <a:gd name="T19" fmla="*/ 105 h 719"/>
                <a:gd name="T20" fmla="*/ 0 w 407"/>
                <a:gd name="T21" fmla="*/ 112 h 719"/>
                <a:gd name="T22" fmla="*/ 2 w 407"/>
                <a:gd name="T23" fmla="*/ 117 h 719"/>
                <a:gd name="T24" fmla="*/ 8 w 407"/>
                <a:gd name="T25" fmla="*/ 127 h 719"/>
                <a:gd name="T26" fmla="*/ 14 w 407"/>
                <a:gd name="T27" fmla="*/ 139 h 719"/>
                <a:gd name="T28" fmla="*/ 19 w 407"/>
                <a:gd name="T29" fmla="*/ 150 h 719"/>
                <a:gd name="T30" fmla="*/ 22 w 407"/>
                <a:gd name="T31" fmla="*/ 158 h 719"/>
                <a:gd name="T32" fmla="*/ 24 w 407"/>
                <a:gd name="T33" fmla="*/ 164 h 719"/>
                <a:gd name="T34" fmla="*/ 53 w 407"/>
                <a:gd name="T35" fmla="*/ 170 h 719"/>
                <a:gd name="T36" fmla="*/ 52 w 407"/>
                <a:gd name="T37" fmla="*/ 164 h 719"/>
                <a:gd name="T38" fmla="*/ 51 w 407"/>
                <a:gd name="T39" fmla="*/ 153 h 719"/>
                <a:gd name="T40" fmla="*/ 50 w 407"/>
                <a:gd name="T41" fmla="*/ 146 h 719"/>
                <a:gd name="T42" fmla="*/ 49 w 407"/>
                <a:gd name="T43" fmla="*/ 139 h 719"/>
                <a:gd name="T44" fmla="*/ 47 w 407"/>
                <a:gd name="T45" fmla="*/ 132 h 719"/>
                <a:gd name="T46" fmla="*/ 46 w 407"/>
                <a:gd name="T47" fmla="*/ 125 h 719"/>
                <a:gd name="T48" fmla="*/ 44 w 407"/>
                <a:gd name="T49" fmla="*/ 117 h 719"/>
                <a:gd name="T50" fmla="*/ 42 w 407"/>
                <a:gd name="T51" fmla="*/ 111 h 719"/>
                <a:gd name="T52" fmla="*/ 39 w 407"/>
                <a:gd name="T53" fmla="*/ 100 h 719"/>
                <a:gd name="T54" fmla="*/ 50 w 407"/>
                <a:gd name="T55" fmla="*/ 83 h 719"/>
                <a:gd name="T56" fmla="*/ 52 w 407"/>
                <a:gd name="T57" fmla="*/ 89 h 719"/>
                <a:gd name="T58" fmla="*/ 55 w 407"/>
                <a:gd name="T59" fmla="*/ 96 h 719"/>
                <a:gd name="T60" fmla="*/ 58 w 407"/>
                <a:gd name="T61" fmla="*/ 103 h 719"/>
                <a:gd name="T62" fmla="*/ 61 w 407"/>
                <a:gd name="T63" fmla="*/ 110 h 719"/>
                <a:gd name="T64" fmla="*/ 63 w 407"/>
                <a:gd name="T65" fmla="*/ 119 h 719"/>
                <a:gd name="T66" fmla="*/ 65 w 407"/>
                <a:gd name="T67" fmla="*/ 127 h 719"/>
                <a:gd name="T68" fmla="*/ 67 w 407"/>
                <a:gd name="T69" fmla="*/ 135 h 719"/>
                <a:gd name="T70" fmla="*/ 67 w 407"/>
                <a:gd name="T71" fmla="*/ 143 h 719"/>
                <a:gd name="T72" fmla="*/ 68 w 407"/>
                <a:gd name="T73" fmla="*/ 150 h 719"/>
                <a:gd name="T74" fmla="*/ 68 w 407"/>
                <a:gd name="T75" fmla="*/ 157 h 719"/>
                <a:gd name="T76" fmla="*/ 68 w 407"/>
                <a:gd name="T77" fmla="*/ 166 h 719"/>
                <a:gd name="T78" fmla="*/ 97 w 407"/>
                <a:gd name="T79" fmla="*/ 180 h 719"/>
                <a:gd name="T80" fmla="*/ 98 w 407"/>
                <a:gd name="T81" fmla="*/ 175 h 719"/>
                <a:gd name="T82" fmla="*/ 99 w 407"/>
                <a:gd name="T83" fmla="*/ 167 h 719"/>
                <a:gd name="T84" fmla="*/ 101 w 407"/>
                <a:gd name="T85" fmla="*/ 157 h 719"/>
                <a:gd name="T86" fmla="*/ 101 w 407"/>
                <a:gd name="T87" fmla="*/ 145 h 719"/>
                <a:gd name="T88" fmla="*/ 100 w 407"/>
                <a:gd name="T89" fmla="*/ 134 h 719"/>
                <a:gd name="T90" fmla="*/ 99 w 407"/>
                <a:gd name="T91" fmla="*/ 124 h 719"/>
                <a:gd name="T92" fmla="*/ 98 w 407"/>
                <a:gd name="T93" fmla="*/ 118 h 719"/>
                <a:gd name="T94" fmla="*/ 68 w 407"/>
                <a:gd name="T95" fmla="*/ 0 h 71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07"/>
                <a:gd name="T145" fmla="*/ 0 h 719"/>
                <a:gd name="T146" fmla="*/ 407 w 407"/>
                <a:gd name="T147" fmla="*/ 719 h 719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07" h="719">
                  <a:moveTo>
                    <a:pt x="273" y="0"/>
                  </a:moveTo>
                  <a:lnTo>
                    <a:pt x="97" y="99"/>
                  </a:lnTo>
                  <a:lnTo>
                    <a:pt x="94" y="99"/>
                  </a:lnTo>
                  <a:lnTo>
                    <a:pt x="90" y="103"/>
                  </a:lnTo>
                  <a:lnTo>
                    <a:pt x="84" y="108"/>
                  </a:lnTo>
                  <a:lnTo>
                    <a:pt x="79" y="119"/>
                  </a:lnTo>
                  <a:lnTo>
                    <a:pt x="75" y="123"/>
                  </a:lnTo>
                  <a:lnTo>
                    <a:pt x="69" y="131"/>
                  </a:lnTo>
                  <a:lnTo>
                    <a:pt x="65" y="139"/>
                  </a:lnTo>
                  <a:lnTo>
                    <a:pt x="61" y="150"/>
                  </a:lnTo>
                  <a:lnTo>
                    <a:pt x="57" y="160"/>
                  </a:lnTo>
                  <a:lnTo>
                    <a:pt x="51" y="172"/>
                  </a:lnTo>
                  <a:lnTo>
                    <a:pt x="50" y="179"/>
                  </a:lnTo>
                  <a:lnTo>
                    <a:pt x="47" y="186"/>
                  </a:lnTo>
                  <a:lnTo>
                    <a:pt x="44" y="193"/>
                  </a:lnTo>
                  <a:lnTo>
                    <a:pt x="43" y="203"/>
                  </a:lnTo>
                  <a:lnTo>
                    <a:pt x="40" y="211"/>
                  </a:lnTo>
                  <a:lnTo>
                    <a:pt x="37" y="218"/>
                  </a:lnTo>
                  <a:lnTo>
                    <a:pt x="35" y="228"/>
                  </a:lnTo>
                  <a:lnTo>
                    <a:pt x="33" y="237"/>
                  </a:lnTo>
                  <a:lnTo>
                    <a:pt x="30" y="246"/>
                  </a:lnTo>
                  <a:lnTo>
                    <a:pt x="28" y="255"/>
                  </a:lnTo>
                  <a:lnTo>
                    <a:pt x="25" y="266"/>
                  </a:lnTo>
                  <a:lnTo>
                    <a:pt x="25" y="276"/>
                  </a:lnTo>
                  <a:lnTo>
                    <a:pt x="22" y="286"/>
                  </a:lnTo>
                  <a:lnTo>
                    <a:pt x="21" y="295"/>
                  </a:lnTo>
                  <a:lnTo>
                    <a:pt x="18" y="305"/>
                  </a:lnTo>
                  <a:lnTo>
                    <a:pt x="17" y="316"/>
                  </a:lnTo>
                  <a:lnTo>
                    <a:pt x="15" y="326"/>
                  </a:lnTo>
                  <a:lnTo>
                    <a:pt x="14" y="335"/>
                  </a:lnTo>
                  <a:lnTo>
                    <a:pt x="11" y="345"/>
                  </a:lnTo>
                  <a:lnTo>
                    <a:pt x="11" y="356"/>
                  </a:lnTo>
                  <a:lnTo>
                    <a:pt x="8" y="364"/>
                  </a:lnTo>
                  <a:lnTo>
                    <a:pt x="8" y="373"/>
                  </a:lnTo>
                  <a:lnTo>
                    <a:pt x="6" y="381"/>
                  </a:lnTo>
                  <a:lnTo>
                    <a:pt x="6" y="391"/>
                  </a:lnTo>
                  <a:lnTo>
                    <a:pt x="4" y="397"/>
                  </a:lnTo>
                  <a:lnTo>
                    <a:pt x="3" y="406"/>
                  </a:lnTo>
                  <a:lnTo>
                    <a:pt x="1" y="413"/>
                  </a:lnTo>
                  <a:lnTo>
                    <a:pt x="1" y="420"/>
                  </a:lnTo>
                  <a:lnTo>
                    <a:pt x="0" y="429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0" y="446"/>
                  </a:lnTo>
                  <a:lnTo>
                    <a:pt x="0" y="449"/>
                  </a:lnTo>
                  <a:lnTo>
                    <a:pt x="3" y="453"/>
                  </a:lnTo>
                  <a:lnTo>
                    <a:pt x="7" y="460"/>
                  </a:lnTo>
                  <a:lnTo>
                    <a:pt x="10" y="466"/>
                  </a:lnTo>
                  <a:lnTo>
                    <a:pt x="15" y="476"/>
                  </a:lnTo>
                  <a:lnTo>
                    <a:pt x="19" y="486"/>
                  </a:lnTo>
                  <a:lnTo>
                    <a:pt x="26" y="498"/>
                  </a:lnTo>
                  <a:lnTo>
                    <a:pt x="32" y="508"/>
                  </a:lnTo>
                  <a:lnTo>
                    <a:pt x="37" y="520"/>
                  </a:lnTo>
                  <a:lnTo>
                    <a:pt x="43" y="531"/>
                  </a:lnTo>
                  <a:lnTo>
                    <a:pt x="50" y="545"/>
                  </a:lnTo>
                  <a:lnTo>
                    <a:pt x="57" y="556"/>
                  </a:lnTo>
                  <a:lnTo>
                    <a:pt x="62" y="569"/>
                  </a:lnTo>
                  <a:lnTo>
                    <a:pt x="68" y="580"/>
                  </a:lnTo>
                  <a:lnTo>
                    <a:pt x="75" y="591"/>
                  </a:lnTo>
                  <a:lnTo>
                    <a:pt x="77" y="599"/>
                  </a:lnTo>
                  <a:lnTo>
                    <a:pt x="81" y="607"/>
                  </a:lnTo>
                  <a:lnTo>
                    <a:pt x="83" y="614"/>
                  </a:lnTo>
                  <a:lnTo>
                    <a:pt x="87" y="621"/>
                  </a:lnTo>
                  <a:lnTo>
                    <a:pt x="90" y="632"/>
                  </a:lnTo>
                  <a:lnTo>
                    <a:pt x="95" y="642"/>
                  </a:lnTo>
                  <a:lnTo>
                    <a:pt x="97" y="646"/>
                  </a:lnTo>
                  <a:lnTo>
                    <a:pt x="98" y="651"/>
                  </a:lnTo>
                  <a:lnTo>
                    <a:pt x="98" y="653"/>
                  </a:lnTo>
                  <a:lnTo>
                    <a:pt x="99" y="654"/>
                  </a:lnTo>
                  <a:lnTo>
                    <a:pt x="214" y="691"/>
                  </a:lnTo>
                  <a:lnTo>
                    <a:pt x="213" y="687"/>
                  </a:lnTo>
                  <a:lnTo>
                    <a:pt x="213" y="680"/>
                  </a:lnTo>
                  <a:lnTo>
                    <a:pt x="213" y="673"/>
                  </a:lnTo>
                  <a:lnTo>
                    <a:pt x="213" y="668"/>
                  </a:lnTo>
                  <a:lnTo>
                    <a:pt x="211" y="660"/>
                  </a:lnTo>
                  <a:lnTo>
                    <a:pt x="211" y="653"/>
                  </a:lnTo>
                  <a:lnTo>
                    <a:pt x="208" y="642"/>
                  </a:lnTo>
                  <a:lnTo>
                    <a:pt x="207" y="632"/>
                  </a:lnTo>
                  <a:lnTo>
                    <a:pt x="206" y="621"/>
                  </a:lnTo>
                  <a:lnTo>
                    <a:pt x="204" y="610"/>
                  </a:lnTo>
                  <a:lnTo>
                    <a:pt x="204" y="603"/>
                  </a:lnTo>
                  <a:lnTo>
                    <a:pt x="203" y="596"/>
                  </a:lnTo>
                  <a:lnTo>
                    <a:pt x="201" y="589"/>
                  </a:lnTo>
                  <a:lnTo>
                    <a:pt x="200" y="584"/>
                  </a:lnTo>
                  <a:lnTo>
                    <a:pt x="199" y="577"/>
                  </a:lnTo>
                  <a:lnTo>
                    <a:pt x="197" y="570"/>
                  </a:lnTo>
                  <a:lnTo>
                    <a:pt x="196" y="563"/>
                  </a:lnTo>
                  <a:lnTo>
                    <a:pt x="196" y="556"/>
                  </a:lnTo>
                  <a:lnTo>
                    <a:pt x="195" y="548"/>
                  </a:lnTo>
                  <a:lnTo>
                    <a:pt x="193" y="541"/>
                  </a:lnTo>
                  <a:lnTo>
                    <a:pt x="190" y="533"/>
                  </a:lnTo>
                  <a:lnTo>
                    <a:pt x="189" y="526"/>
                  </a:lnTo>
                  <a:lnTo>
                    <a:pt x="188" y="518"/>
                  </a:lnTo>
                  <a:lnTo>
                    <a:pt x="186" y="511"/>
                  </a:lnTo>
                  <a:lnTo>
                    <a:pt x="185" y="504"/>
                  </a:lnTo>
                  <a:lnTo>
                    <a:pt x="184" y="497"/>
                  </a:lnTo>
                  <a:lnTo>
                    <a:pt x="181" y="490"/>
                  </a:lnTo>
                  <a:lnTo>
                    <a:pt x="179" y="482"/>
                  </a:lnTo>
                  <a:lnTo>
                    <a:pt x="178" y="475"/>
                  </a:lnTo>
                  <a:lnTo>
                    <a:pt x="177" y="468"/>
                  </a:lnTo>
                  <a:lnTo>
                    <a:pt x="174" y="461"/>
                  </a:lnTo>
                  <a:lnTo>
                    <a:pt x="173" y="454"/>
                  </a:lnTo>
                  <a:lnTo>
                    <a:pt x="171" y="449"/>
                  </a:lnTo>
                  <a:lnTo>
                    <a:pt x="170" y="442"/>
                  </a:lnTo>
                  <a:lnTo>
                    <a:pt x="166" y="429"/>
                  </a:lnTo>
                  <a:lnTo>
                    <a:pt x="163" y="418"/>
                  </a:lnTo>
                  <a:lnTo>
                    <a:pt x="160" y="407"/>
                  </a:lnTo>
                  <a:lnTo>
                    <a:pt x="157" y="400"/>
                  </a:lnTo>
                  <a:lnTo>
                    <a:pt x="156" y="393"/>
                  </a:lnTo>
                  <a:lnTo>
                    <a:pt x="155" y="389"/>
                  </a:lnTo>
                  <a:lnTo>
                    <a:pt x="155" y="385"/>
                  </a:lnTo>
                  <a:lnTo>
                    <a:pt x="200" y="331"/>
                  </a:lnTo>
                  <a:lnTo>
                    <a:pt x="201" y="334"/>
                  </a:lnTo>
                  <a:lnTo>
                    <a:pt x="204" y="339"/>
                  </a:lnTo>
                  <a:lnTo>
                    <a:pt x="207" y="346"/>
                  </a:lnTo>
                  <a:lnTo>
                    <a:pt x="211" y="355"/>
                  </a:lnTo>
                  <a:lnTo>
                    <a:pt x="215" y="366"/>
                  </a:lnTo>
                  <a:lnTo>
                    <a:pt x="218" y="370"/>
                  </a:lnTo>
                  <a:lnTo>
                    <a:pt x="219" y="375"/>
                  </a:lnTo>
                  <a:lnTo>
                    <a:pt x="222" y="382"/>
                  </a:lnTo>
                  <a:lnTo>
                    <a:pt x="226" y="391"/>
                  </a:lnTo>
                  <a:lnTo>
                    <a:pt x="228" y="396"/>
                  </a:lnTo>
                  <a:lnTo>
                    <a:pt x="230" y="403"/>
                  </a:lnTo>
                  <a:lnTo>
                    <a:pt x="233" y="410"/>
                  </a:lnTo>
                  <a:lnTo>
                    <a:pt x="236" y="418"/>
                  </a:lnTo>
                  <a:lnTo>
                    <a:pt x="239" y="425"/>
                  </a:lnTo>
                  <a:lnTo>
                    <a:pt x="241" y="432"/>
                  </a:lnTo>
                  <a:lnTo>
                    <a:pt x="244" y="440"/>
                  </a:lnTo>
                  <a:lnTo>
                    <a:pt x="247" y="450"/>
                  </a:lnTo>
                  <a:lnTo>
                    <a:pt x="248" y="457"/>
                  </a:lnTo>
                  <a:lnTo>
                    <a:pt x="253" y="465"/>
                  </a:lnTo>
                  <a:lnTo>
                    <a:pt x="253" y="473"/>
                  </a:lnTo>
                  <a:lnTo>
                    <a:pt x="257" y="483"/>
                  </a:lnTo>
                  <a:lnTo>
                    <a:pt x="258" y="490"/>
                  </a:lnTo>
                  <a:lnTo>
                    <a:pt x="261" y="500"/>
                  </a:lnTo>
                  <a:lnTo>
                    <a:pt x="262" y="508"/>
                  </a:lnTo>
                  <a:lnTo>
                    <a:pt x="265" y="518"/>
                  </a:lnTo>
                  <a:lnTo>
                    <a:pt x="265" y="524"/>
                  </a:lnTo>
                  <a:lnTo>
                    <a:pt x="266" y="533"/>
                  </a:lnTo>
                  <a:lnTo>
                    <a:pt x="268" y="540"/>
                  </a:lnTo>
                  <a:lnTo>
                    <a:pt x="269" y="548"/>
                  </a:lnTo>
                  <a:lnTo>
                    <a:pt x="269" y="555"/>
                  </a:lnTo>
                  <a:lnTo>
                    <a:pt x="269" y="564"/>
                  </a:lnTo>
                  <a:lnTo>
                    <a:pt x="270" y="571"/>
                  </a:lnTo>
                  <a:lnTo>
                    <a:pt x="272" y="580"/>
                  </a:lnTo>
                  <a:lnTo>
                    <a:pt x="272" y="585"/>
                  </a:lnTo>
                  <a:lnTo>
                    <a:pt x="272" y="592"/>
                  </a:lnTo>
                  <a:lnTo>
                    <a:pt x="272" y="599"/>
                  </a:lnTo>
                  <a:lnTo>
                    <a:pt x="273" y="606"/>
                  </a:lnTo>
                  <a:lnTo>
                    <a:pt x="273" y="613"/>
                  </a:lnTo>
                  <a:lnTo>
                    <a:pt x="273" y="620"/>
                  </a:lnTo>
                  <a:lnTo>
                    <a:pt x="273" y="625"/>
                  </a:lnTo>
                  <a:lnTo>
                    <a:pt x="275" y="632"/>
                  </a:lnTo>
                  <a:lnTo>
                    <a:pt x="273" y="642"/>
                  </a:lnTo>
                  <a:lnTo>
                    <a:pt x="273" y="653"/>
                  </a:lnTo>
                  <a:lnTo>
                    <a:pt x="273" y="662"/>
                  </a:lnTo>
                  <a:lnTo>
                    <a:pt x="273" y="669"/>
                  </a:lnTo>
                  <a:lnTo>
                    <a:pt x="272" y="679"/>
                  </a:lnTo>
                  <a:lnTo>
                    <a:pt x="272" y="685"/>
                  </a:lnTo>
                  <a:lnTo>
                    <a:pt x="390" y="719"/>
                  </a:lnTo>
                  <a:lnTo>
                    <a:pt x="390" y="715"/>
                  </a:lnTo>
                  <a:lnTo>
                    <a:pt x="390" y="708"/>
                  </a:lnTo>
                  <a:lnTo>
                    <a:pt x="392" y="702"/>
                  </a:lnTo>
                  <a:lnTo>
                    <a:pt x="393" y="697"/>
                  </a:lnTo>
                  <a:lnTo>
                    <a:pt x="395" y="690"/>
                  </a:lnTo>
                  <a:lnTo>
                    <a:pt x="397" y="685"/>
                  </a:lnTo>
                  <a:lnTo>
                    <a:pt x="399" y="675"/>
                  </a:lnTo>
                  <a:lnTo>
                    <a:pt x="399" y="667"/>
                  </a:lnTo>
                  <a:lnTo>
                    <a:pt x="400" y="657"/>
                  </a:lnTo>
                  <a:lnTo>
                    <a:pt x="403" y="647"/>
                  </a:lnTo>
                  <a:lnTo>
                    <a:pt x="403" y="636"/>
                  </a:lnTo>
                  <a:lnTo>
                    <a:pt x="404" y="625"/>
                  </a:lnTo>
                  <a:lnTo>
                    <a:pt x="406" y="614"/>
                  </a:lnTo>
                  <a:lnTo>
                    <a:pt x="407" y="604"/>
                  </a:lnTo>
                  <a:lnTo>
                    <a:pt x="406" y="591"/>
                  </a:lnTo>
                  <a:lnTo>
                    <a:pt x="406" y="580"/>
                  </a:lnTo>
                  <a:lnTo>
                    <a:pt x="404" y="566"/>
                  </a:lnTo>
                  <a:lnTo>
                    <a:pt x="404" y="555"/>
                  </a:lnTo>
                  <a:lnTo>
                    <a:pt x="401" y="544"/>
                  </a:lnTo>
                  <a:lnTo>
                    <a:pt x="401" y="533"/>
                  </a:lnTo>
                  <a:lnTo>
                    <a:pt x="399" y="522"/>
                  </a:lnTo>
                  <a:lnTo>
                    <a:pt x="399" y="513"/>
                  </a:lnTo>
                  <a:lnTo>
                    <a:pt x="397" y="502"/>
                  </a:lnTo>
                  <a:lnTo>
                    <a:pt x="396" y="494"/>
                  </a:lnTo>
                  <a:lnTo>
                    <a:pt x="395" y="487"/>
                  </a:lnTo>
                  <a:lnTo>
                    <a:pt x="393" y="482"/>
                  </a:lnTo>
                  <a:lnTo>
                    <a:pt x="392" y="472"/>
                  </a:lnTo>
                  <a:lnTo>
                    <a:pt x="392" y="469"/>
                  </a:lnTo>
                  <a:lnTo>
                    <a:pt x="326" y="243"/>
                  </a:lnTo>
                  <a:lnTo>
                    <a:pt x="331" y="130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1C404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7" name="Freeform 258"/>
            <p:cNvSpPr>
              <a:spLocks/>
            </p:cNvSpPr>
            <p:nvPr/>
          </p:nvSpPr>
          <p:spPr bwMode="auto">
            <a:xfrm>
              <a:off x="4148" y="2171"/>
              <a:ext cx="203" cy="249"/>
            </a:xfrm>
            <a:custGeom>
              <a:avLst/>
              <a:gdLst>
                <a:gd name="T0" fmla="*/ 48 w 406"/>
                <a:gd name="T1" fmla="*/ 3 h 498"/>
                <a:gd name="T2" fmla="*/ 27 w 406"/>
                <a:gd name="T3" fmla="*/ 19 h 498"/>
                <a:gd name="T4" fmla="*/ 16 w 406"/>
                <a:gd name="T5" fmla="*/ 26 h 498"/>
                <a:gd name="T6" fmla="*/ 15 w 406"/>
                <a:gd name="T7" fmla="*/ 26 h 498"/>
                <a:gd name="T8" fmla="*/ 13 w 406"/>
                <a:gd name="T9" fmla="*/ 27 h 498"/>
                <a:gd name="T10" fmla="*/ 11 w 406"/>
                <a:gd name="T11" fmla="*/ 28 h 498"/>
                <a:gd name="T12" fmla="*/ 9 w 406"/>
                <a:gd name="T13" fmla="*/ 30 h 498"/>
                <a:gd name="T14" fmla="*/ 7 w 406"/>
                <a:gd name="T15" fmla="*/ 31 h 498"/>
                <a:gd name="T16" fmla="*/ 6 w 406"/>
                <a:gd name="T17" fmla="*/ 34 h 498"/>
                <a:gd name="T18" fmla="*/ 5 w 406"/>
                <a:gd name="T19" fmla="*/ 35 h 498"/>
                <a:gd name="T20" fmla="*/ 3 w 406"/>
                <a:gd name="T21" fmla="*/ 38 h 498"/>
                <a:gd name="T22" fmla="*/ 3 w 406"/>
                <a:gd name="T23" fmla="*/ 40 h 498"/>
                <a:gd name="T24" fmla="*/ 2 w 406"/>
                <a:gd name="T25" fmla="*/ 42 h 498"/>
                <a:gd name="T26" fmla="*/ 1 w 406"/>
                <a:gd name="T27" fmla="*/ 45 h 498"/>
                <a:gd name="T28" fmla="*/ 1 w 406"/>
                <a:gd name="T29" fmla="*/ 48 h 498"/>
                <a:gd name="T30" fmla="*/ 0 w 406"/>
                <a:gd name="T31" fmla="*/ 50 h 498"/>
                <a:gd name="T32" fmla="*/ 1 w 406"/>
                <a:gd name="T33" fmla="*/ 54 h 498"/>
                <a:gd name="T34" fmla="*/ 1 w 406"/>
                <a:gd name="T35" fmla="*/ 55 h 498"/>
                <a:gd name="T36" fmla="*/ 1 w 406"/>
                <a:gd name="T37" fmla="*/ 57 h 498"/>
                <a:gd name="T38" fmla="*/ 1 w 406"/>
                <a:gd name="T39" fmla="*/ 59 h 498"/>
                <a:gd name="T40" fmla="*/ 2 w 406"/>
                <a:gd name="T41" fmla="*/ 61 h 498"/>
                <a:gd name="T42" fmla="*/ 2 w 406"/>
                <a:gd name="T43" fmla="*/ 62 h 498"/>
                <a:gd name="T44" fmla="*/ 2 w 406"/>
                <a:gd name="T45" fmla="*/ 63 h 498"/>
                <a:gd name="T46" fmla="*/ 3 w 406"/>
                <a:gd name="T47" fmla="*/ 65 h 498"/>
                <a:gd name="T48" fmla="*/ 3 w 406"/>
                <a:gd name="T49" fmla="*/ 67 h 498"/>
                <a:gd name="T50" fmla="*/ 3 w 406"/>
                <a:gd name="T51" fmla="*/ 69 h 498"/>
                <a:gd name="T52" fmla="*/ 3 w 406"/>
                <a:gd name="T53" fmla="*/ 70 h 498"/>
                <a:gd name="T54" fmla="*/ 3 w 406"/>
                <a:gd name="T55" fmla="*/ 72 h 498"/>
                <a:gd name="T56" fmla="*/ 5 w 406"/>
                <a:gd name="T57" fmla="*/ 74 h 498"/>
                <a:gd name="T58" fmla="*/ 6 w 406"/>
                <a:gd name="T59" fmla="*/ 77 h 498"/>
                <a:gd name="T60" fmla="*/ 6 w 406"/>
                <a:gd name="T61" fmla="*/ 79 h 498"/>
                <a:gd name="T62" fmla="*/ 7 w 406"/>
                <a:gd name="T63" fmla="*/ 82 h 498"/>
                <a:gd name="T64" fmla="*/ 8 w 406"/>
                <a:gd name="T65" fmla="*/ 84 h 498"/>
                <a:gd name="T66" fmla="*/ 9 w 406"/>
                <a:gd name="T67" fmla="*/ 86 h 498"/>
                <a:gd name="T68" fmla="*/ 10 w 406"/>
                <a:gd name="T69" fmla="*/ 87 h 498"/>
                <a:gd name="T70" fmla="*/ 10 w 406"/>
                <a:gd name="T71" fmla="*/ 88 h 498"/>
                <a:gd name="T72" fmla="*/ 10 w 406"/>
                <a:gd name="T73" fmla="*/ 89 h 498"/>
                <a:gd name="T74" fmla="*/ 2 w 406"/>
                <a:gd name="T75" fmla="*/ 97 h 498"/>
                <a:gd name="T76" fmla="*/ 14 w 406"/>
                <a:gd name="T77" fmla="*/ 114 h 498"/>
                <a:gd name="T78" fmla="*/ 37 w 406"/>
                <a:gd name="T79" fmla="*/ 120 h 498"/>
                <a:gd name="T80" fmla="*/ 46 w 406"/>
                <a:gd name="T81" fmla="*/ 108 h 498"/>
                <a:gd name="T82" fmla="*/ 56 w 406"/>
                <a:gd name="T83" fmla="*/ 125 h 498"/>
                <a:gd name="T84" fmla="*/ 102 w 406"/>
                <a:gd name="T85" fmla="*/ 92 h 498"/>
                <a:gd name="T86" fmla="*/ 56 w 406"/>
                <a:gd name="T87" fmla="*/ 0 h 498"/>
                <a:gd name="T88" fmla="*/ 48 w 406"/>
                <a:gd name="T89" fmla="*/ 3 h 498"/>
                <a:gd name="T90" fmla="*/ 48 w 406"/>
                <a:gd name="T91" fmla="*/ 3 h 498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06"/>
                <a:gd name="T139" fmla="*/ 0 h 498"/>
                <a:gd name="T140" fmla="*/ 406 w 406"/>
                <a:gd name="T141" fmla="*/ 498 h 498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06" h="498">
                  <a:moveTo>
                    <a:pt x="192" y="11"/>
                  </a:moveTo>
                  <a:lnTo>
                    <a:pt x="111" y="76"/>
                  </a:lnTo>
                  <a:lnTo>
                    <a:pt x="64" y="101"/>
                  </a:lnTo>
                  <a:lnTo>
                    <a:pt x="61" y="101"/>
                  </a:lnTo>
                  <a:lnTo>
                    <a:pt x="55" y="105"/>
                  </a:lnTo>
                  <a:lnTo>
                    <a:pt x="44" y="111"/>
                  </a:lnTo>
                  <a:lnTo>
                    <a:pt x="35" y="120"/>
                  </a:lnTo>
                  <a:lnTo>
                    <a:pt x="29" y="126"/>
                  </a:lnTo>
                  <a:lnTo>
                    <a:pt x="24" y="133"/>
                  </a:lnTo>
                  <a:lnTo>
                    <a:pt x="17" y="140"/>
                  </a:lnTo>
                  <a:lnTo>
                    <a:pt x="14" y="149"/>
                  </a:lnTo>
                  <a:lnTo>
                    <a:pt x="9" y="157"/>
                  </a:lnTo>
                  <a:lnTo>
                    <a:pt x="7" y="167"/>
                  </a:lnTo>
                  <a:lnTo>
                    <a:pt x="3" y="177"/>
                  </a:lnTo>
                  <a:lnTo>
                    <a:pt x="3" y="191"/>
                  </a:lnTo>
                  <a:lnTo>
                    <a:pt x="0" y="200"/>
                  </a:lnTo>
                  <a:lnTo>
                    <a:pt x="2" y="214"/>
                  </a:lnTo>
                  <a:lnTo>
                    <a:pt x="2" y="220"/>
                  </a:lnTo>
                  <a:lnTo>
                    <a:pt x="2" y="226"/>
                  </a:lnTo>
                  <a:lnTo>
                    <a:pt x="3" y="233"/>
                  </a:lnTo>
                  <a:lnTo>
                    <a:pt x="6" y="242"/>
                  </a:lnTo>
                  <a:lnTo>
                    <a:pt x="6" y="247"/>
                  </a:lnTo>
                  <a:lnTo>
                    <a:pt x="7" y="254"/>
                  </a:lnTo>
                  <a:lnTo>
                    <a:pt x="9" y="260"/>
                  </a:lnTo>
                  <a:lnTo>
                    <a:pt x="11" y="267"/>
                  </a:lnTo>
                  <a:lnTo>
                    <a:pt x="13" y="273"/>
                  </a:lnTo>
                  <a:lnTo>
                    <a:pt x="15" y="280"/>
                  </a:lnTo>
                  <a:lnTo>
                    <a:pt x="15" y="287"/>
                  </a:lnTo>
                  <a:lnTo>
                    <a:pt x="18" y="294"/>
                  </a:lnTo>
                  <a:lnTo>
                    <a:pt x="22" y="305"/>
                  </a:lnTo>
                  <a:lnTo>
                    <a:pt x="25" y="316"/>
                  </a:lnTo>
                  <a:lnTo>
                    <a:pt x="29" y="326"/>
                  </a:lnTo>
                  <a:lnTo>
                    <a:pt x="32" y="336"/>
                  </a:lnTo>
                  <a:lnTo>
                    <a:pt x="35" y="341"/>
                  </a:lnTo>
                  <a:lnTo>
                    <a:pt x="38" y="348"/>
                  </a:lnTo>
                  <a:lnTo>
                    <a:pt x="39" y="351"/>
                  </a:lnTo>
                  <a:lnTo>
                    <a:pt x="40" y="353"/>
                  </a:lnTo>
                  <a:lnTo>
                    <a:pt x="7" y="388"/>
                  </a:lnTo>
                  <a:lnTo>
                    <a:pt x="57" y="454"/>
                  </a:lnTo>
                  <a:lnTo>
                    <a:pt x="146" y="479"/>
                  </a:lnTo>
                  <a:lnTo>
                    <a:pt x="181" y="429"/>
                  </a:lnTo>
                  <a:lnTo>
                    <a:pt x="226" y="498"/>
                  </a:lnTo>
                  <a:lnTo>
                    <a:pt x="406" y="367"/>
                  </a:lnTo>
                  <a:lnTo>
                    <a:pt x="225" y="0"/>
                  </a:lnTo>
                  <a:lnTo>
                    <a:pt x="192" y="11"/>
                  </a:lnTo>
                  <a:close/>
                </a:path>
              </a:pathLst>
            </a:custGeom>
            <a:solidFill>
              <a:srgbClr val="8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8" name="Freeform 259"/>
            <p:cNvSpPr>
              <a:spLocks/>
            </p:cNvSpPr>
            <p:nvPr/>
          </p:nvSpPr>
          <p:spPr bwMode="auto">
            <a:xfrm>
              <a:off x="4177" y="2163"/>
              <a:ext cx="190" cy="234"/>
            </a:xfrm>
            <a:custGeom>
              <a:avLst/>
              <a:gdLst>
                <a:gd name="T0" fmla="*/ 26 w 380"/>
                <a:gd name="T1" fmla="*/ 10 h 467"/>
                <a:gd name="T2" fmla="*/ 39 w 380"/>
                <a:gd name="T3" fmla="*/ 15 h 467"/>
                <a:gd name="T4" fmla="*/ 11 w 380"/>
                <a:gd name="T5" fmla="*/ 29 h 467"/>
                <a:gd name="T6" fmla="*/ 9 w 380"/>
                <a:gd name="T7" fmla="*/ 29 h 467"/>
                <a:gd name="T8" fmla="*/ 5 w 380"/>
                <a:gd name="T9" fmla="*/ 31 h 467"/>
                <a:gd name="T10" fmla="*/ 3 w 380"/>
                <a:gd name="T11" fmla="*/ 33 h 467"/>
                <a:gd name="T12" fmla="*/ 1 w 380"/>
                <a:gd name="T13" fmla="*/ 36 h 467"/>
                <a:gd name="T14" fmla="*/ 1 w 380"/>
                <a:gd name="T15" fmla="*/ 40 h 467"/>
                <a:gd name="T16" fmla="*/ 1 w 380"/>
                <a:gd name="T17" fmla="*/ 45 h 467"/>
                <a:gd name="T18" fmla="*/ 1 w 380"/>
                <a:gd name="T19" fmla="*/ 51 h 467"/>
                <a:gd name="T20" fmla="*/ 2 w 380"/>
                <a:gd name="T21" fmla="*/ 54 h 467"/>
                <a:gd name="T22" fmla="*/ 3 w 380"/>
                <a:gd name="T23" fmla="*/ 58 h 467"/>
                <a:gd name="T24" fmla="*/ 5 w 380"/>
                <a:gd name="T25" fmla="*/ 61 h 467"/>
                <a:gd name="T26" fmla="*/ 6 w 380"/>
                <a:gd name="T27" fmla="*/ 65 h 467"/>
                <a:gd name="T28" fmla="*/ 7 w 380"/>
                <a:gd name="T29" fmla="*/ 69 h 467"/>
                <a:gd name="T30" fmla="*/ 9 w 380"/>
                <a:gd name="T31" fmla="*/ 73 h 467"/>
                <a:gd name="T32" fmla="*/ 10 w 380"/>
                <a:gd name="T33" fmla="*/ 76 h 467"/>
                <a:gd name="T34" fmla="*/ 12 w 380"/>
                <a:gd name="T35" fmla="*/ 79 h 467"/>
                <a:gd name="T36" fmla="*/ 13 w 380"/>
                <a:gd name="T37" fmla="*/ 84 h 467"/>
                <a:gd name="T38" fmla="*/ 15 w 380"/>
                <a:gd name="T39" fmla="*/ 88 h 467"/>
                <a:gd name="T40" fmla="*/ 17 w 380"/>
                <a:gd name="T41" fmla="*/ 89 h 467"/>
                <a:gd name="T42" fmla="*/ 22 w 380"/>
                <a:gd name="T43" fmla="*/ 59 h 467"/>
                <a:gd name="T44" fmla="*/ 22 w 380"/>
                <a:gd name="T45" fmla="*/ 62 h 467"/>
                <a:gd name="T46" fmla="*/ 23 w 380"/>
                <a:gd name="T47" fmla="*/ 65 h 467"/>
                <a:gd name="T48" fmla="*/ 24 w 380"/>
                <a:gd name="T49" fmla="*/ 69 h 467"/>
                <a:gd name="T50" fmla="*/ 26 w 380"/>
                <a:gd name="T51" fmla="*/ 72 h 467"/>
                <a:gd name="T52" fmla="*/ 27 w 380"/>
                <a:gd name="T53" fmla="*/ 76 h 467"/>
                <a:gd name="T54" fmla="*/ 30 w 380"/>
                <a:gd name="T55" fmla="*/ 80 h 467"/>
                <a:gd name="T56" fmla="*/ 33 w 380"/>
                <a:gd name="T57" fmla="*/ 84 h 467"/>
                <a:gd name="T58" fmla="*/ 36 w 380"/>
                <a:gd name="T59" fmla="*/ 88 h 467"/>
                <a:gd name="T60" fmla="*/ 40 w 380"/>
                <a:gd name="T61" fmla="*/ 91 h 467"/>
                <a:gd name="T62" fmla="*/ 43 w 380"/>
                <a:gd name="T63" fmla="*/ 94 h 467"/>
                <a:gd name="T64" fmla="*/ 47 w 380"/>
                <a:gd name="T65" fmla="*/ 97 h 467"/>
                <a:gd name="T66" fmla="*/ 50 w 380"/>
                <a:gd name="T67" fmla="*/ 100 h 467"/>
                <a:gd name="T68" fmla="*/ 44 w 380"/>
                <a:gd name="T69" fmla="*/ 104 h 467"/>
                <a:gd name="T70" fmla="*/ 58 w 380"/>
                <a:gd name="T71" fmla="*/ 117 h 467"/>
                <a:gd name="T72" fmla="*/ 95 w 380"/>
                <a:gd name="T73" fmla="*/ 98 h 467"/>
                <a:gd name="T74" fmla="*/ 95 w 380"/>
                <a:gd name="T75" fmla="*/ 93 h 467"/>
                <a:gd name="T76" fmla="*/ 94 w 380"/>
                <a:gd name="T77" fmla="*/ 89 h 467"/>
                <a:gd name="T78" fmla="*/ 94 w 380"/>
                <a:gd name="T79" fmla="*/ 83 h 467"/>
                <a:gd name="T80" fmla="*/ 93 w 380"/>
                <a:gd name="T81" fmla="*/ 78 h 467"/>
                <a:gd name="T82" fmla="*/ 92 w 380"/>
                <a:gd name="T83" fmla="*/ 72 h 467"/>
                <a:gd name="T84" fmla="*/ 91 w 380"/>
                <a:gd name="T85" fmla="*/ 67 h 467"/>
                <a:gd name="T86" fmla="*/ 90 w 380"/>
                <a:gd name="T87" fmla="*/ 62 h 467"/>
                <a:gd name="T88" fmla="*/ 89 w 380"/>
                <a:gd name="T89" fmla="*/ 57 h 467"/>
                <a:gd name="T90" fmla="*/ 87 w 380"/>
                <a:gd name="T91" fmla="*/ 53 h 467"/>
                <a:gd name="T92" fmla="*/ 86 w 380"/>
                <a:gd name="T93" fmla="*/ 50 h 467"/>
                <a:gd name="T94" fmla="*/ 84 w 380"/>
                <a:gd name="T95" fmla="*/ 47 h 467"/>
                <a:gd name="T96" fmla="*/ 82 w 380"/>
                <a:gd name="T97" fmla="*/ 44 h 467"/>
                <a:gd name="T98" fmla="*/ 62 w 380"/>
                <a:gd name="T99" fmla="*/ 9 h 467"/>
                <a:gd name="T100" fmla="*/ 42 w 380"/>
                <a:gd name="T101" fmla="*/ 0 h 46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80"/>
                <a:gd name="T154" fmla="*/ 0 h 467"/>
                <a:gd name="T155" fmla="*/ 380 w 380"/>
                <a:gd name="T156" fmla="*/ 467 h 46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80" h="467">
                  <a:moveTo>
                    <a:pt x="167" y="0"/>
                  </a:moveTo>
                  <a:lnTo>
                    <a:pt x="106" y="40"/>
                  </a:lnTo>
                  <a:lnTo>
                    <a:pt x="111" y="60"/>
                  </a:lnTo>
                  <a:lnTo>
                    <a:pt x="153" y="60"/>
                  </a:lnTo>
                  <a:lnTo>
                    <a:pt x="93" y="81"/>
                  </a:lnTo>
                  <a:lnTo>
                    <a:pt x="43" y="114"/>
                  </a:lnTo>
                  <a:lnTo>
                    <a:pt x="40" y="114"/>
                  </a:lnTo>
                  <a:lnTo>
                    <a:pt x="35" y="114"/>
                  </a:lnTo>
                  <a:lnTo>
                    <a:pt x="28" y="117"/>
                  </a:lnTo>
                  <a:lnTo>
                    <a:pt x="20" y="122"/>
                  </a:lnTo>
                  <a:lnTo>
                    <a:pt x="14" y="125"/>
                  </a:lnTo>
                  <a:lnTo>
                    <a:pt x="11" y="129"/>
                  </a:lnTo>
                  <a:lnTo>
                    <a:pt x="7" y="135"/>
                  </a:lnTo>
                  <a:lnTo>
                    <a:pt x="6" y="142"/>
                  </a:lnTo>
                  <a:lnTo>
                    <a:pt x="2" y="149"/>
                  </a:lnTo>
                  <a:lnTo>
                    <a:pt x="2" y="157"/>
                  </a:lnTo>
                  <a:lnTo>
                    <a:pt x="0" y="167"/>
                  </a:lnTo>
                  <a:lnTo>
                    <a:pt x="3" y="178"/>
                  </a:lnTo>
                  <a:lnTo>
                    <a:pt x="3" y="189"/>
                  </a:lnTo>
                  <a:lnTo>
                    <a:pt x="6" y="201"/>
                  </a:lnTo>
                  <a:lnTo>
                    <a:pt x="6" y="208"/>
                  </a:lnTo>
                  <a:lnTo>
                    <a:pt x="8" y="216"/>
                  </a:lnTo>
                  <a:lnTo>
                    <a:pt x="10" y="223"/>
                  </a:lnTo>
                  <a:lnTo>
                    <a:pt x="14" y="230"/>
                  </a:lnTo>
                  <a:lnTo>
                    <a:pt x="15" y="237"/>
                  </a:lnTo>
                  <a:lnTo>
                    <a:pt x="18" y="244"/>
                  </a:lnTo>
                  <a:lnTo>
                    <a:pt x="21" y="251"/>
                  </a:lnTo>
                  <a:lnTo>
                    <a:pt x="24" y="259"/>
                  </a:lnTo>
                  <a:lnTo>
                    <a:pt x="26" y="266"/>
                  </a:lnTo>
                  <a:lnTo>
                    <a:pt x="29" y="274"/>
                  </a:lnTo>
                  <a:lnTo>
                    <a:pt x="32" y="281"/>
                  </a:lnTo>
                  <a:lnTo>
                    <a:pt x="36" y="289"/>
                  </a:lnTo>
                  <a:lnTo>
                    <a:pt x="39" y="295"/>
                  </a:lnTo>
                  <a:lnTo>
                    <a:pt x="40" y="302"/>
                  </a:lnTo>
                  <a:lnTo>
                    <a:pt x="43" y="307"/>
                  </a:lnTo>
                  <a:lnTo>
                    <a:pt x="46" y="316"/>
                  </a:lnTo>
                  <a:lnTo>
                    <a:pt x="50" y="325"/>
                  </a:lnTo>
                  <a:lnTo>
                    <a:pt x="55" y="336"/>
                  </a:lnTo>
                  <a:lnTo>
                    <a:pt x="58" y="343"/>
                  </a:lnTo>
                  <a:lnTo>
                    <a:pt x="62" y="350"/>
                  </a:lnTo>
                  <a:lnTo>
                    <a:pt x="64" y="354"/>
                  </a:lnTo>
                  <a:lnTo>
                    <a:pt x="65" y="356"/>
                  </a:lnTo>
                  <a:lnTo>
                    <a:pt x="87" y="234"/>
                  </a:lnTo>
                  <a:lnTo>
                    <a:pt x="87" y="236"/>
                  </a:lnTo>
                  <a:lnTo>
                    <a:pt x="87" y="242"/>
                  </a:lnTo>
                  <a:lnTo>
                    <a:pt x="87" y="247"/>
                  </a:lnTo>
                  <a:lnTo>
                    <a:pt x="90" y="252"/>
                  </a:lnTo>
                  <a:lnTo>
                    <a:pt x="91" y="258"/>
                  </a:lnTo>
                  <a:lnTo>
                    <a:pt x="95" y="266"/>
                  </a:lnTo>
                  <a:lnTo>
                    <a:pt x="95" y="273"/>
                  </a:lnTo>
                  <a:lnTo>
                    <a:pt x="100" y="280"/>
                  </a:lnTo>
                  <a:lnTo>
                    <a:pt x="104" y="288"/>
                  </a:lnTo>
                  <a:lnTo>
                    <a:pt x="106" y="296"/>
                  </a:lnTo>
                  <a:lnTo>
                    <a:pt x="111" y="303"/>
                  </a:lnTo>
                  <a:lnTo>
                    <a:pt x="115" y="313"/>
                  </a:lnTo>
                  <a:lnTo>
                    <a:pt x="120" y="320"/>
                  </a:lnTo>
                  <a:lnTo>
                    <a:pt x="127" y="329"/>
                  </a:lnTo>
                  <a:lnTo>
                    <a:pt x="131" y="336"/>
                  </a:lnTo>
                  <a:lnTo>
                    <a:pt x="138" y="343"/>
                  </a:lnTo>
                  <a:lnTo>
                    <a:pt x="144" y="350"/>
                  </a:lnTo>
                  <a:lnTo>
                    <a:pt x="152" y="357"/>
                  </a:lnTo>
                  <a:lnTo>
                    <a:pt x="157" y="364"/>
                  </a:lnTo>
                  <a:lnTo>
                    <a:pt x="164" y="369"/>
                  </a:lnTo>
                  <a:lnTo>
                    <a:pt x="170" y="374"/>
                  </a:lnTo>
                  <a:lnTo>
                    <a:pt x="177" y="380"/>
                  </a:lnTo>
                  <a:lnTo>
                    <a:pt x="188" y="387"/>
                  </a:lnTo>
                  <a:lnTo>
                    <a:pt x="197" y="394"/>
                  </a:lnTo>
                  <a:lnTo>
                    <a:pt x="203" y="397"/>
                  </a:lnTo>
                  <a:lnTo>
                    <a:pt x="207" y="400"/>
                  </a:lnTo>
                  <a:lnTo>
                    <a:pt x="173" y="414"/>
                  </a:lnTo>
                  <a:lnTo>
                    <a:pt x="197" y="438"/>
                  </a:lnTo>
                  <a:lnTo>
                    <a:pt x="233" y="467"/>
                  </a:lnTo>
                  <a:lnTo>
                    <a:pt x="380" y="394"/>
                  </a:lnTo>
                  <a:lnTo>
                    <a:pt x="378" y="389"/>
                  </a:lnTo>
                  <a:lnTo>
                    <a:pt x="378" y="380"/>
                  </a:lnTo>
                  <a:lnTo>
                    <a:pt x="377" y="372"/>
                  </a:lnTo>
                  <a:lnTo>
                    <a:pt x="375" y="364"/>
                  </a:lnTo>
                  <a:lnTo>
                    <a:pt x="374" y="354"/>
                  </a:lnTo>
                  <a:lnTo>
                    <a:pt x="374" y="345"/>
                  </a:lnTo>
                  <a:lnTo>
                    <a:pt x="373" y="332"/>
                  </a:lnTo>
                  <a:lnTo>
                    <a:pt x="373" y="323"/>
                  </a:lnTo>
                  <a:lnTo>
                    <a:pt x="370" y="310"/>
                  </a:lnTo>
                  <a:lnTo>
                    <a:pt x="370" y="299"/>
                  </a:lnTo>
                  <a:lnTo>
                    <a:pt x="367" y="288"/>
                  </a:lnTo>
                  <a:lnTo>
                    <a:pt x="366" y="276"/>
                  </a:lnTo>
                  <a:lnTo>
                    <a:pt x="364" y="266"/>
                  </a:lnTo>
                  <a:lnTo>
                    <a:pt x="363" y="256"/>
                  </a:lnTo>
                  <a:lnTo>
                    <a:pt x="359" y="245"/>
                  </a:lnTo>
                  <a:lnTo>
                    <a:pt x="356" y="236"/>
                  </a:lnTo>
                  <a:lnTo>
                    <a:pt x="353" y="226"/>
                  </a:lnTo>
                  <a:lnTo>
                    <a:pt x="351" y="219"/>
                  </a:lnTo>
                  <a:lnTo>
                    <a:pt x="348" y="211"/>
                  </a:lnTo>
                  <a:lnTo>
                    <a:pt x="344" y="205"/>
                  </a:lnTo>
                  <a:lnTo>
                    <a:pt x="341" y="198"/>
                  </a:lnTo>
                  <a:lnTo>
                    <a:pt x="340" y="194"/>
                  </a:lnTo>
                  <a:lnTo>
                    <a:pt x="334" y="185"/>
                  </a:lnTo>
                  <a:lnTo>
                    <a:pt x="331" y="179"/>
                  </a:lnTo>
                  <a:lnTo>
                    <a:pt x="328" y="176"/>
                  </a:lnTo>
                  <a:lnTo>
                    <a:pt x="306" y="81"/>
                  </a:lnTo>
                  <a:lnTo>
                    <a:pt x="251" y="34"/>
                  </a:lnTo>
                  <a:lnTo>
                    <a:pt x="193" y="37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59" name="Freeform 260"/>
            <p:cNvSpPr>
              <a:spLocks/>
            </p:cNvSpPr>
            <p:nvPr/>
          </p:nvSpPr>
          <p:spPr bwMode="auto">
            <a:xfrm>
              <a:off x="4278" y="2368"/>
              <a:ext cx="140" cy="254"/>
            </a:xfrm>
            <a:custGeom>
              <a:avLst/>
              <a:gdLst>
                <a:gd name="T0" fmla="*/ 7 w 281"/>
                <a:gd name="T1" fmla="*/ 21 h 506"/>
                <a:gd name="T2" fmla="*/ 6 w 281"/>
                <a:gd name="T3" fmla="*/ 23 h 506"/>
                <a:gd name="T4" fmla="*/ 4 w 281"/>
                <a:gd name="T5" fmla="*/ 27 h 506"/>
                <a:gd name="T6" fmla="*/ 3 w 281"/>
                <a:gd name="T7" fmla="*/ 30 h 506"/>
                <a:gd name="T8" fmla="*/ 2 w 281"/>
                <a:gd name="T9" fmla="*/ 34 h 506"/>
                <a:gd name="T10" fmla="*/ 1 w 281"/>
                <a:gd name="T11" fmla="*/ 37 h 506"/>
                <a:gd name="T12" fmla="*/ 0 w 281"/>
                <a:gd name="T13" fmla="*/ 41 h 506"/>
                <a:gd name="T14" fmla="*/ 0 w 281"/>
                <a:gd name="T15" fmla="*/ 45 h 506"/>
                <a:gd name="T16" fmla="*/ 0 w 281"/>
                <a:gd name="T17" fmla="*/ 49 h 506"/>
                <a:gd name="T18" fmla="*/ 0 w 281"/>
                <a:gd name="T19" fmla="*/ 52 h 506"/>
                <a:gd name="T20" fmla="*/ 1 w 281"/>
                <a:gd name="T21" fmla="*/ 56 h 506"/>
                <a:gd name="T22" fmla="*/ 2 w 281"/>
                <a:gd name="T23" fmla="*/ 60 h 506"/>
                <a:gd name="T24" fmla="*/ 3 w 281"/>
                <a:gd name="T25" fmla="*/ 62 h 506"/>
                <a:gd name="T26" fmla="*/ 36 w 281"/>
                <a:gd name="T27" fmla="*/ 50 h 506"/>
                <a:gd name="T28" fmla="*/ 36 w 281"/>
                <a:gd name="T29" fmla="*/ 54 h 506"/>
                <a:gd name="T30" fmla="*/ 37 w 281"/>
                <a:gd name="T31" fmla="*/ 58 h 506"/>
                <a:gd name="T32" fmla="*/ 38 w 281"/>
                <a:gd name="T33" fmla="*/ 63 h 506"/>
                <a:gd name="T34" fmla="*/ 39 w 281"/>
                <a:gd name="T35" fmla="*/ 68 h 506"/>
                <a:gd name="T36" fmla="*/ 40 w 281"/>
                <a:gd name="T37" fmla="*/ 72 h 506"/>
                <a:gd name="T38" fmla="*/ 41 w 281"/>
                <a:gd name="T39" fmla="*/ 75 h 506"/>
                <a:gd name="T40" fmla="*/ 42 w 281"/>
                <a:gd name="T41" fmla="*/ 79 h 506"/>
                <a:gd name="T42" fmla="*/ 43 w 281"/>
                <a:gd name="T43" fmla="*/ 82 h 506"/>
                <a:gd name="T44" fmla="*/ 45 w 281"/>
                <a:gd name="T45" fmla="*/ 86 h 506"/>
                <a:gd name="T46" fmla="*/ 46 w 281"/>
                <a:gd name="T47" fmla="*/ 90 h 506"/>
                <a:gd name="T48" fmla="*/ 48 w 281"/>
                <a:gd name="T49" fmla="*/ 93 h 506"/>
                <a:gd name="T50" fmla="*/ 50 w 281"/>
                <a:gd name="T51" fmla="*/ 97 h 506"/>
                <a:gd name="T52" fmla="*/ 52 w 281"/>
                <a:gd name="T53" fmla="*/ 100 h 506"/>
                <a:gd name="T54" fmla="*/ 54 w 281"/>
                <a:gd name="T55" fmla="*/ 104 h 506"/>
                <a:gd name="T56" fmla="*/ 55 w 281"/>
                <a:gd name="T57" fmla="*/ 107 h 506"/>
                <a:gd name="T58" fmla="*/ 58 w 281"/>
                <a:gd name="T59" fmla="*/ 112 h 506"/>
                <a:gd name="T60" fmla="*/ 62 w 281"/>
                <a:gd name="T61" fmla="*/ 117 h 506"/>
                <a:gd name="T62" fmla="*/ 65 w 281"/>
                <a:gd name="T63" fmla="*/ 122 h 506"/>
                <a:gd name="T64" fmla="*/ 69 w 281"/>
                <a:gd name="T65" fmla="*/ 126 h 506"/>
                <a:gd name="T66" fmla="*/ 70 w 281"/>
                <a:gd name="T67" fmla="*/ 127 h 506"/>
                <a:gd name="T68" fmla="*/ 70 w 281"/>
                <a:gd name="T69" fmla="*/ 124 h 506"/>
                <a:gd name="T70" fmla="*/ 69 w 281"/>
                <a:gd name="T71" fmla="*/ 120 h 506"/>
                <a:gd name="T72" fmla="*/ 69 w 281"/>
                <a:gd name="T73" fmla="*/ 115 h 506"/>
                <a:gd name="T74" fmla="*/ 69 w 281"/>
                <a:gd name="T75" fmla="*/ 110 h 506"/>
                <a:gd name="T76" fmla="*/ 68 w 281"/>
                <a:gd name="T77" fmla="*/ 107 h 506"/>
                <a:gd name="T78" fmla="*/ 68 w 281"/>
                <a:gd name="T79" fmla="*/ 103 h 506"/>
                <a:gd name="T80" fmla="*/ 67 w 281"/>
                <a:gd name="T81" fmla="*/ 99 h 506"/>
                <a:gd name="T82" fmla="*/ 67 w 281"/>
                <a:gd name="T83" fmla="*/ 94 h 506"/>
                <a:gd name="T84" fmla="*/ 66 w 281"/>
                <a:gd name="T85" fmla="*/ 90 h 506"/>
                <a:gd name="T86" fmla="*/ 65 w 281"/>
                <a:gd name="T87" fmla="*/ 85 h 506"/>
                <a:gd name="T88" fmla="*/ 64 w 281"/>
                <a:gd name="T89" fmla="*/ 81 h 506"/>
                <a:gd name="T90" fmla="*/ 63 w 281"/>
                <a:gd name="T91" fmla="*/ 77 h 506"/>
                <a:gd name="T92" fmla="*/ 62 w 281"/>
                <a:gd name="T93" fmla="*/ 72 h 506"/>
                <a:gd name="T94" fmla="*/ 60 w 281"/>
                <a:gd name="T95" fmla="*/ 68 h 506"/>
                <a:gd name="T96" fmla="*/ 58 w 281"/>
                <a:gd name="T97" fmla="*/ 63 h 506"/>
                <a:gd name="T98" fmla="*/ 57 w 281"/>
                <a:gd name="T99" fmla="*/ 59 h 506"/>
                <a:gd name="T100" fmla="*/ 55 w 281"/>
                <a:gd name="T101" fmla="*/ 55 h 506"/>
                <a:gd name="T102" fmla="*/ 54 w 281"/>
                <a:gd name="T103" fmla="*/ 51 h 506"/>
                <a:gd name="T104" fmla="*/ 52 w 281"/>
                <a:gd name="T105" fmla="*/ 48 h 506"/>
                <a:gd name="T106" fmla="*/ 50 w 281"/>
                <a:gd name="T107" fmla="*/ 45 h 506"/>
                <a:gd name="T108" fmla="*/ 48 w 281"/>
                <a:gd name="T109" fmla="*/ 42 h 506"/>
                <a:gd name="T110" fmla="*/ 47 w 281"/>
                <a:gd name="T111" fmla="*/ 38 h 506"/>
                <a:gd name="T112" fmla="*/ 45 w 281"/>
                <a:gd name="T113" fmla="*/ 34 h 506"/>
                <a:gd name="T114" fmla="*/ 44 w 281"/>
                <a:gd name="T115" fmla="*/ 32 h 506"/>
                <a:gd name="T116" fmla="*/ 48 w 281"/>
                <a:gd name="T117" fmla="*/ 7 h 506"/>
                <a:gd name="T118" fmla="*/ 41 w 281"/>
                <a:gd name="T119" fmla="*/ 0 h 50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81"/>
                <a:gd name="T181" fmla="*/ 0 h 506"/>
                <a:gd name="T182" fmla="*/ 281 w 281"/>
                <a:gd name="T183" fmla="*/ 506 h 50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81" h="506">
                  <a:moveTo>
                    <a:pt x="166" y="0"/>
                  </a:moveTo>
                  <a:lnTo>
                    <a:pt x="31" y="84"/>
                  </a:lnTo>
                  <a:lnTo>
                    <a:pt x="30" y="84"/>
                  </a:lnTo>
                  <a:lnTo>
                    <a:pt x="27" y="90"/>
                  </a:lnTo>
                  <a:lnTo>
                    <a:pt x="23" y="96"/>
                  </a:lnTo>
                  <a:lnTo>
                    <a:pt x="18" y="108"/>
                  </a:lnTo>
                  <a:lnTo>
                    <a:pt x="15" y="112"/>
                  </a:lnTo>
                  <a:lnTo>
                    <a:pt x="12" y="119"/>
                  </a:lnTo>
                  <a:lnTo>
                    <a:pt x="9" y="125"/>
                  </a:lnTo>
                  <a:lnTo>
                    <a:pt x="8" y="134"/>
                  </a:lnTo>
                  <a:lnTo>
                    <a:pt x="5" y="141"/>
                  </a:lnTo>
                  <a:lnTo>
                    <a:pt x="4" y="148"/>
                  </a:lnTo>
                  <a:lnTo>
                    <a:pt x="1" y="156"/>
                  </a:lnTo>
                  <a:lnTo>
                    <a:pt x="1" y="164"/>
                  </a:lnTo>
                  <a:lnTo>
                    <a:pt x="0" y="171"/>
                  </a:lnTo>
                  <a:lnTo>
                    <a:pt x="0" y="178"/>
                  </a:lnTo>
                  <a:lnTo>
                    <a:pt x="0" y="185"/>
                  </a:lnTo>
                  <a:lnTo>
                    <a:pt x="0" y="193"/>
                  </a:lnTo>
                  <a:lnTo>
                    <a:pt x="0" y="199"/>
                  </a:lnTo>
                  <a:lnTo>
                    <a:pt x="1" y="207"/>
                  </a:lnTo>
                  <a:lnTo>
                    <a:pt x="2" y="214"/>
                  </a:lnTo>
                  <a:lnTo>
                    <a:pt x="5" y="221"/>
                  </a:lnTo>
                  <a:lnTo>
                    <a:pt x="6" y="232"/>
                  </a:lnTo>
                  <a:lnTo>
                    <a:pt x="8" y="240"/>
                  </a:lnTo>
                  <a:lnTo>
                    <a:pt x="11" y="247"/>
                  </a:lnTo>
                  <a:lnTo>
                    <a:pt x="12" y="248"/>
                  </a:lnTo>
                  <a:lnTo>
                    <a:pt x="146" y="194"/>
                  </a:lnTo>
                  <a:lnTo>
                    <a:pt x="146" y="197"/>
                  </a:lnTo>
                  <a:lnTo>
                    <a:pt x="146" y="207"/>
                  </a:lnTo>
                  <a:lnTo>
                    <a:pt x="146" y="214"/>
                  </a:lnTo>
                  <a:lnTo>
                    <a:pt x="147" y="222"/>
                  </a:lnTo>
                  <a:lnTo>
                    <a:pt x="149" y="232"/>
                  </a:lnTo>
                  <a:lnTo>
                    <a:pt x="153" y="241"/>
                  </a:lnTo>
                  <a:lnTo>
                    <a:pt x="154" y="252"/>
                  </a:lnTo>
                  <a:lnTo>
                    <a:pt x="155" y="265"/>
                  </a:lnTo>
                  <a:lnTo>
                    <a:pt x="157" y="270"/>
                  </a:lnTo>
                  <a:lnTo>
                    <a:pt x="160" y="277"/>
                  </a:lnTo>
                  <a:lnTo>
                    <a:pt x="161" y="284"/>
                  </a:lnTo>
                  <a:lnTo>
                    <a:pt x="162" y="291"/>
                  </a:lnTo>
                  <a:lnTo>
                    <a:pt x="164" y="298"/>
                  </a:lnTo>
                  <a:lnTo>
                    <a:pt x="166" y="306"/>
                  </a:lnTo>
                  <a:lnTo>
                    <a:pt x="168" y="313"/>
                  </a:lnTo>
                  <a:lnTo>
                    <a:pt x="171" y="320"/>
                  </a:lnTo>
                  <a:lnTo>
                    <a:pt x="173" y="327"/>
                  </a:lnTo>
                  <a:lnTo>
                    <a:pt x="178" y="334"/>
                  </a:lnTo>
                  <a:lnTo>
                    <a:pt x="180" y="341"/>
                  </a:lnTo>
                  <a:lnTo>
                    <a:pt x="184" y="349"/>
                  </a:lnTo>
                  <a:lnTo>
                    <a:pt x="186" y="356"/>
                  </a:lnTo>
                  <a:lnTo>
                    <a:pt x="189" y="363"/>
                  </a:lnTo>
                  <a:lnTo>
                    <a:pt x="193" y="371"/>
                  </a:lnTo>
                  <a:lnTo>
                    <a:pt x="195" y="378"/>
                  </a:lnTo>
                  <a:lnTo>
                    <a:pt x="200" y="385"/>
                  </a:lnTo>
                  <a:lnTo>
                    <a:pt x="204" y="392"/>
                  </a:lnTo>
                  <a:lnTo>
                    <a:pt x="208" y="399"/>
                  </a:lnTo>
                  <a:lnTo>
                    <a:pt x="212" y="406"/>
                  </a:lnTo>
                  <a:lnTo>
                    <a:pt x="216" y="413"/>
                  </a:lnTo>
                  <a:lnTo>
                    <a:pt x="219" y="419"/>
                  </a:lnTo>
                  <a:lnTo>
                    <a:pt x="223" y="425"/>
                  </a:lnTo>
                  <a:lnTo>
                    <a:pt x="227" y="432"/>
                  </a:lnTo>
                  <a:lnTo>
                    <a:pt x="235" y="444"/>
                  </a:lnTo>
                  <a:lnTo>
                    <a:pt x="244" y="457"/>
                  </a:lnTo>
                  <a:lnTo>
                    <a:pt x="251" y="466"/>
                  </a:lnTo>
                  <a:lnTo>
                    <a:pt x="258" y="476"/>
                  </a:lnTo>
                  <a:lnTo>
                    <a:pt x="263" y="484"/>
                  </a:lnTo>
                  <a:lnTo>
                    <a:pt x="269" y="493"/>
                  </a:lnTo>
                  <a:lnTo>
                    <a:pt x="277" y="502"/>
                  </a:lnTo>
                  <a:lnTo>
                    <a:pt x="281" y="506"/>
                  </a:lnTo>
                  <a:lnTo>
                    <a:pt x="280" y="504"/>
                  </a:lnTo>
                  <a:lnTo>
                    <a:pt x="280" y="501"/>
                  </a:lnTo>
                  <a:lnTo>
                    <a:pt x="280" y="494"/>
                  </a:lnTo>
                  <a:lnTo>
                    <a:pt x="280" y="488"/>
                  </a:lnTo>
                  <a:lnTo>
                    <a:pt x="278" y="479"/>
                  </a:lnTo>
                  <a:lnTo>
                    <a:pt x="278" y="469"/>
                  </a:lnTo>
                  <a:lnTo>
                    <a:pt x="278" y="458"/>
                  </a:lnTo>
                  <a:lnTo>
                    <a:pt x="278" y="446"/>
                  </a:lnTo>
                  <a:lnTo>
                    <a:pt x="277" y="437"/>
                  </a:lnTo>
                  <a:lnTo>
                    <a:pt x="275" y="430"/>
                  </a:lnTo>
                  <a:lnTo>
                    <a:pt x="275" y="424"/>
                  </a:lnTo>
                  <a:lnTo>
                    <a:pt x="275" y="417"/>
                  </a:lnTo>
                  <a:lnTo>
                    <a:pt x="274" y="408"/>
                  </a:lnTo>
                  <a:lnTo>
                    <a:pt x="273" y="400"/>
                  </a:lnTo>
                  <a:lnTo>
                    <a:pt x="271" y="392"/>
                  </a:lnTo>
                  <a:lnTo>
                    <a:pt x="271" y="385"/>
                  </a:lnTo>
                  <a:lnTo>
                    <a:pt x="269" y="375"/>
                  </a:lnTo>
                  <a:lnTo>
                    <a:pt x="267" y="367"/>
                  </a:lnTo>
                  <a:lnTo>
                    <a:pt x="266" y="357"/>
                  </a:lnTo>
                  <a:lnTo>
                    <a:pt x="264" y="349"/>
                  </a:lnTo>
                  <a:lnTo>
                    <a:pt x="262" y="339"/>
                  </a:lnTo>
                  <a:lnTo>
                    <a:pt x="260" y="331"/>
                  </a:lnTo>
                  <a:lnTo>
                    <a:pt x="259" y="323"/>
                  </a:lnTo>
                  <a:lnTo>
                    <a:pt x="258" y="315"/>
                  </a:lnTo>
                  <a:lnTo>
                    <a:pt x="253" y="305"/>
                  </a:lnTo>
                  <a:lnTo>
                    <a:pt x="252" y="297"/>
                  </a:lnTo>
                  <a:lnTo>
                    <a:pt x="248" y="287"/>
                  </a:lnTo>
                  <a:lnTo>
                    <a:pt x="245" y="279"/>
                  </a:lnTo>
                  <a:lnTo>
                    <a:pt x="242" y="269"/>
                  </a:lnTo>
                  <a:lnTo>
                    <a:pt x="240" y="261"/>
                  </a:lnTo>
                  <a:lnTo>
                    <a:pt x="235" y="251"/>
                  </a:lnTo>
                  <a:lnTo>
                    <a:pt x="234" y="244"/>
                  </a:lnTo>
                  <a:lnTo>
                    <a:pt x="230" y="234"/>
                  </a:lnTo>
                  <a:lnTo>
                    <a:pt x="227" y="226"/>
                  </a:lnTo>
                  <a:lnTo>
                    <a:pt x="223" y="219"/>
                  </a:lnTo>
                  <a:lnTo>
                    <a:pt x="219" y="212"/>
                  </a:lnTo>
                  <a:lnTo>
                    <a:pt x="216" y="204"/>
                  </a:lnTo>
                  <a:lnTo>
                    <a:pt x="212" y="197"/>
                  </a:lnTo>
                  <a:lnTo>
                    <a:pt x="209" y="192"/>
                  </a:lnTo>
                  <a:lnTo>
                    <a:pt x="206" y="185"/>
                  </a:lnTo>
                  <a:lnTo>
                    <a:pt x="202" y="178"/>
                  </a:lnTo>
                  <a:lnTo>
                    <a:pt x="200" y="171"/>
                  </a:lnTo>
                  <a:lnTo>
                    <a:pt x="195" y="165"/>
                  </a:lnTo>
                  <a:lnTo>
                    <a:pt x="194" y="160"/>
                  </a:lnTo>
                  <a:lnTo>
                    <a:pt x="189" y="150"/>
                  </a:lnTo>
                  <a:lnTo>
                    <a:pt x="186" y="142"/>
                  </a:lnTo>
                  <a:lnTo>
                    <a:pt x="180" y="134"/>
                  </a:lnTo>
                  <a:lnTo>
                    <a:pt x="178" y="131"/>
                  </a:lnTo>
                  <a:lnTo>
                    <a:pt x="178" y="127"/>
                  </a:lnTo>
                  <a:lnTo>
                    <a:pt x="213" y="101"/>
                  </a:lnTo>
                  <a:lnTo>
                    <a:pt x="193" y="27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63809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0" name="Freeform 261"/>
            <p:cNvSpPr>
              <a:spLocks/>
            </p:cNvSpPr>
            <p:nvPr/>
          </p:nvSpPr>
          <p:spPr bwMode="auto">
            <a:xfrm>
              <a:off x="4156" y="2106"/>
              <a:ext cx="91" cy="69"/>
            </a:xfrm>
            <a:custGeom>
              <a:avLst/>
              <a:gdLst>
                <a:gd name="T0" fmla="*/ 0 w 184"/>
                <a:gd name="T1" fmla="*/ 12 h 138"/>
                <a:gd name="T2" fmla="*/ 1 w 184"/>
                <a:gd name="T3" fmla="*/ 24 h 138"/>
                <a:gd name="T4" fmla="*/ 7 w 184"/>
                <a:gd name="T5" fmla="*/ 27 h 138"/>
                <a:gd name="T6" fmla="*/ 10 w 184"/>
                <a:gd name="T7" fmla="*/ 18 h 138"/>
                <a:gd name="T8" fmla="*/ 17 w 184"/>
                <a:gd name="T9" fmla="*/ 20 h 138"/>
                <a:gd name="T10" fmla="*/ 23 w 184"/>
                <a:gd name="T11" fmla="*/ 35 h 138"/>
                <a:gd name="T12" fmla="*/ 40 w 184"/>
                <a:gd name="T13" fmla="*/ 31 h 138"/>
                <a:gd name="T14" fmla="*/ 45 w 184"/>
                <a:gd name="T15" fmla="*/ 26 h 138"/>
                <a:gd name="T16" fmla="*/ 43 w 184"/>
                <a:gd name="T17" fmla="*/ 0 h 138"/>
                <a:gd name="T18" fmla="*/ 0 w 184"/>
                <a:gd name="T19" fmla="*/ 12 h 138"/>
                <a:gd name="T20" fmla="*/ 0 w 184"/>
                <a:gd name="T21" fmla="*/ 12 h 13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84"/>
                <a:gd name="T34" fmla="*/ 0 h 138"/>
                <a:gd name="T35" fmla="*/ 184 w 184"/>
                <a:gd name="T36" fmla="*/ 138 h 13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84" h="138">
                  <a:moveTo>
                    <a:pt x="0" y="51"/>
                  </a:moveTo>
                  <a:lnTo>
                    <a:pt x="5" y="97"/>
                  </a:lnTo>
                  <a:lnTo>
                    <a:pt x="28" y="108"/>
                  </a:lnTo>
                  <a:lnTo>
                    <a:pt x="42" y="72"/>
                  </a:lnTo>
                  <a:lnTo>
                    <a:pt x="69" y="81"/>
                  </a:lnTo>
                  <a:lnTo>
                    <a:pt x="96" y="138"/>
                  </a:lnTo>
                  <a:lnTo>
                    <a:pt x="163" y="124"/>
                  </a:lnTo>
                  <a:lnTo>
                    <a:pt x="184" y="104"/>
                  </a:lnTo>
                  <a:lnTo>
                    <a:pt x="173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1" name="Freeform 262"/>
            <p:cNvSpPr>
              <a:spLocks/>
            </p:cNvSpPr>
            <p:nvPr/>
          </p:nvSpPr>
          <p:spPr bwMode="auto">
            <a:xfrm>
              <a:off x="4107" y="2052"/>
              <a:ext cx="151" cy="102"/>
            </a:xfrm>
            <a:custGeom>
              <a:avLst/>
              <a:gdLst>
                <a:gd name="T0" fmla="*/ 2 w 301"/>
                <a:gd name="T1" fmla="*/ 13 h 205"/>
                <a:gd name="T2" fmla="*/ 9 w 301"/>
                <a:gd name="T3" fmla="*/ 16 h 205"/>
                <a:gd name="T4" fmla="*/ 9 w 301"/>
                <a:gd name="T5" fmla="*/ 15 h 205"/>
                <a:gd name="T6" fmla="*/ 10 w 301"/>
                <a:gd name="T7" fmla="*/ 14 h 205"/>
                <a:gd name="T8" fmla="*/ 12 w 301"/>
                <a:gd name="T9" fmla="*/ 12 h 205"/>
                <a:gd name="T10" fmla="*/ 14 w 301"/>
                <a:gd name="T11" fmla="*/ 10 h 205"/>
                <a:gd name="T12" fmla="*/ 17 w 301"/>
                <a:gd name="T13" fmla="*/ 8 h 205"/>
                <a:gd name="T14" fmla="*/ 20 w 301"/>
                <a:gd name="T15" fmla="*/ 6 h 205"/>
                <a:gd name="T16" fmla="*/ 21 w 301"/>
                <a:gd name="T17" fmla="*/ 5 h 205"/>
                <a:gd name="T18" fmla="*/ 23 w 301"/>
                <a:gd name="T19" fmla="*/ 4 h 205"/>
                <a:gd name="T20" fmla="*/ 24 w 301"/>
                <a:gd name="T21" fmla="*/ 3 h 205"/>
                <a:gd name="T22" fmla="*/ 27 w 301"/>
                <a:gd name="T23" fmla="*/ 2 h 205"/>
                <a:gd name="T24" fmla="*/ 28 w 301"/>
                <a:gd name="T25" fmla="*/ 1 h 205"/>
                <a:gd name="T26" fmla="*/ 30 w 301"/>
                <a:gd name="T27" fmla="*/ 1 h 205"/>
                <a:gd name="T28" fmla="*/ 32 w 301"/>
                <a:gd name="T29" fmla="*/ 0 h 205"/>
                <a:gd name="T30" fmla="*/ 33 w 301"/>
                <a:gd name="T31" fmla="*/ 0 h 205"/>
                <a:gd name="T32" fmla="*/ 35 w 301"/>
                <a:gd name="T33" fmla="*/ 0 h 205"/>
                <a:gd name="T34" fmla="*/ 37 w 301"/>
                <a:gd name="T35" fmla="*/ 0 h 205"/>
                <a:gd name="T36" fmla="*/ 39 w 301"/>
                <a:gd name="T37" fmla="*/ 0 h 205"/>
                <a:gd name="T38" fmla="*/ 41 w 301"/>
                <a:gd name="T39" fmla="*/ 0 h 205"/>
                <a:gd name="T40" fmla="*/ 42 w 301"/>
                <a:gd name="T41" fmla="*/ 0 h 205"/>
                <a:gd name="T42" fmla="*/ 44 w 301"/>
                <a:gd name="T43" fmla="*/ 1 h 205"/>
                <a:gd name="T44" fmla="*/ 46 w 301"/>
                <a:gd name="T45" fmla="*/ 1 h 205"/>
                <a:gd name="T46" fmla="*/ 47 w 301"/>
                <a:gd name="T47" fmla="*/ 1 h 205"/>
                <a:gd name="T48" fmla="*/ 50 w 301"/>
                <a:gd name="T49" fmla="*/ 3 h 205"/>
                <a:gd name="T50" fmla="*/ 53 w 301"/>
                <a:gd name="T51" fmla="*/ 4 h 205"/>
                <a:gd name="T52" fmla="*/ 56 w 301"/>
                <a:gd name="T53" fmla="*/ 5 h 205"/>
                <a:gd name="T54" fmla="*/ 58 w 301"/>
                <a:gd name="T55" fmla="*/ 7 h 205"/>
                <a:gd name="T56" fmla="*/ 60 w 301"/>
                <a:gd name="T57" fmla="*/ 8 h 205"/>
                <a:gd name="T58" fmla="*/ 62 w 301"/>
                <a:gd name="T59" fmla="*/ 10 h 205"/>
                <a:gd name="T60" fmla="*/ 63 w 301"/>
                <a:gd name="T61" fmla="*/ 11 h 205"/>
                <a:gd name="T62" fmla="*/ 64 w 301"/>
                <a:gd name="T63" fmla="*/ 14 h 205"/>
                <a:gd name="T64" fmla="*/ 66 w 301"/>
                <a:gd name="T65" fmla="*/ 16 h 205"/>
                <a:gd name="T66" fmla="*/ 67 w 301"/>
                <a:gd name="T67" fmla="*/ 19 h 205"/>
                <a:gd name="T68" fmla="*/ 67 w 301"/>
                <a:gd name="T69" fmla="*/ 20 h 205"/>
                <a:gd name="T70" fmla="*/ 67 w 301"/>
                <a:gd name="T71" fmla="*/ 22 h 205"/>
                <a:gd name="T72" fmla="*/ 68 w 301"/>
                <a:gd name="T73" fmla="*/ 24 h 205"/>
                <a:gd name="T74" fmla="*/ 68 w 301"/>
                <a:gd name="T75" fmla="*/ 25 h 205"/>
                <a:gd name="T76" fmla="*/ 69 w 301"/>
                <a:gd name="T77" fmla="*/ 28 h 205"/>
                <a:gd name="T78" fmla="*/ 70 w 301"/>
                <a:gd name="T79" fmla="*/ 31 h 205"/>
                <a:gd name="T80" fmla="*/ 70 w 301"/>
                <a:gd name="T81" fmla="*/ 34 h 205"/>
                <a:gd name="T82" fmla="*/ 71 w 301"/>
                <a:gd name="T83" fmla="*/ 36 h 205"/>
                <a:gd name="T84" fmla="*/ 71 w 301"/>
                <a:gd name="T85" fmla="*/ 38 h 205"/>
                <a:gd name="T86" fmla="*/ 71 w 301"/>
                <a:gd name="T87" fmla="*/ 38 h 205"/>
                <a:gd name="T88" fmla="*/ 76 w 301"/>
                <a:gd name="T89" fmla="*/ 40 h 205"/>
                <a:gd name="T90" fmla="*/ 76 w 301"/>
                <a:gd name="T91" fmla="*/ 46 h 205"/>
                <a:gd name="T92" fmla="*/ 63 w 301"/>
                <a:gd name="T93" fmla="*/ 51 h 205"/>
                <a:gd name="T94" fmla="*/ 33 w 301"/>
                <a:gd name="T95" fmla="*/ 44 h 205"/>
                <a:gd name="T96" fmla="*/ 0 w 301"/>
                <a:gd name="T97" fmla="*/ 22 h 205"/>
                <a:gd name="T98" fmla="*/ 2 w 301"/>
                <a:gd name="T99" fmla="*/ 13 h 205"/>
                <a:gd name="T100" fmla="*/ 2 w 301"/>
                <a:gd name="T101" fmla="*/ 13 h 20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01"/>
                <a:gd name="T154" fmla="*/ 0 h 205"/>
                <a:gd name="T155" fmla="*/ 301 w 301"/>
                <a:gd name="T156" fmla="*/ 205 h 20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01" h="205">
                  <a:moveTo>
                    <a:pt x="7" y="54"/>
                  </a:moveTo>
                  <a:lnTo>
                    <a:pt x="34" y="65"/>
                  </a:lnTo>
                  <a:lnTo>
                    <a:pt x="34" y="62"/>
                  </a:lnTo>
                  <a:lnTo>
                    <a:pt x="40" y="58"/>
                  </a:lnTo>
                  <a:lnTo>
                    <a:pt x="45" y="50"/>
                  </a:lnTo>
                  <a:lnTo>
                    <a:pt x="55" y="43"/>
                  </a:lnTo>
                  <a:lnTo>
                    <a:pt x="65" y="34"/>
                  </a:lnTo>
                  <a:lnTo>
                    <a:pt x="77" y="24"/>
                  </a:lnTo>
                  <a:lnTo>
                    <a:pt x="83" y="20"/>
                  </a:lnTo>
                  <a:lnTo>
                    <a:pt x="90" y="16"/>
                  </a:lnTo>
                  <a:lnTo>
                    <a:pt x="96" y="13"/>
                  </a:lnTo>
                  <a:lnTo>
                    <a:pt x="105" y="10"/>
                  </a:lnTo>
                  <a:lnTo>
                    <a:pt x="112" y="6"/>
                  </a:lnTo>
                  <a:lnTo>
                    <a:pt x="119" y="5"/>
                  </a:lnTo>
                  <a:lnTo>
                    <a:pt x="125" y="2"/>
                  </a:lnTo>
                  <a:lnTo>
                    <a:pt x="132" y="2"/>
                  </a:lnTo>
                  <a:lnTo>
                    <a:pt x="139" y="0"/>
                  </a:lnTo>
                  <a:lnTo>
                    <a:pt x="146" y="0"/>
                  </a:lnTo>
                  <a:lnTo>
                    <a:pt x="153" y="2"/>
                  </a:lnTo>
                  <a:lnTo>
                    <a:pt x="161" y="3"/>
                  </a:lnTo>
                  <a:lnTo>
                    <a:pt x="167" y="3"/>
                  </a:lnTo>
                  <a:lnTo>
                    <a:pt x="174" y="5"/>
                  </a:lnTo>
                  <a:lnTo>
                    <a:pt x="181" y="5"/>
                  </a:lnTo>
                  <a:lnTo>
                    <a:pt x="187" y="7"/>
                  </a:lnTo>
                  <a:lnTo>
                    <a:pt x="200" y="13"/>
                  </a:lnTo>
                  <a:lnTo>
                    <a:pt x="211" y="17"/>
                  </a:lnTo>
                  <a:lnTo>
                    <a:pt x="221" y="21"/>
                  </a:lnTo>
                  <a:lnTo>
                    <a:pt x="230" y="28"/>
                  </a:lnTo>
                  <a:lnTo>
                    <a:pt x="237" y="34"/>
                  </a:lnTo>
                  <a:lnTo>
                    <a:pt x="245" y="40"/>
                  </a:lnTo>
                  <a:lnTo>
                    <a:pt x="251" y="47"/>
                  </a:lnTo>
                  <a:lnTo>
                    <a:pt x="256" y="56"/>
                  </a:lnTo>
                  <a:lnTo>
                    <a:pt x="261" y="67"/>
                  </a:lnTo>
                  <a:lnTo>
                    <a:pt x="266" y="78"/>
                  </a:lnTo>
                  <a:lnTo>
                    <a:pt x="267" y="83"/>
                  </a:lnTo>
                  <a:lnTo>
                    <a:pt x="267" y="89"/>
                  </a:lnTo>
                  <a:lnTo>
                    <a:pt x="269" y="96"/>
                  </a:lnTo>
                  <a:lnTo>
                    <a:pt x="272" y="103"/>
                  </a:lnTo>
                  <a:lnTo>
                    <a:pt x="274" y="115"/>
                  </a:lnTo>
                  <a:lnTo>
                    <a:pt x="277" y="127"/>
                  </a:lnTo>
                  <a:lnTo>
                    <a:pt x="279" y="137"/>
                  </a:lnTo>
                  <a:lnTo>
                    <a:pt x="281" y="147"/>
                  </a:lnTo>
                  <a:lnTo>
                    <a:pt x="283" y="152"/>
                  </a:lnTo>
                  <a:lnTo>
                    <a:pt x="283" y="155"/>
                  </a:lnTo>
                  <a:lnTo>
                    <a:pt x="301" y="162"/>
                  </a:lnTo>
                  <a:lnTo>
                    <a:pt x="301" y="185"/>
                  </a:lnTo>
                  <a:lnTo>
                    <a:pt x="250" y="205"/>
                  </a:lnTo>
                  <a:lnTo>
                    <a:pt x="131" y="177"/>
                  </a:lnTo>
                  <a:lnTo>
                    <a:pt x="0" y="90"/>
                  </a:lnTo>
                  <a:lnTo>
                    <a:pt x="7" y="5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2" name="Freeform 263"/>
            <p:cNvSpPr>
              <a:spLocks/>
            </p:cNvSpPr>
            <p:nvPr/>
          </p:nvSpPr>
          <p:spPr bwMode="auto">
            <a:xfrm>
              <a:off x="4087" y="2073"/>
              <a:ext cx="147" cy="81"/>
            </a:xfrm>
            <a:custGeom>
              <a:avLst/>
              <a:gdLst>
                <a:gd name="T0" fmla="*/ 0 w 294"/>
                <a:gd name="T1" fmla="*/ 11 h 162"/>
                <a:gd name="T2" fmla="*/ 13 w 294"/>
                <a:gd name="T3" fmla="*/ 23 h 162"/>
                <a:gd name="T4" fmla="*/ 14 w 294"/>
                <a:gd name="T5" fmla="*/ 25 h 162"/>
                <a:gd name="T6" fmla="*/ 18 w 294"/>
                <a:gd name="T7" fmla="*/ 27 h 162"/>
                <a:gd name="T8" fmla="*/ 22 w 294"/>
                <a:gd name="T9" fmla="*/ 28 h 162"/>
                <a:gd name="T10" fmla="*/ 26 w 294"/>
                <a:gd name="T11" fmla="*/ 30 h 162"/>
                <a:gd name="T12" fmla="*/ 30 w 294"/>
                <a:gd name="T13" fmla="*/ 33 h 162"/>
                <a:gd name="T14" fmla="*/ 37 w 294"/>
                <a:gd name="T15" fmla="*/ 35 h 162"/>
                <a:gd name="T16" fmla="*/ 42 w 294"/>
                <a:gd name="T17" fmla="*/ 36 h 162"/>
                <a:gd name="T18" fmla="*/ 48 w 294"/>
                <a:gd name="T19" fmla="*/ 37 h 162"/>
                <a:gd name="T20" fmla="*/ 54 w 294"/>
                <a:gd name="T21" fmla="*/ 38 h 162"/>
                <a:gd name="T22" fmla="*/ 60 w 294"/>
                <a:gd name="T23" fmla="*/ 39 h 162"/>
                <a:gd name="T24" fmla="*/ 66 w 294"/>
                <a:gd name="T25" fmla="*/ 40 h 162"/>
                <a:gd name="T26" fmla="*/ 70 w 294"/>
                <a:gd name="T27" fmla="*/ 40 h 162"/>
                <a:gd name="T28" fmla="*/ 73 w 294"/>
                <a:gd name="T29" fmla="*/ 40 h 162"/>
                <a:gd name="T30" fmla="*/ 74 w 294"/>
                <a:gd name="T31" fmla="*/ 41 h 162"/>
                <a:gd name="T32" fmla="*/ 73 w 294"/>
                <a:gd name="T33" fmla="*/ 30 h 162"/>
                <a:gd name="T34" fmla="*/ 73 w 294"/>
                <a:gd name="T35" fmla="*/ 29 h 162"/>
                <a:gd name="T36" fmla="*/ 73 w 294"/>
                <a:gd name="T37" fmla="*/ 25 h 162"/>
                <a:gd name="T38" fmla="*/ 71 w 294"/>
                <a:gd name="T39" fmla="*/ 20 h 162"/>
                <a:gd name="T40" fmla="*/ 68 w 294"/>
                <a:gd name="T41" fmla="*/ 14 h 162"/>
                <a:gd name="T42" fmla="*/ 62 w 294"/>
                <a:gd name="T43" fmla="*/ 9 h 162"/>
                <a:gd name="T44" fmla="*/ 58 w 294"/>
                <a:gd name="T45" fmla="*/ 6 h 162"/>
                <a:gd name="T46" fmla="*/ 55 w 294"/>
                <a:gd name="T47" fmla="*/ 3 h 162"/>
                <a:gd name="T48" fmla="*/ 51 w 294"/>
                <a:gd name="T49" fmla="*/ 1 h 162"/>
                <a:gd name="T50" fmla="*/ 47 w 294"/>
                <a:gd name="T51" fmla="*/ 1 h 162"/>
                <a:gd name="T52" fmla="*/ 43 w 294"/>
                <a:gd name="T53" fmla="*/ 0 h 162"/>
                <a:gd name="T54" fmla="*/ 39 w 294"/>
                <a:gd name="T55" fmla="*/ 1 h 162"/>
                <a:gd name="T56" fmla="*/ 35 w 294"/>
                <a:gd name="T57" fmla="*/ 1 h 162"/>
                <a:gd name="T58" fmla="*/ 30 w 294"/>
                <a:gd name="T59" fmla="*/ 3 h 162"/>
                <a:gd name="T60" fmla="*/ 27 w 294"/>
                <a:gd name="T61" fmla="*/ 5 h 162"/>
                <a:gd name="T62" fmla="*/ 24 w 294"/>
                <a:gd name="T63" fmla="*/ 6 h 162"/>
                <a:gd name="T64" fmla="*/ 19 w 294"/>
                <a:gd name="T65" fmla="*/ 10 h 162"/>
                <a:gd name="T66" fmla="*/ 18 w 294"/>
                <a:gd name="T67" fmla="*/ 11 h 162"/>
                <a:gd name="T68" fmla="*/ 11 w 294"/>
                <a:gd name="T69" fmla="*/ 5 h 16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94"/>
                <a:gd name="T106" fmla="*/ 0 h 162"/>
                <a:gd name="T107" fmla="*/ 294 w 294"/>
                <a:gd name="T108" fmla="*/ 162 h 16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94" h="162">
                  <a:moveTo>
                    <a:pt x="46" y="19"/>
                  </a:moveTo>
                  <a:lnTo>
                    <a:pt x="0" y="47"/>
                  </a:lnTo>
                  <a:lnTo>
                    <a:pt x="52" y="72"/>
                  </a:lnTo>
                  <a:lnTo>
                    <a:pt x="52" y="95"/>
                  </a:lnTo>
                  <a:lnTo>
                    <a:pt x="53" y="95"/>
                  </a:lnTo>
                  <a:lnTo>
                    <a:pt x="57" y="100"/>
                  </a:lnTo>
                  <a:lnTo>
                    <a:pt x="65" y="102"/>
                  </a:lnTo>
                  <a:lnTo>
                    <a:pt x="75" y="109"/>
                  </a:lnTo>
                  <a:lnTo>
                    <a:pt x="82" y="111"/>
                  </a:lnTo>
                  <a:lnTo>
                    <a:pt x="89" y="115"/>
                  </a:lnTo>
                  <a:lnTo>
                    <a:pt x="96" y="117"/>
                  </a:lnTo>
                  <a:lnTo>
                    <a:pt x="105" y="122"/>
                  </a:lnTo>
                  <a:lnTo>
                    <a:pt x="114" y="126"/>
                  </a:lnTo>
                  <a:lnTo>
                    <a:pt x="123" y="129"/>
                  </a:lnTo>
                  <a:lnTo>
                    <a:pt x="134" y="133"/>
                  </a:lnTo>
                  <a:lnTo>
                    <a:pt x="147" y="137"/>
                  </a:lnTo>
                  <a:lnTo>
                    <a:pt x="156" y="140"/>
                  </a:lnTo>
                  <a:lnTo>
                    <a:pt x="170" y="142"/>
                  </a:lnTo>
                  <a:lnTo>
                    <a:pt x="181" y="144"/>
                  </a:lnTo>
                  <a:lnTo>
                    <a:pt x="195" y="148"/>
                  </a:lnTo>
                  <a:lnTo>
                    <a:pt x="206" y="149"/>
                  </a:lnTo>
                  <a:lnTo>
                    <a:pt x="218" y="151"/>
                  </a:lnTo>
                  <a:lnTo>
                    <a:pt x="229" y="152"/>
                  </a:lnTo>
                  <a:lnTo>
                    <a:pt x="243" y="155"/>
                  </a:lnTo>
                  <a:lnTo>
                    <a:pt x="252" y="156"/>
                  </a:lnTo>
                  <a:lnTo>
                    <a:pt x="263" y="157"/>
                  </a:lnTo>
                  <a:lnTo>
                    <a:pt x="271" y="159"/>
                  </a:lnTo>
                  <a:lnTo>
                    <a:pt x="279" y="159"/>
                  </a:lnTo>
                  <a:lnTo>
                    <a:pt x="285" y="159"/>
                  </a:lnTo>
                  <a:lnTo>
                    <a:pt x="290" y="160"/>
                  </a:lnTo>
                  <a:lnTo>
                    <a:pt x="293" y="160"/>
                  </a:lnTo>
                  <a:lnTo>
                    <a:pt x="294" y="162"/>
                  </a:lnTo>
                  <a:lnTo>
                    <a:pt x="257" y="140"/>
                  </a:lnTo>
                  <a:lnTo>
                    <a:pt x="292" y="123"/>
                  </a:lnTo>
                  <a:lnTo>
                    <a:pt x="290" y="120"/>
                  </a:lnTo>
                  <a:lnTo>
                    <a:pt x="290" y="117"/>
                  </a:lnTo>
                  <a:lnTo>
                    <a:pt x="289" y="109"/>
                  </a:lnTo>
                  <a:lnTo>
                    <a:pt x="289" y="102"/>
                  </a:lnTo>
                  <a:lnTo>
                    <a:pt x="285" y="93"/>
                  </a:lnTo>
                  <a:lnTo>
                    <a:pt x="282" y="82"/>
                  </a:lnTo>
                  <a:lnTo>
                    <a:pt x="276" y="69"/>
                  </a:lnTo>
                  <a:lnTo>
                    <a:pt x="269" y="58"/>
                  </a:lnTo>
                  <a:lnTo>
                    <a:pt x="260" y="46"/>
                  </a:lnTo>
                  <a:lnTo>
                    <a:pt x="249" y="35"/>
                  </a:lnTo>
                  <a:lnTo>
                    <a:pt x="242" y="28"/>
                  </a:lnTo>
                  <a:lnTo>
                    <a:pt x="235" y="24"/>
                  </a:lnTo>
                  <a:lnTo>
                    <a:pt x="228" y="19"/>
                  </a:lnTo>
                  <a:lnTo>
                    <a:pt x="221" y="15"/>
                  </a:lnTo>
                  <a:lnTo>
                    <a:pt x="213" y="10"/>
                  </a:lnTo>
                  <a:lnTo>
                    <a:pt x="205" y="7"/>
                  </a:lnTo>
                  <a:lnTo>
                    <a:pt x="196" y="4"/>
                  </a:lnTo>
                  <a:lnTo>
                    <a:pt x="188" y="3"/>
                  </a:lnTo>
                  <a:lnTo>
                    <a:pt x="180" y="0"/>
                  </a:lnTo>
                  <a:lnTo>
                    <a:pt x="172" y="0"/>
                  </a:lnTo>
                  <a:lnTo>
                    <a:pt x="163" y="0"/>
                  </a:lnTo>
                  <a:lnTo>
                    <a:pt x="156" y="2"/>
                  </a:lnTo>
                  <a:lnTo>
                    <a:pt x="147" y="2"/>
                  </a:lnTo>
                  <a:lnTo>
                    <a:pt x="138" y="3"/>
                  </a:lnTo>
                  <a:lnTo>
                    <a:pt x="130" y="6"/>
                  </a:lnTo>
                  <a:lnTo>
                    <a:pt x="123" y="10"/>
                  </a:lnTo>
                  <a:lnTo>
                    <a:pt x="116" y="13"/>
                  </a:lnTo>
                  <a:lnTo>
                    <a:pt x="109" y="17"/>
                  </a:lnTo>
                  <a:lnTo>
                    <a:pt x="103" y="21"/>
                  </a:lnTo>
                  <a:lnTo>
                    <a:pt x="98" y="26"/>
                  </a:lnTo>
                  <a:lnTo>
                    <a:pt x="86" y="33"/>
                  </a:lnTo>
                  <a:lnTo>
                    <a:pt x="79" y="40"/>
                  </a:lnTo>
                  <a:lnTo>
                    <a:pt x="74" y="44"/>
                  </a:lnTo>
                  <a:lnTo>
                    <a:pt x="74" y="47"/>
                  </a:lnTo>
                  <a:lnTo>
                    <a:pt x="39" y="44"/>
                  </a:lnTo>
                  <a:lnTo>
                    <a:pt x="46" y="19"/>
                  </a:lnTo>
                  <a:close/>
                </a:path>
              </a:pathLst>
            </a:custGeom>
            <a:solidFill>
              <a:srgbClr val="B3B3B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3" name="Freeform 264"/>
            <p:cNvSpPr>
              <a:spLocks/>
            </p:cNvSpPr>
            <p:nvPr/>
          </p:nvSpPr>
          <p:spPr bwMode="auto">
            <a:xfrm>
              <a:off x="4181" y="1981"/>
              <a:ext cx="40" cy="58"/>
            </a:xfrm>
            <a:custGeom>
              <a:avLst/>
              <a:gdLst>
                <a:gd name="T0" fmla="*/ 1 w 80"/>
                <a:gd name="T1" fmla="*/ 0 h 116"/>
                <a:gd name="T2" fmla="*/ 1 w 80"/>
                <a:gd name="T3" fmla="*/ 1 h 116"/>
                <a:gd name="T4" fmla="*/ 3 w 80"/>
                <a:gd name="T5" fmla="*/ 4 h 116"/>
                <a:gd name="T6" fmla="*/ 3 w 80"/>
                <a:gd name="T7" fmla="*/ 6 h 116"/>
                <a:gd name="T8" fmla="*/ 3 w 80"/>
                <a:gd name="T9" fmla="*/ 7 h 116"/>
                <a:gd name="T10" fmla="*/ 3 w 80"/>
                <a:gd name="T11" fmla="*/ 9 h 116"/>
                <a:gd name="T12" fmla="*/ 5 w 80"/>
                <a:gd name="T13" fmla="*/ 11 h 116"/>
                <a:gd name="T14" fmla="*/ 5 w 80"/>
                <a:gd name="T15" fmla="*/ 13 h 116"/>
                <a:gd name="T16" fmla="*/ 6 w 80"/>
                <a:gd name="T17" fmla="*/ 15 h 116"/>
                <a:gd name="T18" fmla="*/ 6 w 80"/>
                <a:gd name="T19" fmla="*/ 15 h 116"/>
                <a:gd name="T20" fmla="*/ 6 w 80"/>
                <a:gd name="T21" fmla="*/ 17 h 116"/>
                <a:gd name="T22" fmla="*/ 7 w 80"/>
                <a:gd name="T23" fmla="*/ 18 h 116"/>
                <a:gd name="T24" fmla="*/ 8 w 80"/>
                <a:gd name="T25" fmla="*/ 19 h 116"/>
                <a:gd name="T26" fmla="*/ 20 w 80"/>
                <a:gd name="T27" fmla="*/ 19 h 116"/>
                <a:gd name="T28" fmla="*/ 3 w 80"/>
                <a:gd name="T29" fmla="*/ 29 h 116"/>
                <a:gd name="T30" fmla="*/ 0 w 80"/>
                <a:gd name="T31" fmla="*/ 6 h 116"/>
                <a:gd name="T32" fmla="*/ 1 w 80"/>
                <a:gd name="T33" fmla="*/ 0 h 116"/>
                <a:gd name="T34" fmla="*/ 1 w 80"/>
                <a:gd name="T35" fmla="*/ 0 h 11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80"/>
                <a:gd name="T55" fmla="*/ 0 h 116"/>
                <a:gd name="T56" fmla="*/ 80 w 80"/>
                <a:gd name="T57" fmla="*/ 116 h 11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80" h="116">
                  <a:moveTo>
                    <a:pt x="7" y="0"/>
                  </a:moveTo>
                  <a:lnTo>
                    <a:pt x="7" y="4"/>
                  </a:lnTo>
                  <a:lnTo>
                    <a:pt x="10" y="15"/>
                  </a:lnTo>
                  <a:lnTo>
                    <a:pt x="11" y="22"/>
                  </a:lnTo>
                  <a:lnTo>
                    <a:pt x="14" y="29"/>
                  </a:lnTo>
                  <a:lnTo>
                    <a:pt x="15" y="36"/>
                  </a:lnTo>
                  <a:lnTo>
                    <a:pt x="19" y="44"/>
                  </a:lnTo>
                  <a:lnTo>
                    <a:pt x="21" y="50"/>
                  </a:lnTo>
                  <a:lnTo>
                    <a:pt x="24" y="57"/>
                  </a:lnTo>
                  <a:lnTo>
                    <a:pt x="24" y="61"/>
                  </a:lnTo>
                  <a:lnTo>
                    <a:pt x="26" y="66"/>
                  </a:lnTo>
                  <a:lnTo>
                    <a:pt x="29" y="72"/>
                  </a:lnTo>
                  <a:lnTo>
                    <a:pt x="32" y="75"/>
                  </a:lnTo>
                  <a:lnTo>
                    <a:pt x="80" y="75"/>
                  </a:lnTo>
                  <a:lnTo>
                    <a:pt x="13" y="116"/>
                  </a:lnTo>
                  <a:lnTo>
                    <a:pt x="0" y="24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A3949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4" name="Freeform 265"/>
            <p:cNvSpPr>
              <a:spLocks/>
            </p:cNvSpPr>
            <p:nvPr/>
          </p:nvSpPr>
          <p:spPr bwMode="auto">
            <a:xfrm>
              <a:off x="3916" y="2883"/>
              <a:ext cx="77" cy="66"/>
            </a:xfrm>
            <a:custGeom>
              <a:avLst/>
              <a:gdLst>
                <a:gd name="T0" fmla="*/ 0 w 155"/>
                <a:gd name="T1" fmla="*/ 11 h 134"/>
                <a:gd name="T2" fmla="*/ 35 w 155"/>
                <a:gd name="T3" fmla="*/ 0 h 134"/>
                <a:gd name="T4" fmla="*/ 38 w 155"/>
                <a:gd name="T5" fmla="*/ 33 h 134"/>
                <a:gd name="T6" fmla="*/ 0 w 155"/>
                <a:gd name="T7" fmla="*/ 11 h 134"/>
                <a:gd name="T8" fmla="*/ 0 w 155"/>
                <a:gd name="T9" fmla="*/ 11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134"/>
                <a:gd name="T17" fmla="*/ 155 w 155"/>
                <a:gd name="T18" fmla="*/ 134 h 1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134">
                  <a:moveTo>
                    <a:pt x="0" y="44"/>
                  </a:moveTo>
                  <a:lnTo>
                    <a:pt x="142" y="0"/>
                  </a:lnTo>
                  <a:lnTo>
                    <a:pt x="155" y="13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CC8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5" name="Freeform 266"/>
            <p:cNvSpPr>
              <a:spLocks/>
            </p:cNvSpPr>
            <p:nvPr/>
          </p:nvSpPr>
          <p:spPr bwMode="auto">
            <a:xfrm>
              <a:off x="3830" y="2738"/>
              <a:ext cx="236" cy="243"/>
            </a:xfrm>
            <a:custGeom>
              <a:avLst/>
              <a:gdLst>
                <a:gd name="T0" fmla="*/ 80 w 472"/>
                <a:gd name="T1" fmla="*/ 0 h 485"/>
                <a:gd name="T2" fmla="*/ 83 w 472"/>
                <a:gd name="T3" fmla="*/ 30 h 485"/>
                <a:gd name="T4" fmla="*/ 115 w 472"/>
                <a:gd name="T5" fmla="*/ 40 h 485"/>
                <a:gd name="T6" fmla="*/ 118 w 472"/>
                <a:gd name="T7" fmla="*/ 95 h 485"/>
                <a:gd name="T8" fmla="*/ 87 w 472"/>
                <a:gd name="T9" fmla="*/ 97 h 485"/>
                <a:gd name="T10" fmla="*/ 82 w 472"/>
                <a:gd name="T11" fmla="*/ 62 h 485"/>
                <a:gd name="T12" fmla="*/ 56 w 472"/>
                <a:gd name="T13" fmla="*/ 70 h 485"/>
                <a:gd name="T14" fmla="*/ 53 w 472"/>
                <a:gd name="T15" fmla="*/ 104 h 485"/>
                <a:gd name="T16" fmla="*/ 47 w 472"/>
                <a:gd name="T17" fmla="*/ 122 h 485"/>
                <a:gd name="T18" fmla="*/ 4 w 472"/>
                <a:gd name="T19" fmla="*/ 122 h 485"/>
                <a:gd name="T20" fmla="*/ 8 w 472"/>
                <a:gd name="T21" fmla="*/ 103 h 485"/>
                <a:gd name="T22" fmla="*/ 2 w 472"/>
                <a:gd name="T23" fmla="*/ 81 h 485"/>
                <a:gd name="T24" fmla="*/ 0 w 472"/>
                <a:gd name="T25" fmla="*/ 59 h 485"/>
                <a:gd name="T26" fmla="*/ 19 w 472"/>
                <a:gd name="T27" fmla="*/ 42 h 485"/>
                <a:gd name="T28" fmla="*/ 3 w 472"/>
                <a:gd name="T29" fmla="*/ 40 h 485"/>
                <a:gd name="T30" fmla="*/ 9 w 472"/>
                <a:gd name="T31" fmla="*/ 10 h 485"/>
                <a:gd name="T32" fmla="*/ 80 w 472"/>
                <a:gd name="T33" fmla="*/ 0 h 485"/>
                <a:gd name="T34" fmla="*/ 80 w 472"/>
                <a:gd name="T35" fmla="*/ 0 h 4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72"/>
                <a:gd name="T55" fmla="*/ 0 h 485"/>
                <a:gd name="T56" fmla="*/ 472 w 472"/>
                <a:gd name="T57" fmla="*/ 485 h 48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72" h="485">
                  <a:moveTo>
                    <a:pt x="318" y="0"/>
                  </a:moveTo>
                  <a:lnTo>
                    <a:pt x="329" y="120"/>
                  </a:lnTo>
                  <a:lnTo>
                    <a:pt x="460" y="160"/>
                  </a:lnTo>
                  <a:lnTo>
                    <a:pt x="472" y="379"/>
                  </a:lnTo>
                  <a:lnTo>
                    <a:pt x="347" y="387"/>
                  </a:lnTo>
                  <a:lnTo>
                    <a:pt x="326" y="247"/>
                  </a:lnTo>
                  <a:lnTo>
                    <a:pt x="224" y="280"/>
                  </a:lnTo>
                  <a:lnTo>
                    <a:pt x="211" y="416"/>
                  </a:lnTo>
                  <a:lnTo>
                    <a:pt x="188" y="485"/>
                  </a:lnTo>
                  <a:lnTo>
                    <a:pt x="16" y="485"/>
                  </a:lnTo>
                  <a:lnTo>
                    <a:pt x="32" y="409"/>
                  </a:lnTo>
                  <a:lnTo>
                    <a:pt x="6" y="323"/>
                  </a:lnTo>
                  <a:lnTo>
                    <a:pt x="0" y="233"/>
                  </a:lnTo>
                  <a:lnTo>
                    <a:pt x="73" y="165"/>
                  </a:lnTo>
                  <a:lnTo>
                    <a:pt x="11" y="157"/>
                  </a:lnTo>
                  <a:lnTo>
                    <a:pt x="36" y="37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3B52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6" name="Freeform 267"/>
            <p:cNvSpPr>
              <a:spLocks/>
            </p:cNvSpPr>
            <p:nvPr/>
          </p:nvSpPr>
          <p:spPr bwMode="auto">
            <a:xfrm>
              <a:off x="3772" y="2497"/>
              <a:ext cx="311" cy="278"/>
            </a:xfrm>
            <a:custGeom>
              <a:avLst/>
              <a:gdLst>
                <a:gd name="T0" fmla="*/ 50 w 622"/>
                <a:gd name="T1" fmla="*/ 7 h 556"/>
                <a:gd name="T2" fmla="*/ 59 w 622"/>
                <a:gd name="T3" fmla="*/ 6 h 556"/>
                <a:gd name="T4" fmla="*/ 60 w 622"/>
                <a:gd name="T5" fmla="*/ 0 h 556"/>
                <a:gd name="T6" fmla="*/ 78 w 622"/>
                <a:gd name="T7" fmla="*/ 1 h 556"/>
                <a:gd name="T8" fmla="*/ 91 w 622"/>
                <a:gd name="T9" fmla="*/ 19 h 556"/>
                <a:gd name="T10" fmla="*/ 119 w 622"/>
                <a:gd name="T11" fmla="*/ 29 h 556"/>
                <a:gd name="T12" fmla="*/ 122 w 622"/>
                <a:gd name="T13" fmla="*/ 70 h 556"/>
                <a:gd name="T14" fmla="*/ 148 w 622"/>
                <a:gd name="T15" fmla="*/ 89 h 556"/>
                <a:gd name="T16" fmla="*/ 156 w 622"/>
                <a:gd name="T17" fmla="*/ 110 h 556"/>
                <a:gd name="T18" fmla="*/ 156 w 622"/>
                <a:gd name="T19" fmla="*/ 110 h 556"/>
                <a:gd name="T20" fmla="*/ 156 w 622"/>
                <a:gd name="T21" fmla="*/ 111 h 556"/>
                <a:gd name="T22" fmla="*/ 155 w 622"/>
                <a:gd name="T23" fmla="*/ 113 h 556"/>
                <a:gd name="T24" fmla="*/ 154 w 622"/>
                <a:gd name="T25" fmla="*/ 115 h 556"/>
                <a:gd name="T26" fmla="*/ 153 w 622"/>
                <a:gd name="T27" fmla="*/ 117 h 556"/>
                <a:gd name="T28" fmla="*/ 152 w 622"/>
                <a:gd name="T29" fmla="*/ 119 h 556"/>
                <a:gd name="T30" fmla="*/ 151 w 622"/>
                <a:gd name="T31" fmla="*/ 121 h 556"/>
                <a:gd name="T32" fmla="*/ 150 w 622"/>
                <a:gd name="T33" fmla="*/ 121 h 556"/>
                <a:gd name="T34" fmla="*/ 148 w 622"/>
                <a:gd name="T35" fmla="*/ 121 h 556"/>
                <a:gd name="T36" fmla="*/ 147 w 622"/>
                <a:gd name="T37" fmla="*/ 121 h 556"/>
                <a:gd name="T38" fmla="*/ 145 w 622"/>
                <a:gd name="T39" fmla="*/ 120 h 556"/>
                <a:gd name="T40" fmla="*/ 143 w 622"/>
                <a:gd name="T41" fmla="*/ 120 h 556"/>
                <a:gd name="T42" fmla="*/ 140 w 622"/>
                <a:gd name="T43" fmla="*/ 120 h 556"/>
                <a:gd name="T44" fmla="*/ 138 w 622"/>
                <a:gd name="T45" fmla="*/ 119 h 556"/>
                <a:gd name="T46" fmla="*/ 135 w 622"/>
                <a:gd name="T47" fmla="*/ 119 h 556"/>
                <a:gd name="T48" fmla="*/ 132 w 622"/>
                <a:gd name="T49" fmla="*/ 119 h 556"/>
                <a:gd name="T50" fmla="*/ 129 w 622"/>
                <a:gd name="T51" fmla="*/ 118 h 556"/>
                <a:gd name="T52" fmla="*/ 126 w 622"/>
                <a:gd name="T53" fmla="*/ 117 h 556"/>
                <a:gd name="T54" fmla="*/ 123 w 622"/>
                <a:gd name="T55" fmla="*/ 116 h 556"/>
                <a:gd name="T56" fmla="*/ 121 w 622"/>
                <a:gd name="T57" fmla="*/ 116 h 556"/>
                <a:gd name="T58" fmla="*/ 119 w 622"/>
                <a:gd name="T59" fmla="*/ 116 h 556"/>
                <a:gd name="T60" fmla="*/ 118 w 622"/>
                <a:gd name="T61" fmla="*/ 116 h 556"/>
                <a:gd name="T62" fmla="*/ 117 w 622"/>
                <a:gd name="T63" fmla="*/ 116 h 556"/>
                <a:gd name="T64" fmla="*/ 110 w 622"/>
                <a:gd name="T65" fmla="*/ 125 h 556"/>
                <a:gd name="T66" fmla="*/ 89 w 622"/>
                <a:gd name="T67" fmla="*/ 139 h 556"/>
                <a:gd name="T68" fmla="*/ 36 w 622"/>
                <a:gd name="T69" fmla="*/ 131 h 556"/>
                <a:gd name="T70" fmla="*/ 30 w 622"/>
                <a:gd name="T71" fmla="*/ 96 h 556"/>
                <a:gd name="T72" fmla="*/ 13 w 622"/>
                <a:gd name="T73" fmla="*/ 92 h 556"/>
                <a:gd name="T74" fmla="*/ 3 w 622"/>
                <a:gd name="T75" fmla="*/ 81 h 556"/>
                <a:gd name="T76" fmla="*/ 0 w 622"/>
                <a:gd name="T77" fmla="*/ 66 h 556"/>
                <a:gd name="T78" fmla="*/ 10 w 622"/>
                <a:gd name="T79" fmla="*/ 48 h 556"/>
                <a:gd name="T80" fmla="*/ 28 w 622"/>
                <a:gd name="T81" fmla="*/ 25 h 556"/>
                <a:gd name="T82" fmla="*/ 38 w 622"/>
                <a:gd name="T83" fmla="*/ 10 h 556"/>
                <a:gd name="T84" fmla="*/ 50 w 622"/>
                <a:gd name="T85" fmla="*/ 7 h 556"/>
                <a:gd name="T86" fmla="*/ 50 w 622"/>
                <a:gd name="T87" fmla="*/ 7 h 5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22"/>
                <a:gd name="T133" fmla="*/ 0 h 556"/>
                <a:gd name="T134" fmla="*/ 622 w 622"/>
                <a:gd name="T135" fmla="*/ 556 h 5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22" h="556">
                  <a:moveTo>
                    <a:pt x="202" y="30"/>
                  </a:moveTo>
                  <a:lnTo>
                    <a:pt x="236" y="24"/>
                  </a:lnTo>
                  <a:lnTo>
                    <a:pt x="243" y="0"/>
                  </a:lnTo>
                  <a:lnTo>
                    <a:pt x="313" y="6"/>
                  </a:lnTo>
                  <a:lnTo>
                    <a:pt x="366" y="77"/>
                  </a:lnTo>
                  <a:lnTo>
                    <a:pt x="477" y="118"/>
                  </a:lnTo>
                  <a:lnTo>
                    <a:pt x="490" y="278"/>
                  </a:lnTo>
                  <a:lnTo>
                    <a:pt x="589" y="357"/>
                  </a:lnTo>
                  <a:lnTo>
                    <a:pt x="622" y="441"/>
                  </a:lnTo>
                  <a:lnTo>
                    <a:pt x="622" y="443"/>
                  </a:lnTo>
                  <a:lnTo>
                    <a:pt x="621" y="447"/>
                  </a:lnTo>
                  <a:lnTo>
                    <a:pt x="618" y="454"/>
                  </a:lnTo>
                  <a:lnTo>
                    <a:pt x="615" y="463"/>
                  </a:lnTo>
                  <a:lnTo>
                    <a:pt x="611" y="470"/>
                  </a:lnTo>
                  <a:lnTo>
                    <a:pt x="607" y="477"/>
                  </a:lnTo>
                  <a:lnTo>
                    <a:pt x="602" y="484"/>
                  </a:lnTo>
                  <a:lnTo>
                    <a:pt x="597" y="485"/>
                  </a:lnTo>
                  <a:lnTo>
                    <a:pt x="592" y="484"/>
                  </a:lnTo>
                  <a:lnTo>
                    <a:pt x="586" y="484"/>
                  </a:lnTo>
                  <a:lnTo>
                    <a:pt x="578" y="483"/>
                  </a:lnTo>
                  <a:lnTo>
                    <a:pt x="570" y="483"/>
                  </a:lnTo>
                  <a:lnTo>
                    <a:pt x="559" y="480"/>
                  </a:lnTo>
                  <a:lnTo>
                    <a:pt x="549" y="478"/>
                  </a:lnTo>
                  <a:lnTo>
                    <a:pt x="537" y="476"/>
                  </a:lnTo>
                  <a:lnTo>
                    <a:pt x="526" y="476"/>
                  </a:lnTo>
                  <a:lnTo>
                    <a:pt x="515" y="472"/>
                  </a:lnTo>
                  <a:lnTo>
                    <a:pt x="504" y="470"/>
                  </a:lnTo>
                  <a:lnTo>
                    <a:pt x="493" y="467"/>
                  </a:lnTo>
                  <a:lnTo>
                    <a:pt x="486" y="467"/>
                  </a:lnTo>
                  <a:lnTo>
                    <a:pt x="477" y="466"/>
                  </a:lnTo>
                  <a:lnTo>
                    <a:pt x="473" y="465"/>
                  </a:lnTo>
                  <a:lnTo>
                    <a:pt x="469" y="465"/>
                  </a:lnTo>
                  <a:lnTo>
                    <a:pt x="443" y="502"/>
                  </a:lnTo>
                  <a:lnTo>
                    <a:pt x="359" y="556"/>
                  </a:lnTo>
                  <a:lnTo>
                    <a:pt x="144" y="524"/>
                  </a:lnTo>
                  <a:lnTo>
                    <a:pt x="123" y="385"/>
                  </a:lnTo>
                  <a:lnTo>
                    <a:pt x="53" y="371"/>
                  </a:lnTo>
                  <a:lnTo>
                    <a:pt x="13" y="325"/>
                  </a:lnTo>
                  <a:lnTo>
                    <a:pt x="0" y="262"/>
                  </a:lnTo>
                  <a:lnTo>
                    <a:pt x="42" y="194"/>
                  </a:lnTo>
                  <a:lnTo>
                    <a:pt x="115" y="102"/>
                  </a:lnTo>
                  <a:lnTo>
                    <a:pt x="152" y="42"/>
                  </a:lnTo>
                  <a:lnTo>
                    <a:pt x="202" y="30"/>
                  </a:lnTo>
                  <a:close/>
                </a:path>
              </a:pathLst>
            </a:custGeom>
            <a:solidFill>
              <a:srgbClr val="386B6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7" name="Freeform 268"/>
            <p:cNvSpPr>
              <a:spLocks/>
            </p:cNvSpPr>
            <p:nvPr/>
          </p:nvSpPr>
          <p:spPr bwMode="auto">
            <a:xfrm>
              <a:off x="3907" y="2501"/>
              <a:ext cx="178" cy="222"/>
            </a:xfrm>
            <a:custGeom>
              <a:avLst/>
              <a:gdLst>
                <a:gd name="T0" fmla="*/ 12 w 354"/>
                <a:gd name="T1" fmla="*/ 0 h 444"/>
                <a:gd name="T2" fmla="*/ 28 w 354"/>
                <a:gd name="T3" fmla="*/ 13 h 444"/>
                <a:gd name="T4" fmla="*/ 52 w 354"/>
                <a:gd name="T5" fmla="*/ 26 h 444"/>
                <a:gd name="T6" fmla="*/ 60 w 354"/>
                <a:gd name="T7" fmla="*/ 42 h 444"/>
                <a:gd name="T8" fmla="*/ 60 w 354"/>
                <a:gd name="T9" fmla="*/ 66 h 444"/>
                <a:gd name="T10" fmla="*/ 78 w 354"/>
                <a:gd name="T11" fmla="*/ 76 h 444"/>
                <a:gd name="T12" fmla="*/ 90 w 354"/>
                <a:gd name="T13" fmla="*/ 107 h 444"/>
                <a:gd name="T14" fmla="*/ 76 w 354"/>
                <a:gd name="T15" fmla="*/ 101 h 444"/>
                <a:gd name="T16" fmla="*/ 67 w 354"/>
                <a:gd name="T17" fmla="*/ 111 h 444"/>
                <a:gd name="T18" fmla="*/ 69 w 354"/>
                <a:gd name="T19" fmla="*/ 92 h 444"/>
                <a:gd name="T20" fmla="*/ 51 w 354"/>
                <a:gd name="T21" fmla="*/ 76 h 444"/>
                <a:gd name="T22" fmla="*/ 44 w 354"/>
                <a:gd name="T23" fmla="*/ 58 h 444"/>
                <a:gd name="T24" fmla="*/ 52 w 354"/>
                <a:gd name="T25" fmla="*/ 55 h 444"/>
                <a:gd name="T26" fmla="*/ 52 w 354"/>
                <a:gd name="T27" fmla="*/ 37 h 444"/>
                <a:gd name="T28" fmla="*/ 31 w 354"/>
                <a:gd name="T29" fmla="*/ 50 h 444"/>
                <a:gd name="T30" fmla="*/ 31 w 354"/>
                <a:gd name="T31" fmla="*/ 29 h 444"/>
                <a:gd name="T32" fmla="*/ 0 w 354"/>
                <a:gd name="T33" fmla="*/ 11 h 444"/>
                <a:gd name="T34" fmla="*/ 17 w 354"/>
                <a:gd name="T35" fmla="*/ 11 h 444"/>
                <a:gd name="T36" fmla="*/ 9 w 354"/>
                <a:gd name="T37" fmla="*/ 5 h 444"/>
                <a:gd name="T38" fmla="*/ 12 w 354"/>
                <a:gd name="T39" fmla="*/ 0 h 444"/>
                <a:gd name="T40" fmla="*/ 12 w 354"/>
                <a:gd name="T41" fmla="*/ 0 h 4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354"/>
                <a:gd name="T64" fmla="*/ 0 h 444"/>
                <a:gd name="T65" fmla="*/ 354 w 354"/>
                <a:gd name="T66" fmla="*/ 444 h 44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354" h="444">
                  <a:moveTo>
                    <a:pt x="45" y="0"/>
                  </a:moveTo>
                  <a:lnTo>
                    <a:pt x="110" y="52"/>
                  </a:lnTo>
                  <a:lnTo>
                    <a:pt x="205" y="102"/>
                  </a:lnTo>
                  <a:lnTo>
                    <a:pt x="236" y="168"/>
                  </a:lnTo>
                  <a:lnTo>
                    <a:pt x="237" y="263"/>
                  </a:lnTo>
                  <a:lnTo>
                    <a:pt x="309" y="303"/>
                  </a:lnTo>
                  <a:lnTo>
                    <a:pt x="354" y="425"/>
                  </a:lnTo>
                  <a:lnTo>
                    <a:pt x="301" y="404"/>
                  </a:lnTo>
                  <a:lnTo>
                    <a:pt x="267" y="444"/>
                  </a:lnTo>
                  <a:lnTo>
                    <a:pt x="272" y="367"/>
                  </a:lnTo>
                  <a:lnTo>
                    <a:pt x="201" y="303"/>
                  </a:lnTo>
                  <a:lnTo>
                    <a:pt x="176" y="233"/>
                  </a:lnTo>
                  <a:lnTo>
                    <a:pt x="207" y="219"/>
                  </a:lnTo>
                  <a:lnTo>
                    <a:pt x="205" y="148"/>
                  </a:lnTo>
                  <a:lnTo>
                    <a:pt x="123" y="197"/>
                  </a:lnTo>
                  <a:lnTo>
                    <a:pt x="123" y="119"/>
                  </a:lnTo>
                  <a:lnTo>
                    <a:pt x="0" y="41"/>
                  </a:lnTo>
                  <a:lnTo>
                    <a:pt x="66" y="44"/>
                  </a:lnTo>
                  <a:lnTo>
                    <a:pt x="33" y="18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68" name="Freeform 269"/>
            <p:cNvSpPr>
              <a:spLocks/>
            </p:cNvSpPr>
            <p:nvPr/>
          </p:nvSpPr>
          <p:spPr bwMode="auto">
            <a:xfrm>
              <a:off x="3775" y="2510"/>
              <a:ext cx="115" cy="129"/>
            </a:xfrm>
            <a:custGeom>
              <a:avLst/>
              <a:gdLst>
                <a:gd name="T0" fmla="*/ 37 w 229"/>
                <a:gd name="T1" fmla="*/ 0 h 258"/>
                <a:gd name="T2" fmla="*/ 24 w 229"/>
                <a:gd name="T3" fmla="*/ 11 h 258"/>
                <a:gd name="T4" fmla="*/ 5 w 229"/>
                <a:gd name="T5" fmla="*/ 40 h 258"/>
                <a:gd name="T6" fmla="*/ 0 w 229"/>
                <a:gd name="T7" fmla="*/ 58 h 258"/>
                <a:gd name="T8" fmla="*/ 13 w 229"/>
                <a:gd name="T9" fmla="*/ 65 h 258"/>
                <a:gd name="T10" fmla="*/ 17 w 229"/>
                <a:gd name="T11" fmla="*/ 39 h 258"/>
                <a:gd name="T12" fmla="*/ 39 w 229"/>
                <a:gd name="T13" fmla="*/ 5 h 258"/>
                <a:gd name="T14" fmla="*/ 58 w 229"/>
                <a:gd name="T15" fmla="*/ 0 h 258"/>
                <a:gd name="T16" fmla="*/ 37 w 229"/>
                <a:gd name="T17" fmla="*/ 0 h 258"/>
                <a:gd name="T18" fmla="*/ 37 w 229"/>
                <a:gd name="T19" fmla="*/ 0 h 25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29"/>
                <a:gd name="T31" fmla="*/ 0 h 258"/>
                <a:gd name="T32" fmla="*/ 229 w 229"/>
                <a:gd name="T33" fmla="*/ 258 h 25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29" h="258">
                  <a:moveTo>
                    <a:pt x="145" y="0"/>
                  </a:moveTo>
                  <a:lnTo>
                    <a:pt x="95" y="45"/>
                  </a:lnTo>
                  <a:lnTo>
                    <a:pt x="19" y="161"/>
                  </a:lnTo>
                  <a:lnTo>
                    <a:pt x="0" y="233"/>
                  </a:lnTo>
                  <a:lnTo>
                    <a:pt x="50" y="258"/>
                  </a:lnTo>
                  <a:lnTo>
                    <a:pt x="65" y="157"/>
                  </a:lnTo>
                  <a:lnTo>
                    <a:pt x="153" y="23"/>
                  </a:lnTo>
                  <a:lnTo>
                    <a:pt x="229" y="0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7AB3A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69" name="Oval 270"/>
          <p:cNvSpPr>
            <a:spLocks noChangeArrowheads="1"/>
          </p:cNvSpPr>
          <p:nvPr/>
        </p:nvSpPr>
        <p:spPr bwMode="auto">
          <a:xfrm>
            <a:off x="1296988" y="3567113"/>
            <a:ext cx="792162" cy="792162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70" name="Oval 271"/>
          <p:cNvSpPr>
            <a:spLocks noChangeArrowheads="1"/>
          </p:cNvSpPr>
          <p:nvPr/>
        </p:nvSpPr>
        <p:spPr bwMode="auto">
          <a:xfrm>
            <a:off x="1584325" y="2630488"/>
            <a:ext cx="792163" cy="792162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71" name="Oval 272"/>
          <p:cNvSpPr>
            <a:spLocks noChangeArrowheads="1"/>
          </p:cNvSpPr>
          <p:nvPr/>
        </p:nvSpPr>
        <p:spPr bwMode="auto">
          <a:xfrm>
            <a:off x="2808288" y="2559050"/>
            <a:ext cx="792162" cy="792163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72" name="Oval 273"/>
          <p:cNvSpPr>
            <a:spLocks noChangeArrowheads="1"/>
          </p:cNvSpPr>
          <p:nvPr/>
        </p:nvSpPr>
        <p:spPr bwMode="auto">
          <a:xfrm>
            <a:off x="2233613" y="3567113"/>
            <a:ext cx="792162" cy="792162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73" name="Oval 274"/>
          <p:cNvSpPr>
            <a:spLocks noChangeArrowheads="1"/>
          </p:cNvSpPr>
          <p:nvPr/>
        </p:nvSpPr>
        <p:spPr bwMode="auto">
          <a:xfrm>
            <a:off x="3384550" y="3170238"/>
            <a:ext cx="792163" cy="792162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74" name="Text Box 275"/>
          <p:cNvSpPr txBox="1">
            <a:spLocks noChangeArrowheads="1"/>
          </p:cNvSpPr>
          <p:nvPr/>
        </p:nvSpPr>
        <p:spPr bwMode="auto">
          <a:xfrm>
            <a:off x="571500" y="4856163"/>
            <a:ext cx="4032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MX" b="1"/>
              <a:t>UNIDADES DE RESPONSABILIDAD</a:t>
            </a:r>
            <a:endParaRPr lang="es-ES" b="1"/>
          </a:p>
        </p:txBody>
      </p:sp>
      <p:sp>
        <p:nvSpPr>
          <p:cNvPr id="275" name="Text Box 276"/>
          <p:cNvSpPr txBox="1">
            <a:spLocks noChangeArrowheads="1"/>
          </p:cNvSpPr>
          <p:nvPr/>
        </p:nvSpPr>
        <p:spPr bwMode="auto">
          <a:xfrm>
            <a:off x="936625" y="4929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sp>
        <p:nvSpPr>
          <p:cNvPr id="276" name="Text Box 277"/>
          <p:cNvSpPr txBox="1">
            <a:spLocks noChangeArrowheads="1"/>
          </p:cNvSpPr>
          <p:nvPr/>
        </p:nvSpPr>
        <p:spPr bwMode="auto">
          <a:xfrm>
            <a:off x="1873250" y="4929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sp>
        <p:nvSpPr>
          <p:cNvPr id="277" name="Text Box 278"/>
          <p:cNvSpPr txBox="1">
            <a:spLocks noChangeArrowheads="1"/>
          </p:cNvSpPr>
          <p:nvPr/>
        </p:nvSpPr>
        <p:spPr bwMode="auto">
          <a:xfrm>
            <a:off x="3322638" y="4929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sp>
        <p:nvSpPr>
          <p:cNvPr id="278" name="Text Box 279"/>
          <p:cNvSpPr txBox="1">
            <a:spLocks noChangeArrowheads="1"/>
          </p:cNvSpPr>
          <p:nvPr/>
        </p:nvSpPr>
        <p:spPr bwMode="auto">
          <a:xfrm>
            <a:off x="4283075" y="4929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cxnSp>
        <p:nvCxnSpPr>
          <p:cNvPr id="279" name="AutoShape 280"/>
          <p:cNvCxnSpPr>
            <a:cxnSpLocks noChangeShapeType="1"/>
            <a:stCxn id="271" idx="0"/>
            <a:endCxn id="278" idx="0"/>
          </p:cNvCxnSpPr>
          <p:nvPr/>
        </p:nvCxnSpPr>
        <p:spPr bwMode="auto">
          <a:xfrm rot="5400000" flipV="1">
            <a:off x="2620963" y="3143250"/>
            <a:ext cx="2370138" cy="1201737"/>
          </a:xfrm>
          <a:prstGeom prst="bentConnector3">
            <a:avLst>
              <a:gd name="adj1" fmla="val -9644"/>
            </a:avLst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 type="triangle" w="med" len="med"/>
          </a:ln>
        </p:spPr>
      </p:cxnSp>
      <p:cxnSp>
        <p:nvCxnSpPr>
          <p:cNvPr id="280" name="AutoShape 281"/>
          <p:cNvCxnSpPr>
            <a:cxnSpLocks noChangeShapeType="1"/>
            <a:stCxn id="273" idx="4"/>
            <a:endCxn id="277" idx="0"/>
          </p:cNvCxnSpPr>
          <p:nvPr/>
        </p:nvCxnSpPr>
        <p:spPr bwMode="auto">
          <a:xfrm rot="5400000">
            <a:off x="3130550" y="4278313"/>
            <a:ext cx="966788" cy="334962"/>
          </a:xfrm>
          <a:prstGeom prst="bentConnector3">
            <a:avLst>
              <a:gd name="adj1" fmla="val 49917"/>
            </a:avLst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 type="triangle" w="med" len="med"/>
          </a:ln>
        </p:spPr>
      </p:cxnSp>
      <p:cxnSp>
        <p:nvCxnSpPr>
          <p:cNvPr id="281" name="AutoShape 282"/>
          <p:cNvCxnSpPr>
            <a:cxnSpLocks noChangeShapeType="1"/>
            <a:stCxn id="270" idx="0"/>
            <a:endCxn id="275" idx="0"/>
          </p:cNvCxnSpPr>
          <p:nvPr/>
        </p:nvCxnSpPr>
        <p:spPr bwMode="auto">
          <a:xfrm rot="-5400000" flipH="1" flipV="1">
            <a:off x="371475" y="3319463"/>
            <a:ext cx="2298700" cy="920750"/>
          </a:xfrm>
          <a:prstGeom prst="bentConnector3">
            <a:avLst>
              <a:gd name="adj1" fmla="val -9944"/>
            </a:avLst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 type="triangle" w="med" len="med"/>
          </a:ln>
        </p:spPr>
      </p:cxnSp>
      <p:cxnSp>
        <p:nvCxnSpPr>
          <p:cNvPr id="282" name="AutoShape 283"/>
          <p:cNvCxnSpPr>
            <a:cxnSpLocks noChangeShapeType="1"/>
            <a:stCxn id="269" idx="4"/>
            <a:endCxn id="276" idx="0"/>
          </p:cNvCxnSpPr>
          <p:nvPr/>
        </p:nvCxnSpPr>
        <p:spPr bwMode="auto">
          <a:xfrm rot="16200000" flipH="1">
            <a:off x="1560512" y="4492626"/>
            <a:ext cx="569913" cy="303212"/>
          </a:xfrm>
          <a:prstGeom prst="bentConnector3">
            <a:avLst>
              <a:gd name="adj1" fmla="val 49861"/>
            </a:avLst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 type="triangle" w="med" len="med"/>
          </a:ln>
        </p:spPr>
      </p:cxnSp>
      <p:sp>
        <p:nvSpPr>
          <p:cNvPr id="283" name="Text Box 284"/>
          <p:cNvSpPr txBox="1">
            <a:spLocks noChangeArrowheads="1"/>
          </p:cNvSpPr>
          <p:nvPr/>
        </p:nvSpPr>
        <p:spPr bwMode="auto">
          <a:xfrm>
            <a:off x="2592388" y="4929188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cxnSp>
        <p:nvCxnSpPr>
          <p:cNvPr id="284" name="AutoShape 285"/>
          <p:cNvCxnSpPr>
            <a:cxnSpLocks noChangeShapeType="1"/>
            <a:stCxn id="272" idx="4"/>
            <a:endCxn id="283" idx="0"/>
          </p:cNvCxnSpPr>
          <p:nvPr/>
        </p:nvCxnSpPr>
        <p:spPr bwMode="auto">
          <a:xfrm rot="16200000" flipH="1">
            <a:off x="2388394" y="4601369"/>
            <a:ext cx="569913" cy="85725"/>
          </a:xfrm>
          <a:prstGeom prst="bentConnector3">
            <a:avLst>
              <a:gd name="adj1" fmla="val 49861"/>
            </a:avLst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 type="triangle" w="med" len="med"/>
          </a:ln>
        </p:spPr>
      </p:cxnSp>
      <p:sp>
        <p:nvSpPr>
          <p:cNvPr id="285" name="WordArt 365"/>
          <p:cNvSpPr>
            <a:spLocks noChangeArrowheads="1" noChangeShapeType="1" noTextEdit="1"/>
          </p:cNvSpPr>
          <p:nvPr/>
        </p:nvSpPr>
        <p:spPr bwMode="auto">
          <a:xfrm>
            <a:off x="1755775" y="5686425"/>
            <a:ext cx="923925" cy="3143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CO" kern="10" dirty="0">
                <a:ln w="9525">
                  <a:solidFill>
                    <a:srgbClr val="CC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CARGO</a:t>
            </a:r>
          </a:p>
        </p:txBody>
      </p:sp>
      <p:sp>
        <p:nvSpPr>
          <p:cNvPr id="286" name="Text Box 366"/>
          <p:cNvSpPr txBox="1">
            <a:spLocks noChangeArrowheads="1"/>
          </p:cNvSpPr>
          <p:nvPr/>
        </p:nvSpPr>
        <p:spPr bwMode="auto">
          <a:xfrm>
            <a:off x="1652588" y="5705475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cxnSp>
        <p:nvCxnSpPr>
          <p:cNvPr id="287" name="AutoShape 373"/>
          <p:cNvCxnSpPr>
            <a:cxnSpLocks noChangeShapeType="1"/>
            <a:stCxn id="274" idx="3"/>
            <a:endCxn id="289" idx="0"/>
          </p:cNvCxnSpPr>
          <p:nvPr/>
        </p:nvCxnSpPr>
        <p:spPr bwMode="auto">
          <a:xfrm flipH="1">
            <a:off x="2208213" y="5040313"/>
            <a:ext cx="2395537" cy="528637"/>
          </a:xfrm>
          <a:prstGeom prst="bentConnector4">
            <a:avLst>
              <a:gd name="adj1" fmla="val -9542"/>
              <a:gd name="adj2" fmla="val 66968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288" name="Text Box 374"/>
          <p:cNvSpPr txBox="1">
            <a:spLocks noChangeArrowheads="1"/>
          </p:cNvSpPr>
          <p:nvPr/>
        </p:nvSpPr>
        <p:spPr bwMode="auto">
          <a:xfrm>
            <a:off x="2516188" y="5705475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sp>
        <p:nvSpPr>
          <p:cNvPr id="289" name="Text Box 378"/>
          <p:cNvSpPr txBox="1">
            <a:spLocks noChangeArrowheads="1"/>
          </p:cNvSpPr>
          <p:nvPr/>
        </p:nvSpPr>
        <p:spPr bwMode="auto">
          <a:xfrm>
            <a:off x="2084388" y="5568950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/>
              <a:t> </a:t>
            </a:r>
            <a:endParaRPr lang="es-ES"/>
          </a:p>
        </p:txBody>
      </p:sp>
      <p:cxnSp>
        <p:nvCxnSpPr>
          <p:cNvPr id="290" name="AutoShape 379"/>
          <p:cNvCxnSpPr>
            <a:cxnSpLocks noChangeShapeType="1"/>
            <a:stCxn id="274" idx="1"/>
            <a:endCxn id="286" idx="1"/>
          </p:cNvCxnSpPr>
          <p:nvPr/>
        </p:nvCxnSpPr>
        <p:spPr bwMode="auto">
          <a:xfrm rot="10800000" flipH="1" flipV="1">
            <a:off x="571500" y="5040313"/>
            <a:ext cx="1081088" cy="849312"/>
          </a:xfrm>
          <a:prstGeom prst="bentConnector3">
            <a:avLst>
              <a:gd name="adj1" fmla="val -21144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295" name="294 Forma libre"/>
          <p:cNvSpPr/>
          <p:nvPr/>
        </p:nvSpPr>
        <p:spPr>
          <a:xfrm>
            <a:off x="2857500" y="5829300"/>
            <a:ext cx="2959100" cy="0"/>
          </a:xfrm>
          <a:custGeom>
            <a:avLst/>
            <a:gdLst>
              <a:gd name="connsiteX0" fmla="*/ 0 w 2959100"/>
              <a:gd name="connsiteY0" fmla="*/ 0 h 0"/>
              <a:gd name="connsiteX1" fmla="*/ 2959100 w 295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59100">
                <a:moveTo>
                  <a:pt x="0" y="0"/>
                </a:moveTo>
                <a:lnTo>
                  <a:pt x="2959100" y="0"/>
                </a:lnTo>
              </a:path>
            </a:pathLst>
          </a:custGeom>
          <a:ln>
            <a:solidFill>
              <a:srgbClr val="C00000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cxnSp>
        <p:nvCxnSpPr>
          <p:cNvPr id="300" name="299 Conector recto"/>
          <p:cNvCxnSpPr/>
          <p:nvPr/>
        </p:nvCxnSpPr>
        <p:spPr>
          <a:xfrm>
            <a:off x="928662" y="714356"/>
            <a:ext cx="3357586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305 Rectángulo"/>
          <p:cNvSpPr/>
          <p:nvPr/>
        </p:nvSpPr>
        <p:spPr>
          <a:xfrm>
            <a:off x="4643438" y="1071546"/>
            <a:ext cx="36999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 smtClean="0">
                <a:solidFill>
                  <a:srgbClr val="FF0000"/>
                </a:solidFill>
              </a:rPr>
              <a:t>AUTORIDAD</a:t>
            </a:r>
          </a:p>
          <a:p>
            <a:pPr algn="ctr"/>
            <a:r>
              <a:rPr lang="es-ES" sz="2400" b="1" dirty="0" smtClean="0">
                <a:solidFill>
                  <a:srgbClr val="FF0000"/>
                </a:solidFill>
              </a:rPr>
              <a:t>RESPONSABILIDAD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307" name="306 Conector"/>
          <p:cNvSpPr/>
          <p:nvPr/>
        </p:nvSpPr>
        <p:spPr>
          <a:xfrm>
            <a:off x="6715140" y="4071942"/>
            <a:ext cx="857256" cy="857256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9" name="308 Elipse"/>
          <p:cNvSpPr/>
          <p:nvPr/>
        </p:nvSpPr>
        <p:spPr>
          <a:xfrm>
            <a:off x="7715272" y="3357562"/>
            <a:ext cx="1000132" cy="21431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b="1" dirty="0" smtClean="0">
                <a:solidFill>
                  <a:srgbClr val="FF0000"/>
                </a:solidFill>
              </a:rPr>
              <a:t>DISCIPLINA</a:t>
            </a:r>
            <a:endParaRPr lang="es-ES" sz="32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“La disciplina consiste en la obediencia, la asiduidad, entre la empresa y sus agentes”</a:t>
            </a:r>
            <a:br>
              <a:rPr lang="es-CO" dirty="0" smtClean="0"/>
            </a:br>
            <a:endParaRPr lang="es-CO" dirty="0" smtClean="0"/>
          </a:p>
          <a:p>
            <a:endParaRPr lang="es-CO" dirty="0" smtClean="0"/>
          </a:p>
          <a:p>
            <a:pPr>
              <a:buNone/>
            </a:pPr>
            <a:r>
              <a:rPr lang="es-ES" sz="2800" b="1" dirty="0" smtClean="0">
                <a:solidFill>
                  <a:srgbClr val="FF0000"/>
                </a:solidFill>
              </a:rPr>
              <a:t>UNIDAD DE MANDO</a:t>
            </a:r>
          </a:p>
          <a:p>
            <a:endParaRPr lang="es-ES" sz="2800" b="1" dirty="0" smtClean="0">
              <a:solidFill>
                <a:srgbClr val="FF0000"/>
              </a:solidFill>
            </a:endParaRPr>
          </a:p>
          <a:p>
            <a:r>
              <a:rPr lang="es-CO" sz="2800" dirty="0" smtClean="0"/>
              <a:t>"Para la ejecución de un acto cualquiera un agente sólo debe recibir órdenes de un jefe”.</a:t>
            </a:r>
            <a:br>
              <a:rPr lang="es-CO" sz="2800" dirty="0" smtClean="0"/>
            </a:br>
            <a:endParaRPr lang="es-ES" sz="2800" dirty="0" smtClean="0"/>
          </a:p>
          <a:p>
            <a:endParaRPr lang="es-E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FF0000"/>
                </a:solidFill>
              </a:rPr>
              <a:t>Unidad de mando</a:t>
            </a:r>
            <a:br>
              <a:rPr lang="es-ES" sz="3600" b="1" dirty="0" smtClean="0">
                <a:solidFill>
                  <a:srgbClr val="FF0000"/>
                </a:solidFill>
              </a:rPr>
            </a:br>
            <a:r>
              <a:rPr lang="es-ES" sz="3600" b="1" dirty="0" smtClean="0">
                <a:solidFill>
                  <a:srgbClr val="FF0000"/>
                </a:solidFill>
              </a:rPr>
              <a:t>ordenes- inf.de control</a:t>
            </a:r>
            <a:endParaRPr lang="es-E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4294967295"/>
          </p:nvPr>
        </p:nvGraphicFramePr>
        <p:xfrm>
          <a:off x="571500" y="1357298"/>
          <a:ext cx="6572268" cy="5500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200" b="1" dirty="0" smtClean="0">
                <a:solidFill>
                  <a:srgbClr val="FF0000"/>
                </a:solidFill>
              </a:rPr>
              <a:t>UNIDAD DE DIRECCION</a:t>
            </a:r>
            <a:endParaRPr lang="es-ES" sz="32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“un solo jefe para cada empleado“</a:t>
            </a:r>
          </a:p>
          <a:p>
            <a:endParaRPr lang="es-CO" dirty="0" smtClean="0"/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/>
            </a:r>
            <a:br>
              <a:rPr lang="es-CO" dirty="0" smtClean="0"/>
            </a:br>
            <a:endParaRPr lang="es-CO" dirty="0" smtClean="0"/>
          </a:p>
          <a:p>
            <a:r>
              <a:rPr lang="es-CO" dirty="0" smtClean="0"/>
              <a:t>“concentración de la autoridad en la cúpula en la de la organización”</a:t>
            </a:r>
          </a:p>
          <a:p>
            <a:pPr>
              <a:buNone/>
            </a:pPr>
            <a:endParaRPr lang="es-CO" dirty="0" smtClean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571472" y="2143116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sng" strike="noStrike" kern="1200" cap="small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CENTRALIZACION</a:t>
            </a:r>
            <a:endParaRPr kumimoji="0" lang="es-ES" sz="2800" b="1" i="0" u="sng" strike="noStrike" kern="1200" cap="sm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</p:spPr>
        <p:txBody>
          <a:bodyPr>
            <a:noAutofit/>
          </a:bodyPr>
          <a:lstStyle/>
          <a:p>
            <a:r>
              <a:rPr lang="es-ES" sz="2800" b="1" u="sng" dirty="0" smtClean="0">
                <a:solidFill>
                  <a:srgbClr val="FF0000"/>
                </a:solidFill>
              </a:rPr>
              <a:t/>
            </a:r>
            <a:br>
              <a:rPr lang="es-ES" sz="2800" b="1" u="sng" dirty="0" smtClean="0">
                <a:solidFill>
                  <a:srgbClr val="FF0000"/>
                </a:solidFill>
              </a:rPr>
            </a:br>
            <a:r>
              <a:rPr lang="es-ES" sz="2800" b="1" u="sng" dirty="0" smtClean="0">
                <a:solidFill>
                  <a:srgbClr val="FF0000"/>
                </a:solidFill>
              </a:rPr>
              <a:t>JERARQUIA</a:t>
            </a:r>
            <a:endParaRPr lang="es-ES" sz="2800" b="1" u="sng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"La jerarquía está constituida por la serie de jefes que va desde la autoridad superior a los agentes inferiores.“</a:t>
            </a:r>
          </a:p>
          <a:p>
            <a:endParaRPr lang="es-CO" dirty="0" smtClean="0"/>
          </a:p>
          <a:p>
            <a:r>
              <a:rPr lang="es-CO" b="1" dirty="0" smtClean="0"/>
              <a:t>JERARQUIA POR EL CARGO: </a:t>
            </a:r>
            <a:r>
              <a:rPr lang="es-CO" dirty="0" smtClean="0"/>
              <a:t>constituye los diferentes niveles estructurales de la organización</a:t>
            </a:r>
          </a:p>
          <a:p>
            <a:pPr>
              <a:buNone/>
            </a:pPr>
            <a:r>
              <a:rPr lang="es-ES" sz="2800" b="1" u="sng" dirty="0" smtClean="0">
                <a:solidFill>
                  <a:srgbClr val="FF0000"/>
                </a:solidFill>
              </a:rPr>
              <a:t> </a:t>
            </a:r>
            <a:endParaRPr lang="es-CO" sz="2800" u="sng" dirty="0" smtClean="0"/>
          </a:p>
          <a:p>
            <a:pPr>
              <a:buNone/>
            </a:pPr>
            <a:endParaRPr lang="es-CO" u="sng" dirty="0" smtClean="0"/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4294967295"/>
          </p:nvPr>
        </p:nvSpPr>
        <p:spPr>
          <a:xfrm>
            <a:off x="0" y="1600200"/>
            <a:ext cx="7467600" cy="4873625"/>
          </a:xfrm>
        </p:spPr>
        <p:txBody>
          <a:bodyPr/>
          <a:lstStyle/>
          <a:p>
            <a:endParaRPr lang="es-ES" dirty="0" smtClean="0">
              <a:solidFill>
                <a:srgbClr val="FF0000"/>
              </a:solidFill>
            </a:endParaRPr>
          </a:p>
          <a:p>
            <a:r>
              <a:rPr lang="es-ES" dirty="0" smtClean="0">
                <a:solidFill>
                  <a:srgbClr val="FF0000"/>
                </a:solidFill>
              </a:rPr>
              <a:t>JERARQUIA POR CAPACIDAD</a:t>
            </a:r>
            <a:r>
              <a:rPr lang="es-ES" dirty="0" smtClean="0"/>
              <a:t>:  es limitada y acorde con el individuo</a:t>
            </a:r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>
                <a:solidFill>
                  <a:srgbClr val="FF0000"/>
                </a:solidFill>
              </a:rPr>
              <a:t>JERARQUIA POR REMUNERACION: </a:t>
            </a:r>
            <a:r>
              <a:rPr lang="es-ES" dirty="0" smtClean="0"/>
              <a:t>determina la complejidad del trabajo</a:t>
            </a:r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Diagrama"/>
          <p:cNvGraphicFramePr/>
          <p:nvPr/>
        </p:nvGraphicFramePr>
        <p:xfrm>
          <a:off x="285720" y="0"/>
          <a:ext cx="11430080" cy="628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642910" y="1643050"/>
            <a:ext cx="621509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800" b="1" u="sng" dirty="0" smtClean="0">
                <a:solidFill>
                  <a:srgbClr val="FF0000"/>
                </a:solidFill>
              </a:rPr>
              <a:t>ORDEN</a:t>
            </a:r>
          </a:p>
          <a:p>
            <a:pPr>
              <a:buNone/>
            </a:pPr>
            <a:endParaRPr lang="es-ES" sz="4800" b="1" u="sng" dirty="0" smtClean="0">
              <a:solidFill>
                <a:srgbClr val="FF0000"/>
              </a:solidFill>
            </a:endParaRPr>
          </a:p>
          <a:p>
            <a:r>
              <a:rPr lang="es-CO" sz="4800" dirty="0" smtClean="0"/>
              <a:t>Un lugar para cada cosa y cada cosa en su lugar</a:t>
            </a:r>
            <a:r>
              <a:rPr lang="es-CO" dirty="0" smtClean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6"/>
          <p:cNvSpPr>
            <a:spLocks/>
          </p:cNvSpPr>
          <p:nvPr/>
        </p:nvSpPr>
        <p:spPr bwMode="auto">
          <a:xfrm>
            <a:off x="1222375" y="2787650"/>
            <a:ext cx="504825" cy="144463"/>
          </a:xfrm>
          <a:custGeom>
            <a:avLst/>
            <a:gdLst>
              <a:gd name="T0" fmla="*/ 0 w 318"/>
              <a:gd name="T1" fmla="*/ 229335829 h 91"/>
              <a:gd name="T2" fmla="*/ 113406244 w 318"/>
              <a:gd name="T3" fmla="*/ 0 h 91"/>
              <a:gd name="T4" fmla="*/ 801409578 w 318"/>
              <a:gd name="T5" fmla="*/ 0 h 91"/>
              <a:gd name="T6" fmla="*/ 685482435 w 318"/>
              <a:gd name="T7" fmla="*/ 229335829 h 91"/>
              <a:gd name="T8" fmla="*/ 0 w 318"/>
              <a:gd name="T9" fmla="*/ 229335829 h 9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91"/>
              <a:gd name="T17" fmla="*/ 318 w 318"/>
              <a:gd name="T18" fmla="*/ 91 h 9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91">
                <a:moveTo>
                  <a:pt x="0" y="91"/>
                </a:moveTo>
                <a:lnTo>
                  <a:pt x="45" y="0"/>
                </a:lnTo>
                <a:lnTo>
                  <a:pt x="318" y="0"/>
                </a:lnTo>
                <a:lnTo>
                  <a:pt x="272" y="91"/>
                </a:lnTo>
                <a:lnTo>
                  <a:pt x="0" y="91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rgbClr val="CCCCFF"/>
              </a:gs>
            </a:gsLst>
            <a:lin ang="2700000" scaled="1"/>
          </a:gradFill>
          <a:ln w="9525">
            <a:solidFill>
              <a:srgbClr val="339966"/>
            </a:solidFill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grpSp>
        <p:nvGrpSpPr>
          <p:cNvPr id="98" name="Group 7"/>
          <p:cNvGrpSpPr>
            <a:grpSpLocks/>
          </p:cNvGrpSpPr>
          <p:nvPr/>
        </p:nvGrpSpPr>
        <p:grpSpPr bwMode="auto">
          <a:xfrm>
            <a:off x="500034" y="3000372"/>
            <a:ext cx="1944688" cy="1944688"/>
            <a:chOff x="1609" y="1720"/>
            <a:chExt cx="1316" cy="1242"/>
          </a:xfrm>
        </p:grpSpPr>
        <p:sp>
          <p:nvSpPr>
            <p:cNvPr id="99" name="AutoShape 8"/>
            <p:cNvSpPr>
              <a:spLocks noChangeAspect="1" noChangeArrowheads="1" noTextEdit="1"/>
            </p:cNvSpPr>
            <p:nvPr/>
          </p:nvSpPr>
          <p:spPr bwMode="auto">
            <a:xfrm>
              <a:off x="1609" y="1720"/>
              <a:ext cx="1316" cy="1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0" name="Freeform 9"/>
            <p:cNvSpPr>
              <a:spLocks/>
            </p:cNvSpPr>
            <p:nvPr/>
          </p:nvSpPr>
          <p:spPr bwMode="auto">
            <a:xfrm>
              <a:off x="1609" y="1720"/>
              <a:ext cx="1316" cy="1242"/>
            </a:xfrm>
            <a:custGeom>
              <a:avLst/>
              <a:gdLst>
                <a:gd name="T0" fmla="*/ 658 w 2632"/>
                <a:gd name="T1" fmla="*/ 621 h 2484"/>
                <a:gd name="T2" fmla="*/ 658 w 2632"/>
                <a:gd name="T3" fmla="*/ 0 h 2484"/>
                <a:gd name="T4" fmla="*/ 0 w 2632"/>
                <a:gd name="T5" fmla="*/ 0 h 2484"/>
                <a:gd name="T6" fmla="*/ 1 w 2632"/>
                <a:gd name="T7" fmla="*/ 621 h 2484"/>
                <a:gd name="T8" fmla="*/ 658 w 2632"/>
                <a:gd name="T9" fmla="*/ 621 h 24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32"/>
                <a:gd name="T16" fmla="*/ 0 h 2484"/>
                <a:gd name="T17" fmla="*/ 2632 w 2632"/>
                <a:gd name="T18" fmla="*/ 2484 h 24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32" h="2484">
                  <a:moveTo>
                    <a:pt x="2632" y="2484"/>
                  </a:moveTo>
                  <a:lnTo>
                    <a:pt x="2632" y="0"/>
                  </a:lnTo>
                  <a:lnTo>
                    <a:pt x="0" y="0"/>
                  </a:lnTo>
                  <a:lnTo>
                    <a:pt x="1" y="2484"/>
                  </a:lnTo>
                  <a:lnTo>
                    <a:pt x="2632" y="2484"/>
                  </a:lnTo>
                  <a:close/>
                </a:path>
              </a:pathLst>
            </a:custGeom>
            <a:solidFill>
              <a:srgbClr val="3399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1" name="Freeform 10"/>
            <p:cNvSpPr>
              <a:spLocks/>
            </p:cNvSpPr>
            <p:nvPr/>
          </p:nvSpPr>
          <p:spPr bwMode="auto">
            <a:xfrm>
              <a:off x="1990" y="2130"/>
              <a:ext cx="104" cy="814"/>
            </a:xfrm>
            <a:custGeom>
              <a:avLst/>
              <a:gdLst>
                <a:gd name="T0" fmla="*/ 48 w 209"/>
                <a:gd name="T1" fmla="*/ 0 h 1627"/>
                <a:gd name="T2" fmla="*/ 0 w 209"/>
                <a:gd name="T3" fmla="*/ 407 h 1627"/>
                <a:gd name="T4" fmla="*/ 4 w 209"/>
                <a:gd name="T5" fmla="*/ 407 h 1627"/>
                <a:gd name="T6" fmla="*/ 52 w 209"/>
                <a:gd name="T7" fmla="*/ 1 h 1627"/>
                <a:gd name="T8" fmla="*/ 48 w 209"/>
                <a:gd name="T9" fmla="*/ 0 h 16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9"/>
                <a:gd name="T16" fmla="*/ 0 h 1627"/>
                <a:gd name="T17" fmla="*/ 209 w 209"/>
                <a:gd name="T18" fmla="*/ 1627 h 16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9" h="1627">
                  <a:moveTo>
                    <a:pt x="193" y="0"/>
                  </a:moveTo>
                  <a:lnTo>
                    <a:pt x="0" y="1626"/>
                  </a:lnTo>
                  <a:lnTo>
                    <a:pt x="16" y="1627"/>
                  </a:lnTo>
                  <a:lnTo>
                    <a:pt x="209" y="1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2" name="Freeform 11"/>
            <p:cNvSpPr>
              <a:spLocks/>
            </p:cNvSpPr>
            <p:nvPr/>
          </p:nvSpPr>
          <p:spPr bwMode="auto">
            <a:xfrm>
              <a:off x="1755" y="2702"/>
              <a:ext cx="107" cy="259"/>
            </a:xfrm>
            <a:custGeom>
              <a:avLst/>
              <a:gdLst>
                <a:gd name="T0" fmla="*/ 49 w 214"/>
                <a:gd name="T1" fmla="*/ 49 h 518"/>
                <a:gd name="T2" fmla="*/ 52 w 214"/>
                <a:gd name="T3" fmla="*/ 34 h 518"/>
                <a:gd name="T4" fmla="*/ 54 w 214"/>
                <a:gd name="T5" fmla="*/ 21 h 518"/>
                <a:gd name="T6" fmla="*/ 54 w 214"/>
                <a:gd name="T7" fmla="*/ 10 h 518"/>
                <a:gd name="T8" fmla="*/ 53 w 214"/>
                <a:gd name="T9" fmla="*/ 0 h 518"/>
                <a:gd name="T10" fmla="*/ 27 w 214"/>
                <a:gd name="T11" fmla="*/ 5 h 518"/>
                <a:gd name="T12" fmla="*/ 28 w 214"/>
                <a:gd name="T13" fmla="*/ 6 h 518"/>
                <a:gd name="T14" fmla="*/ 28 w 214"/>
                <a:gd name="T15" fmla="*/ 10 h 518"/>
                <a:gd name="T16" fmla="*/ 28 w 214"/>
                <a:gd name="T17" fmla="*/ 15 h 518"/>
                <a:gd name="T18" fmla="*/ 27 w 214"/>
                <a:gd name="T19" fmla="*/ 24 h 518"/>
                <a:gd name="T20" fmla="*/ 26 w 214"/>
                <a:gd name="T21" fmla="*/ 36 h 518"/>
                <a:gd name="T22" fmla="*/ 23 w 214"/>
                <a:gd name="T23" fmla="*/ 51 h 518"/>
                <a:gd name="T24" fmla="*/ 17 w 214"/>
                <a:gd name="T25" fmla="*/ 70 h 518"/>
                <a:gd name="T26" fmla="*/ 9 w 214"/>
                <a:gd name="T27" fmla="*/ 94 h 518"/>
                <a:gd name="T28" fmla="*/ 6 w 214"/>
                <a:gd name="T29" fmla="*/ 102 h 518"/>
                <a:gd name="T30" fmla="*/ 3 w 214"/>
                <a:gd name="T31" fmla="*/ 110 h 518"/>
                <a:gd name="T32" fmla="*/ 2 w 214"/>
                <a:gd name="T33" fmla="*/ 120 h 518"/>
                <a:gd name="T34" fmla="*/ 0 w 214"/>
                <a:gd name="T35" fmla="*/ 130 h 518"/>
                <a:gd name="T36" fmla="*/ 19 w 214"/>
                <a:gd name="T37" fmla="*/ 130 h 518"/>
                <a:gd name="T38" fmla="*/ 22 w 214"/>
                <a:gd name="T39" fmla="*/ 119 h 518"/>
                <a:gd name="T40" fmla="*/ 26 w 214"/>
                <a:gd name="T41" fmla="*/ 109 h 518"/>
                <a:gd name="T42" fmla="*/ 29 w 214"/>
                <a:gd name="T43" fmla="*/ 100 h 518"/>
                <a:gd name="T44" fmla="*/ 34 w 214"/>
                <a:gd name="T45" fmla="*/ 90 h 518"/>
                <a:gd name="T46" fmla="*/ 37 w 214"/>
                <a:gd name="T47" fmla="*/ 80 h 518"/>
                <a:gd name="T48" fmla="*/ 41 w 214"/>
                <a:gd name="T49" fmla="*/ 70 h 518"/>
                <a:gd name="T50" fmla="*/ 45 w 214"/>
                <a:gd name="T51" fmla="*/ 60 h 518"/>
                <a:gd name="T52" fmla="*/ 49 w 214"/>
                <a:gd name="T53" fmla="*/ 49 h 51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14"/>
                <a:gd name="T82" fmla="*/ 0 h 518"/>
                <a:gd name="T83" fmla="*/ 214 w 214"/>
                <a:gd name="T84" fmla="*/ 518 h 51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14" h="518">
                  <a:moveTo>
                    <a:pt x="193" y="198"/>
                  </a:moveTo>
                  <a:lnTo>
                    <a:pt x="207" y="139"/>
                  </a:lnTo>
                  <a:lnTo>
                    <a:pt x="214" y="86"/>
                  </a:lnTo>
                  <a:lnTo>
                    <a:pt x="214" y="40"/>
                  </a:lnTo>
                  <a:lnTo>
                    <a:pt x="211" y="0"/>
                  </a:lnTo>
                  <a:lnTo>
                    <a:pt x="111" y="23"/>
                  </a:lnTo>
                  <a:lnTo>
                    <a:pt x="112" y="27"/>
                  </a:lnTo>
                  <a:lnTo>
                    <a:pt x="112" y="40"/>
                  </a:lnTo>
                  <a:lnTo>
                    <a:pt x="112" y="62"/>
                  </a:lnTo>
                  <a:lnTo>
                    <a:pt x="110" y="97"/>
                  </a:lnTo>
                  <a:lnTo>
                    <a:pt x="102" y="144"/>
                  </a:lnTo>
                  <a:lnTo>
                    <a:pt x="89" y="206"/>
                  </a:lnTo>
                  <a:lnTo>
                    <a:pt x="66" y="282"/>
                  </a:lnTo>
                  <a:lnTo>
                    <a:pt x="35" y="377"/>
                  </a:lnTo>
                  <a:lnTo>
                    <a:pt x="24" y="409"/>
                  </a:lnTo>
                  <a:lnTo>
                    <a:pt x="15" y="443"/>
                  </a:lnTo>
                  <a:lnTo>
                    <a:pt x="7" y="480"/>
                  </a:lnTo>
                  <a:lnTo>
                    <a:pt x="0" y="518"/>
                  </a:lnTo>
                  <a:lnTo>
                    <a:pt x="73" y="518"/>
                  </a:lnTo>
                  <a:lnTo>
                    <a:pt x="87" y="479"/>
                  </a:lnTo>
                  <a:lnTo>
                    <a:pt x="102" y="439"/>
                  </a:lnTo>
                  <a:lnTo>
                    <a:pt x="118" y="400"/>
                  </a:lnTo>
                  <a:lnTo>
                    <a:pt x="133" y="362"/>
                  </a:lnTo>
                  <a:lnTo>
                    <a:pt x="148" y="322"/>
                  </a:lnTo>
                  <a:lnTo>
                    <a:pt x="164" y="282"/>
                  </a:lnTo>
                  <a:lnTo>
                    <a:pt x="178" y="240"/>
                  </a:lnTo>
                  <a:lnTo>
                    <a:pt x="193" y="198"/>
                  </a:lnTo>
                  <a:close/>
                </a:path>
              </a:pathLst>
            </a:custGeom>
            <a:solidFill>
              <a:srgbClr val="4C004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3" name="Freeform 12"/>
            <p:cNvSpPr>
              <a:spLocks/>
            </p:cNvSpPr>
            <p:nvPr/>
          </p:nvSpPr>
          <p:spPr bwMode="auto">
            <a:xfrm>
              <a:off x="1791" y="2687"/>
              <a:ext cx="230" cy="274"/>
            </a:xfrm>
            <a:custGeom>
              <a:avLst/>
              <a:gdLst>
                <a:gd name="T0" fmla="*/ 30 w 460"/>
                <a:gd name="T1" fmla="*/ 57 h 547"/>
                <a:gd name="T2" fmla="*/ 27 w 460"/>
                <a:gd name="T3" fmla="*/ 68 h 547"/>
                <a:gd name="T4" fmla="*/ 23 w 460"/>
                <a:gd name="T5" fmla="*/ 78 h 547"/>
                <a:gd name="T6" fmla="*/ 19 w 460"/>
                <a:gd name="T7" fmla="*/ 88 h 547"/>
                <a:gd name="T8" fmla="*/ 15 w 460"/>
                <a:gd name="T9" fmla="*/ 98 h 547"/>
                <a:gd name="T10" fmla="*/ 12 w 460"/>
                <a:gd name="T11" fmla="*/ 108 h 547"/>
                <a:gd name="T12" fmla="*/ 7 w 460"/>
                <a:gd name="T13" fmla="*/ 117 h 547"/>
                <a:gd name="T14" fmla="*/ 4 w 460"/>
                <a:gd name="T15" fmla="*/ 127 h 547"/>
                <a:gd name="T16" fmla="*/ 0 w 460"/>
                <a:gd name="T17" fmla="*/ 137 h 547"/>
                <a:gd name="T18" fmla="*/ 35 w 460"/>
                <a:gd name="T19" fmla="*/ 137 h 547"/>
                <a:gd name="T20" fmla="*/ 40 w 460"/>
                <a:gd name="T21" fmla="*/ 127 h 547"/>
                <a:gd name="T22" fmla="*/ 43 w 460"/>
                <a:gd name="T23" fmla="*/ 118 h 547"/>
                <a:gd name="T24" fmla="*/ 47 w 460"/>
                <a:gd name="T25" fmla="*/ 110 h 547"/>
                <a:gd name="T26" fmla="*/ 50 w 460"/>
                <a:gd name="T27" fmla="*/ 104 h 547"/>
                <a:gd name="T28" fmla="*/ 52 w 460"/>
                <a:gd name="T29" fmla="*/ 99 h 547"/>
                <a:gd name="T30" fmla="*/ 53 w 460"/>
                <a:gd name="T31" fmla="*/ 95 h 547"/>
                <a:gd name="T32" fmla="*/ 54 w 460"/>
                <a:gd name="T33" fmla="*/ 93 h 547"/>
                <a:gd name="T34" fmla="*/ 55 w 460"/>
                <a:gd name="T35" fmla="*/ 92 h 547"/>
                <a:gd name="T36" fmla="*/ 55 w 460"/>
                <a:gd name="T37" fmla="*/ 92 h 547"/>
                <a:gd name="T38" fmla="*/ 55 w 460"/>
                <a:gd name="T39" fmla="*/ 93 h 547"/>
                <a:gd name="T40" fmla="*/ 55 w 460"/>
                <a:gd name="T41" fmla="*/ 93 h 547"/>
                <a:gd name="T42" fmla="*/ 55 w 460"/>
                <a:gd name="T43" fmla="*/ 94 h 547"/>
                <a:gd name="T44" fmla="*/ 63 w 460"/>
                <a:gd name="T45" fmla="*/ 62 h 547"/>
                <a:gd name="T46" fmla="*/ 63 w 460"/>
                <a:gd name="T47" fmla="*/ 64 h 547"/>
                <a:gd name="T48" fmla="*/ 66 w 460"/>
                <a:gd name="T49" fmla="*/ 68 h 547"/>
                <a:gd name="T50" fmla="*/ 69 w 460"/>
                <a:gd name="T51" fmla="*/ 74 h 547"/>
                <a:gd name="T52" fmla="*/ 73 w 460"/>
                <a:gd name="T53" fmla="*/ 83 h 547"/>
                <a:gd name="T54" fmla="*/ 76 w 460"/>
                <a:gd name="T55" fmla="*/ 93 h 547"/>
                <a:gd name="T56" fmla="*/ 80 w 460"/>
                <a:gd name="T57" fmla="*/ 104 h 547"/>
                <a:gd name="T58" fmla="*/ 84 w 460"/>
                <a:gd name="T59" fmla="*/ 117 h 547"/>
                <a:gd name="T60" fmla="*/ 87 w 460"/>
                <a:gd name="T61" fmla="*/ 130 h 547"/>
                <a:gd name="T62" fmla="*/ 87 w 460"/>
                <a:gd name="T63" fmla="*/ 132 h 547"/>
                <a:gd name="T64" fmla="*/ 88 w 460"/>
                <a:gd name="T65" fmla="*/ 134 h 547"/>
                <a:gd name="T66" fmla="*/ 88 w 460"/>
                <a:gd name="T67" fmla="*/ 136 h 547"/>
                <a:gd name="T68" fmla="*/ 88 w 460"/>
                <a:gd name="T69" fmla="*/ 137 h 547"/>
                <a:gd name="T70" fmla="*/ 115 w 460"/>
                <a:gd name="T71" fmla="*/ 137 h 547"/>
                <a:gd name="T72" fmla="*/ 115 w 460"/>
                <a:gd name="T73" fmla="*/ 134 h 547"/>
                <a:gd name="T74" fmla="*/ 115 w 460"/>
                <a:gd name="T75" fmla="*/ 130 h 547"/>
                <a:gd name="T76" fmla="*/ 115 w 460"/>
                <a:gd name="T77" fmla="*/ 127 h 547"/>
                <a:gd name="T78" fmla="*/ 115 w 460"/>
                <a:gd name="T79" fmla="*/ 124 h 547"/>
                <a:gd name="T80" fmla="*/ 114 w 460"/>
                <a:gd name="T81" fmla="*/ 107 h 547"/>
                <a:gd name="T82" fmla="*/ 112 w 460"/>
                <a:gd name="T83" fmla="*/ 90 h 547"/>
                <a:gd name="T84" fmla="*/ 110 w 460"/>
                <a:gd name="T85" fmla="*/ 74 h 547"/>
                <a:gd name="T86" fmla="*/ 107 w 460"/>
                <a:gd name="T87" fmla="*/ 58 h 547"/>
                <a:gd name="T88" fmla="*/ 105 w 460"/>
                <a:gd name="T89" fmla="*/ 45 h 547"/>
                <a:gd name="T90" fmla="*/ 103 w 460"/>
                <a:gd name="T91" fmla="*/ 34 h 547"/>
                <a:gd name="T92" fmla="*/ 102 w 460"/>
                <a:gd name="T93" fmla="*/ 28 h 547"/>
                <a:gd name="T94" fmla="*/ 102 w 460"/>
                <a:gd name="T95" fmla="*/ 25 h 547"/>
                <a:gd name="T96" fmla="*/ 68 w 460"/>
                <a:gd name="T97" fmla="*/ 0 h 547"/>
                <a:gd name="T98" fmla="*/ 35 w 460"/>
                <a:gd name="T99" fmla="*/ 8 h 547"/>
                <a:gd name="T100" fmla="*/ 36 w 460"/>
                <a:gd name="T101" fmla="*/ 18 h 547"/>
                <a:gd name="T102" fmla="*/ 36 w 460"/>
                <a:gd name="T103" fmla="*/ 29 h 547"/>
                <a:gd name="T104" fmla="*/ 34 w 460"/>
                <a:gd name="T105" fmla="*/ 42 h 547"/>
                <a:gd name="T106" fmla="*/ 30 w 460"/>
                <a:gd name="T107" fmla="*/ 57 h 5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60"/>
                <a:gd name="T163" fmla="*/ 0 h 547"/>
                <a:gd name="T164" fmla="*/ 460 w 460"/>
                <a:gd name="T165" fmla="*/ 547 h 547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60" h="547">
                  <a:moveTo>
                    <a:pt x="120" y="227"/>
                  </a:moveTo>
                  <a:lnTo>
                    <a:pt x="105" y="269"/>
                  </a:lnTo>
                  <a:lnTo>
                    <a:pt x="91" y="311"/>
                  </a:lnTo>
                  <a:lnTo>
                    <a:pt x="75" y="351"/>
                  </a:lnTo>
                  <a:lnTo>
                    <a:pt x="60" y="391"/>
                  </a:lnTo>
                  <a:lnTo>
                    <a:pt x="45" y="429"/>
                  </a:lnTo>
                  <a:lnTo>
                    <a:pt x="29" y="468"/>
                  </a:lnTo>
                  <a:lnTo>
                    <a:pt x="14" y="508"/>
                  </a:lnTo>
                  <a:lnTo>
                    <a:pt x="0" y="547"/>
                  </a:lnTo>
                  <a:lnTo>
                    <a:pt x="138" y="547"/>
                  </a:lnTo>
                  <a:lnTo>
                    <a:pt x="157" y="505"/>
                  </a:lnTo>
                  <a:lnTo>
                    <a:pt x="172" y="470"/>
                  </a:lnTo>
                  <a:lnTo>
                    <a:pt x="186" y="438"/>
                  </a:lnTo>
                  <a:lnTo>
                    <a:pt x="197" y="413"/>
                  </a:lnTo>
                  <a:lnTo>
                    <a:pt x="205" y="393"/>
                  </a:lnTo>
                  <a:lnTo>
                    <a:pt x="212" y="380"/>
                  </a:lnTo>
                  <a:lnTo>
                    <a:pt x="216" y="371"/>
                  </a:lnTo>
                  <a:lnTo>
                    <a:pt x="217" y="368"/>
                  </a:lnTo>
                  <a:lnTo>
                    <a:pt x="217" y="369"/>
                  </a:lnTo>
                  <a:lnTo>
                    <a:pt x="217" y="372"/>
                  </a:lnTo>
                  <a:lnTo>
                    <a:pt x="219" y="376"/>
                  </a:lnTo>
                  <a:lnTo>
                    <a:pt x="252" y="248"/>
                  </a:lnTo>
                  <a:lnTo>
                    <a:pt x="254" y="254"/>
                  </a:lnTo>
                  <a:lnTo>
                    <a:pt x="262" y="271"/>
                  </a:lnTo>
                  <a:lnTo>
                    <a:pt x="275" y="296"/>
                  </a:lnTo>
                  <a:lnTo>
                    <a:pt x="290" y="329"/>
                  </a:lnTo>
                  <a:lnTo>
                    <a:pt x="304" y="369"/>
                  </a:lnTo>
                  <a:lnTo>
                    <a:pt x="320" y="416"/>
                  </a:lnTo>
                  <a:lnTo>
                    <a:pt x="334" y="466"/>
                  </a:lnTo>
                  <a:lnTo>
                    <a:pt x="346" y="520"/>
                  </a:lnTo>
                  <a:lnTo>
                    <a:pt x="348" y="526"/>
                  </a:lnTo>
                  <a:lnTo>
                    <a:pt x="349" y="533"/>
                  </a:lnTo>
                  <a:lnTo>
                    <a:pt x="349" y="541"/>
                  </a:lnTo>
                  <a:lnTo>
                    <a:pt x="350" y="547"/>
                  </a:lnTo>
                  <a:lnTo>
                    <a:pt x="460" y="547"/>
                  </a:lnTo>
                  <a:lnTo>
                    <a:pt x="460" y="534"/>
                  </a:lnTo>
                  <a:lnTo>
                    <a:pt x="460" y="520"/>
                  </a:lnTo>
                  <a:lnTo>
                    <a:pt x="458" y="507"/>
                  </a:lnTo>
                  <a:lnTo>
                    <a:pt x="458" y="493"/>
                  </a:lnTo>
                  <a:lnTo>
                    <a:pt x="453" y="427"/>
                  </a:lnTo>
                  <a:lnTo>
                    <a:pt x="446" y="359"/>
                  </a:lnTo>
                  <a:lnTo>
                    <a:pt x="437" y="293"/>
                  </a:lnTo>
                  <a:lnTo>
                    <a:pt x="428" y="231"/>
                  </a:lnTo>
                  <a:lnTo>
                    <a:pt x="420" y="178"/>
                  </a:lnTo>
                  <a:lnTo>
                    <a:pt x="412" y="136"/>
                  </a:lnTo>
                  <a:lnTo>
                    <a:pt x="407" y="109"/>
                  </a:lnTo>
                  <a:lnTo>
                    <a:pt x="406" y="98"/>
                  </a:lnTo>
                  <a:lnTo>
                    <a:pt x="270" y="0"/>
                  </a:lnTo>
                  <a:lnTo>
                    <a:pt x="138" y="29"/>
                  </a:lnTo>
                  <a:lnTo>
                    <a:pt x="141" y="69"/>
                  </a:lnTo>
                  <a:lnTo>
                    <a:pt x="141" y="115"/>
                  </a:lnTo>
                  <a:lnTo>
                    <a:pt x="134" y="168"/>
                  </a:lnTo>
                  <a:lnTo>
                    <a:pt x="120" y="227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4" name="Freeform 13"/>
            <p:cNvSpPr>
              <a:spLocks/>
            </p:cNvSpPr>
            <p:nvPr/>
          </p:nvSpPr>
          <p:spPr bwMode="auto">
            <a:xfrm>
              <a:off x="1901" y="2811"/>
              <a:ext cx="66" cy="150"/>
            </a:xfrm>
            <a:custGeom>
              <a:avLst/>
              <a:gdLst>
                <a:gd name="T0" fmla="*/ 32 w 131"/>
                <a:gd name="T1" fmla="*/ 68 h 299"/>
                <a:gd name="T2" fmla="*/ 29 w 131"/>
                <a:gd name="T3" fmla="*/ 55 h 299"/>
                <a:gd name="T4" fmla="*/ 26 w 131"/>
                <a:gd name="T5" fmla="*/ 42 h 299"/>
                <a:gd name="T6" fmla="*/ 22 w 131"/>
                <a:gd name="T7" fmla="*/ 31 h 299"/>
                <a:gd name="T8" fmla="*/ 18 w 131"/>
                <a:gd name="T9" fmla="*/ 21 h 299"/>
                <a:gd name="T10" fmla="*/ 14 w 131"/>
                <a:gd name="T11" fmla="*/ 12 h 299"/>
                <a:gd name="T12" fmla="*/ 11 w 131"/>
                <a:gd name="T13" fmla="*/ 6 h 299"/>
                <a:gd name="T14" fmla="*/ 9 w 131"/>
                <a:gd name="T15" fmla="*/ 2 h 299"/>
                <a:gd name="T16" fmla="*/ 9 w 131"/>
                <a:gd name="T17" fmla="*/ 0 h 299"/>
                <a:gd name="T18" fmla="*/ 0 w 131"/>
                <a:gd name="T19" fmla="*/ 32 h 299"/>
                <a:gd name="T20" fmla="*/ 1 w 131"/>
                <a:gd name="T21" fmla="*/ 35 h 299"/>
                <a:gd name="T22" fmla="*/ 2 w 131"/>
                <a:gd name="T23" fmla="*/ 38 h 299"/>
                <a:gd name="T24" fmla="*/ 3 w 131"/>
                <a:gd name="T25" fmla="*/ 43 h 299"/>
                <a:gd name="T26" fmla="*/ 4 w 131"/>
                <a:gd name="T27" fmla="*/ 48 h 299"/>
                <a:gd name="T28" fmla="*/ 5 w 131"/>
                <a:gd name="T29" fmla="*/ 54 h 299"/>
                <a:gd name="T30" fmla="*/ 7 w 131"/>
                <a:gd name="T31" fmla="*/ 60 h 299"/>
                <a:gd name="T32" fmla="*/ 9 w 131"/>
                <a:gd name="T33" fmla="*/ 68 h 299"/>
                <a:gd name="T34" fmla="*/ 10 w 131"/>
                <a:gd name="T35" fmla="*/ 75 h 299"/>
                <a:gd name="T36" fmla="*/ 33 w 131"/>
                <a:gd name="T37" fmla="*/ 75 h 299"/>
                <a:gd name="T38" fmla="*/ 33 w 131"/>
                <a:gd name="T39" fmla="*/ 74 h 299"/>
                <a:gd name="T40" fmla="*/ 33 w 131"/>
                <a:gd name="T41" fmla="*/ 72 h 299"/>
                <a:gd name="T42" fmla="*/ 33 w 131"/>
                <a:gd name="T43" fmla="*/ 70 h 299"/>
                <a:gd name="T44" fmla="*/ 32 w 131"/>
                <a:gd name="T45" fmla="*/ 68 h 29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31"/>
                <a:gd name="T70" fmla="*/ 0 h 299"/>
                <a:gd name="T71" fmla="*/ 131 w 131"/>
                <a:gd name="T72" fmla="*/ 299 h 29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31" h="299">
                  <a:moveTo>
                    <a:pt x="127" y="272"/>
                  </a:moveTo>
                  <a:lnTo>
                    <a:pt x="115" y="218"/>
                  </a:lnTo>
                  <a:lnTo>
                    <a:pt x="101" y="168"/>
                  </a:lnTo>
                  <a:lnTo>
                    <a:pt x="85" y="121"/>
                  </a:lnTo>
                  <a:lnTo>
                    <a:pt x="71" y="81"/>
                  </a:lnTo>
                  <a:lnTo>
                    <a:pt x="56" y="48"/>
                  </a:lnTo>
                  <a:lnTo>
                    <a:pt x="43" y="23"/>
                  </a:lnTo>
                  <a:lnTo>
                    <a:pt x="35" y="6"/>
                  </a:lnTo>
                  <a:lnTo>
                    <a:pt x="33" y="0"/>
                  </a:lnTo>
                  <a:lnTo>
                    <a:pt x="0" y="128"/>
                  </a:lnTo>
                  <a:lnTo>
                    <a:pt x="2" y="139"/>
                  </a:lnTo>
                  <a:lnTo>
                    <a:pt x="5" y="152"/>
                  </a:lnTo>
                  <a:lnTo>
                    <a:pt x="9" y="169"/>
                  </a:lnTo>
                  <a:lnTo>
                    <a:pt x="14" y="190"/>
                  </a:lnTo>
                  <a:lnTo>
                    <a:pt x="19" y="214"/>
                  </a:lnTo>
                  <a:lnTo>
                    <a:pt x="26" y="240"/>
                  </a:lnTo>
                  <a:lnTo>
                    <a:pt x="33" y="269"/>
                  </a:lnTo>
                  <a:lnTo>
                    <a:pt x="40" y="299"/>
                  </a:lnTo>
                  <a:lnTo>
                    <a:pt x="131" y="299"/>
                  </a:lnTo>
                  <a:lnTo>
                    <a:pt x="130" y="293"/>
                  </a:lnTo>
                  <a:lnTo>
                    <a:pt x="130" y="285"/>
                  </a:lnTo>
                  <a:lnTo>
                    <a:pt x="129" y="278"/>
                  </a:lnTo>
                  <a:lnTo>
                    <a:pt x="127" y="272"/>
                  </a:lnTo>
                  <a:close/>
                </a:path>
              </a:pathLst>
            </a:custGeom>
            <a:solidFill>
              <a:srgbClr val="4C004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5" name="Freeform 14"/>
            <p:cNvSpPr>
              <a:spLocks/>
            </p:cNvSpPr>
            <p:nvPr/>
          </p:nvSpPr>
          <p:spPr bwMode="auto">
            <a:xfrm>
              <a:off x="1859" y="1825"/>
              <a:ext cx="284" cy="281"/>
            </a:xfrm>
            <a:custGeom>
              <a:avLst/>
              <a:gdLst>
                <a:gd name="T0" fmla="*/ 142 w 567"/>
                <a:gd name="T1" fmla="*/ 46 h 561"/>
                <a:gd name="T2" fmla="*/ 142 w 567"/>
                <a:gd name="T3" fmla="*/ 48 h 561"/>
                <a:gd name="T4" fmla="*/ 139 w 567"/>
                <a:gd name="T5" fmla="*/ 51 h 561"/>
                <a:gd name="T6" fmla="*/ 136 w 567"/>
                <a:gd name="T7" fmla="*/ 56 h 561"/>
                <a:gd name="T8" fmla="*/ 133 w 567"/>
                <a:gd name="T9" fmla="*/ 61 h 561"/>
                <a:gd name="T10" fmla="*/ 128 w 567"/>
                <a:gd name="T11" fmla="*/ 67 h 561"/>
                <a:gd name="T12" fmla="*/ 124 w 567"/>
                <a:gd name="T13" fmla="*/ 73 h 561"/>
                <a:gd name="T14" fmla="*/ 120 w 567"/>
                <a:gd name="T15" fmla="*/ 78 h 561"/>
                <a:gd name="T16" fmla="*/ 116 w 567"/>
                <a:gd name="T17" fmla="*/ 82 h 561"/>
                <a:gd name="T18" fmla="*/ 106 w 567"/>
                <a:gd name="T19" fmla="*/ 90 h 561"/>
                <a:gd name="T20" fmla="*/ 98 w 567"/>
                <a:gd name="T21" fmla="*/ 96 h 561"/>
                <a:gd name="T22" fmla="*/ 92 w 567"/>
                <a:gd name="T23" fmla="*/ 98 h 561"/>
                <a:gd name="T24" fmla="*/ 87 w 567"/>
                <a:gd name="T25" fmla="*/ 99 h 561"/>
                <a:gd name="T26" fmla="*/ 82 w 567"/>
                <a:gd name="T27" fmla="*/ 99 h 561"/>
                <a:gd name="T28" fmla="*/ 78 w 567"/>
                <a:gd name="T29" fmla="*/ 100 h 561"/>
                <a:gd name="T30" fmla="*/ 73 w 567"/>
                <a:gd name="T31" fmla="*/ 101 h 561"/>
                <a:gd name="T32" fmla="*/ 68 w 567"/>
                <a:gd name="T33" fmla="*/ 103 h 561"/>
                <a:gd name="T34" fmla="*/ 64 w 567"/>
                <a:gd name="T35" fmla="*/ 108 h 561"/>
                <a:gd name="T36" fmla="*/ 60 w 567"/>
                <a:gd name="T37" fmla="*/ 114 h 561"/>
                <a:gd name="T38" fmla="*/ 57 w 567"/>
                <a:gd name="T39" fmla="*/ 121 h 561"/>
                <a:gd name="T40" fmla="*/ 54 w 567"/>
                <a:gd name="T41" fmla="*/ 128 h 561"/>
                <a:gd name="T42" fmla="*/ 50 w 567"/>
                <a:gd name="T43" fmla="*/ 135 h 561"/>
                <a:gd name="T44" fmla="*/ 45 w 567"/>
                <a:gd name="T45" fmla="*/ 139 h 561"/>
                <a:gd name="T46" fmla="*/ 37 w 567"/>
                <a:gd name="T47" fmla="*/ 141 h 561"/>
                <a:gd name="T48" fmla="*/ 27 w 567"/>
                <a:gd name="T49" fmla="*/ 139 h 561"/>
                <a:gd name="T50" fmla="*/ 16 w 567"/>
                <a:gd name="T51" fmla="*/ 134 h 561"/>
                <a:gd name="T52" fmla="*/ 9 w 567"/>
                <a:gd name="T53" fmla="*/ 125 h 561"/>
                <a:gd name="T54" fmla="*/ 4 w 567"/>
                <a:gd name="T55" fmla="*/ 115 h 561"/>
                <a:gd name="T56" fmla="*/ 1 w 567"/>
                <a:gd name="T57" fmla="*/ 102 h 561"/>
                <a:gd name="T58" fmla="*/ 0 w 567"/>
                <a:gd name="T59" fmla="*/ 90 h 561"/>
                <a:gd name="T60" fmla="*/ 1 w 567"/>
                <a:gd name="T61" fmla="*/ 77 h 561"/>
                <a:gd name="T62" fmla="*/ 3 w 567"/>
                <a:gd name="T63" fmla="*/ 64 h 561"/>
                <a:gd name="T64" fmla="*/ 6 w 567"/>
                <a:gd name="T65" fmla="*/ 53 h 561"/>
                <a:gd name="T66" fmla="*/ 7 w 567"/>
                <a:gd name="T67" fmla="*/ 49 h 561"/>
                <a:gd name="T68" fmla="*/ 9 w 567"/>
                <a:gd name="T69" fmla="*/ 45 h 561"/>
                <a:gd name="T70" fmla="*/ 11 w 567"/>
                <a:gd name="T71" fmla="*/ 40 h 561"/>
                <a:gd name="T72" fmla="*/ 13 w 567"/>
                <a:gd name="T73" fmla="*/ 36 h 561"/>
                <a:gd name="T74" fmla="*/ 17 w 567"/>
                <a:gd name="T75" fmla="*/ 32 h 561"/>
                <a:gd name="T76" fmla="*/ 21 w 567"/>
                <a:gd name="T77" fmla="*/ 28 h 561"/>
                <a:gd name="T78" fmla="*/ 26 w 567"/>
                <a:gd name="T79" fmla="*/ 24 h 561"/>
                <a:gd name="T80" fmla="*/ 32 w 567"/>
                <a:gd name="T81" fmla="*/ 21 h 561"/>
                <a:gd name="T82" fmla="*/ 36 w 567"/>
                <a:gd name="T83" fmla="*/ 20 h 561"/>
                <a:gd name="T84" fmla="*/ 40 w 567"/>
                <a:gd name="T85" fmla="*/ 18 h 561"/>
                <a:gd name="T86" fmla="*/ 45 w 567"/>
                <a:gd name="T87" fmla="*/ 17 h 561"/>
                <a:gd name="T88" fmla="*/ 51 w 567"/>
                <a:gd name="T89" fmla="*/ 15 h 561"/>
                <a:gd name="T90" fmla="*/ 56 w 567"/>
                <a:gd name="T91" fmla="*/ 13 h 561"/>
                <a:gd name="T92" fmla="*/ 62 w 567"/>
                <a:gd name="T93" fmla="*/ 12 h 561"/>
                <a:gd name="T94" fmla="*/ 67 w 567"/>
                <a:gd name="T95" fmla="*/ 10 h 561"/>
                <a:gd name="T96" fmla="*/ 73 w 567"/>
                <a:gd name="T97" fmla="*/ 8 h 561"/>
                <a:gd name="T98" fmla="*/ 79 w 567"/>
                <a:gd name="T99" fmla="*/ 7 h 561"/>
                <a:gd name="T100" fmla="*/ 84 w 567"/>
                <a:gd name="T101" fmla="*/ 5 h 561"/>
                <a:gd name="T102" fmla="*/ 88 w 567"/>
                <a:gd name="T103" fmla="*/ 4 h 561"/>
                <a:gd name="T104" fmla="*/ 92 w 567"/>
                <a:gd name="T105" fmla="*/ 3 h 561"/>
                <a:gd name="T106" fmla="*/ 95 w 567"/>
                <a:gd name="T107" fmla="*/ 2 h 561"/>
                <a:gd name="T108" fmla="*/ 98 w 567"/>
                <a:gd name="T109" fmla="*/ 1 h 561"/>
                <a:gd name="T110" fmla="*/ 99 w 567"/>
                <a:gd name="T111" fmla="*/ 0 h 561"/>
                <a:gd name="T112" fmla="*/ 100 w 567"/>
                <a:gd name="T113" fmla="*/ 0 h 561"/>
                <a:gd name="T114" fmla="*/ 142 w 567"/>
                <a:gd name="T115" fmla="*/ 46 h 56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67"/>
                <a:gd name="T175" fmla="*/ 0 h 561"/>
                <a:gd name="T176" fmla="*/ 567 w 567"/>
                <a:gd name="T177" fmla="*/ 561 h 56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67" h="561">
                  <a:moveTo>
                    <a:pt x="567" y="184"/>
                  </a:moveTo>
                  <a:lnTo>
                    <a:pt x="565" y="190"/>
                  </a:lnTo>
                  <a:lnTo>
                    <a:pt x="555" y="201"/>
                  </a:lnTo>
                  <a:lnTo>
                    <a:pt x="544" y="221"/>
                  </a:lnTo>
                  <a:lnTo>
                    <a:pt x="529" y="244"/>
                  </a:lnTo>
                  <a:lnTo>
                    <a:pt x="512" y="267"/>
                  </a:lnTo>
                  <a:lnTo>
                    <a:pt x="495" y="291"/>
                  </a:lnTo>
                  <a:lnTo>
                    <a:pt x="478" y="311"/>
                  </a:lnTo>
                  <a:lnTo>
                    <a:pt x="463" y="327"/>
                  </a:lnTo>
                  <a:lnTo>
                    <a:pt x="422" y="360"/>
                  </a:lnTo>
                  <a:lnTo>
                    <a:pt x="391" y="381"/>
                  </a:lnTo>
                  <a:lnTo>
                    <a:pt x="366" y="391"/>
                  </a:lnTo>
                  <a:lnTo>
                    <a:pt x="345" y="395"/>
                  </a:lnTo>
                  <a:lnTo>
                    <a:pt x="326" y="396"/>
                  </a:lnTo>
                  <a:lnTo>
                    <a:pt x="310" y="398"/>
                  </a:lnTo>
                  <a:lnTo>
                    <a:pt x="292" y="402"/>
                  </a:lnTo>
                  <a:lnTo>
                    <a:pt x="272" y="411"/>
                  </a:lnTo>
                  <a:lnTo>
                    <a:pt x="254" y="429"/>
                  </a:lnTo>
                  <a:lnTo>
                    <a:pt x="239" y="454"/>
                  </a:lnTo>
                  <a:lnTo>
                    <a:pt x="227" y="483"/>
                  </a:lnTo>
                  <a:lnTo>
                    <a:pt x="216" y="512"/>
                  </a:lnTo>
                  <a:lnTo>
                    <a:pt x="200" y="537"/>
                  </a:lnTo>
                  <a:lnTo>
                    <a:pt x="177" y="555"/>
                  </a:lnTo>
                  <a:lnTo>
                    <a:pt x="147" y="561"/>
                  </a:lnTo>
                  <a:lnTo>
                    <a:pt x="105" y="555"/>
                  </a:lnTo>
                  <a:lnTo>
                    <a:pt x="63" y="534"/>
                  </a:lnTo>
                  <a:lnTo>
                    <a:pt x="33" y="499"/>
                  </a:lnTo>
                  <a:lnTo>
                    <a:pt x="13" y="457"/>
                  </a:lnTo>
                  <a:lnTo>
                    <a:pt x="2" y="408"/>
                  </a:lnTo>
                  <a:lnTo>
                    <a:pt x="0" y="357"/>
                  </a:lnTo>
                  <a:lnTo>
                    <a:pt x="4" y="306"/>
                  </a:lnTo>
                  <a:lnTo>
                    <a:pt x="11" y="255"/>
                  </a:lnTo>
                  <a:lnTo>
                    <a:pt x="22" y="212"/>
                  </a:lnTo>
                  <a:lnTo>
                    <a:pt x="27" y="195"/>
                  </a:lnTo>
                  <a:lnTo>
                    <a:pt x="34" y="178"/>
                  </a:lnTo>
                  <a:lnTo>
                    <a:pt x="42" y="159"/>
                  </a:lnTo>
                  <a:lnTo>
                    <a:pt x="52" y="142"/>
                  </a:lnTo>
                  <a:lnTo>
                    <a:pt x="65" y="125"/>
                  </a:lnTo>
                  <a:lnTo>
                    <a:pt x="81" y="111"/>
                  </a:lnTo>
                  <a:lnTo>
                    <a:pt x="102" y="96"/>
                  </a:lnTo>
                  <a:lnTo>
                    <a:pt x="127" y="84"/>
                  </a:lnTo>
                  <a:lnTo>
                    <a:pt x="143" y="79"/>
                  </a:lnTo>
                  <a:lnTo>
                    <a:pt x="160" y="72"/>
                  </a:lnTo>
                  <a:lnTo>
                    <a:pt x="180" y="66"/>
                  </a:lnTo>
                  <a:lnTo>
                    <a:pt x="201" y="59"/>
                  </a:lnTo>
                  <a:lnTo>
                    <a:pt x="224" y="51"/>
                  </a:lnTo>
                  <a:lnTo>
                    <a:pt x="246" y="45"/>
                  </a:lnTo>
                  <a:lnTo>
                    <a:pt x="268" y="38"/>
                  </a:lnTo>
                  <a:lnTo>
                    <a:pt x="291" y="31"/>
                  </a:lnTo>
                  <a:lnTo>
                    <a:pt x="313" y="25"/>
                  </a:lnTo>
                  <a:lnTo>
                    <a:pt x="333" y="18"/>
                  </a:lnTo>
                  <a:lnTo>
                    <a:pt x="351" y="13"/>
                  </a:lnTo>
                  <a:lnTo>
                    <a:pt x="367" y="9"/>
                  </a:lnTo>
                  <a:lnTo>
                    <a:pt x="380" y="5"/>
                  </a:lnTo>
                  <a:lnTo>
                    <a:pt x="390" y="2"/>
                  </a:lnTo>
                  <a:lnTo>
                    <a:pt x="396" y="0"/>
                  </a:lnTo>
                  <a:lnTo>
                    <a:pt x="399" y="0"/>
                  </a:lnTo>
                  <a:lnTo>
                    <a:pt x="567" y="184"/>
                  </a:lnTo>
                  <a:close/>
                </a:path>
              </a:pathLst>
            </a:custGeom>
            <a:solidFill>
              <a:srgbClr val="FFCC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6" name="Freeform 15"/>
            <p:cNvSpPr>
              <a:spLocks/>
            </p:cNvSpPr>
            <p:nvPr/>
          </p:nvSpPr>
          <p:spPr bwMode="auto">
            <a:xfrm>
              <a:off x="1886" y="1865"/>
              <a:ext cx="257" cy="240"/>
            </a:xfrm>
            <a:custGeom>
              <a:avLst/>
              <a:gdLst>
                <a:gd name="T0" fmla="*/ 103 w 513"/>
                <a:gd name="T1" fmla="*/ 62 h 481"/>
                <a:gd name="T2" fmla="*/ 92 w 513"/>
                <a:gd name="T3" fmla="*/ 70 h 481"/>
                <a:gd name="T4" fmla="*/ 85 w 513"/>
                <a:gd name="T5" fmla="*/ 75 h 481"/>
                <a:gd name="T6" fmla="*/ 78 w 513"/>
                <a:gd name="T7" fmla="*/ 78 h 481"/>
                <a:gd name="T8" fmla="*/ 73 w 513"/>
                <a:gd name="T9" fmla="*/ 79 h 481"/>
                <a:gd name="T10" fmla="*/ 69 w 513"/>
                <a:gd name="T11" fmla="*/ 79 h 481"/>
                <a:gd name="T12" fmla="*/ 66 w 513"/>
                <a:gd name="T13" fmla="*/ 79 h 481"/>
                <a:gd name="T14" fmla="*/ 62 w 513"/>
                <a:gd name="T15" fmla="*/ 80 h 481"/>
                <a:gd name="T16" fmla="*/ 59 w 513"/>
                <a:gd name="T17" fmla="*/ 82 h 481"/>
                <a:gd name="T18" fmla="*/ 55 w 513"/>
                <a:gd name="T19" fmla="*/ 85 h 481"/>
                <a:gd name="T20" fmla="*/ 52 w 513"/>
                <a:gd name="T21" fmla="*/ 91 h 481"/>
                <a:gd name="T22" fmla="*/ 50 w 513"/>
                <a:gd name="T23" fmla="*/ 98 h 481"/>
                <a:gd name="T24" fmla="*/ 47 w 513"/>
                <a:gd name="T25" fmla="*/ 105 h 481"/>
                <a:gd name="T26" fmla="*/ 43 w 513"/>
                <a:gd name="T27" fmla="*/ 111 h 481"/>
                <a:gd name="T28" fmla="*/ 37 w 513"/>
                <a:gd name="T29" fmla="*/ 116 h 481"/>
                <a:gd name="T30" fmla="*/ 30 w 513"/>
                <a:gd name="T31" fmla="*/ 120 h 481"/>
                <a:gd name="T32" fmla="*/ 20 w 513"/>
                <a:gd name="T33" fmla="*/ 120 h 481"/>
                <a:gd name="T34" fmla="*/ 17 w 513"/>
                <a:gd name="T35" fmla="*/ 118 h 481"/>
                <a:gd name="T36" fmla="*/ 13 w 513"/>
                <a:gd name="T37" fmla="*/ 115 h 481"/>
                <a:gd name="T38" fmla="*/ 9 w 513"/>
                <a:gd name="T39" fmla="*/ 109 h 481"/>
                <a:gd name="T40" fmla="*/ 5 w 513"/>
                <a:gd name="T41" fmla="*/ 101 h 481"/>
                <a:gd name="T42" fmla="*/ 2 w 513"/>
                <a:gd name="T43" fmla="*/ 91 h 481"/>
                <a:gd name="T44" fmla="*/ 0 w 513"/>
                <a:gd name="T45" fmla="*/ 80 h 481"/>
                <a:gd name="T46" fmla="*/ 1 w 513"/>
                <a:gd name="T47" fmla="*/ 67 h 481"/>
                <a:gd name="T48" fmla="*/ 4 w 513"/>
                <a:gd name="T49" fmla="*/ 53 h 481"/>
                <a:gd name="T50" fmla="*/ 7 w 513"/>
                <a:gd name="T51" fmla="*/ 45 h 481"/>
                <a:gd name="T52" fmla="*/ 10 w 513"/>
                <a:gd name="T53" fmla="*/ 39 h 481"/>
                <a:gd name="T54" fmla="*/ 15 w 513"/>
                <a:gd name="T55" fmla="*/ 35 h 481"/>
                <a:gd name="T56" fmla="*/ 20 w 513"/>
                <a:gd name="T57" fmla="*/ 32 h 481"/>
                <a:gd name="T58" fmla="*/ 25 w 513"/>
                <a:gd name="T59" fmla="*/ 30 h 481"/>
                <a:gd name="T60" fmla="*/ 31 w 513"/>
                <a:gd name="T61" fmla="*/ 30 h 481"/>
                <a:gd name="T62" fmla="*/ 37 w 513"/>
                <a:gd name="T63" fmla="*/ 30 h 481"/>
                <a:gd name="T64" fmla="*/ 43 w 513"/>
                <a:gd name="T65" fmla="*/ 31 h 481"/>
                <a:gd name="T66" fmla="*/ 48 w 513"/>
                <a:gd name="T67" fmla="*/ 33 h 481"/>
                <a:gd name="T68" fmla="*/ 54 w 513"/>
                <a:gd name="T69" fmla="*/ 34 h 481"/>
                <a:gd name="T70" fmla="*/ 59 w 513"/>
                <a:gd name="T71" fmla="*/ 36 h 481"/>
                <a:gd name="T72" fmla="*/ 64 w 513"/>
                <a:gd name="T73" fmla="*/ 38 h 481"/>
                <a:gd name="T74" fmla="*/ 68 w 513"/>
                <a:gd name="T75" fmla="*/ 39 h 481"/>
                <a:gd name="T76" fmla="*/ 72 w 513"/>
                <a:gd name="T77" fmla="*/ 40 h 481"/>
                <a:gd name="T78" fmla="*/ 75 w 513"/>
                <a:gd name="T79" fmla="*/ 41 h 481"/>
                <a:gd name="T80" fmla="*/ 77 w 513"/>
                <a:gd name="T81" fmla="*/ 40 h 481"/>
                <a:gd name="T82" fmla="*/ 83 w 513"/>
                <a:gd name="T83" fmla="*/ 35 h 481"/>
                <a:gd name="T84" fmla="*/ 88 w 513"/>
                <a:gd name="T85" fmla="*/ 30 h 481"/>
                <a:gd name="T86" fmla="*/ 92 w 513"/>
                <a:gd name="T87" fmla="*/ 24 h 481"/>
                <a:gd name="T88" fmla="*/ 96 w 513"/>
                <a:gd name="T89" fmla="*/ 17 h 481"/>
                <a:gd name="T90" fmla="*/ 99 w 513"/>
                <a:gd name="T91" fmla="*/ 12 h 481"/>
                <a:gd name="T92" fmla="*/ 102 w 513"/>
                <a:gd name="T93" fmla="*/ 7 h 481"/>
                <a:gd name="T94" fmla="*/ 104 w 513"/>
                <a:gd name="T95" fmla="*/ 3 h 481"/>
                <a:gd name="T96" fmla="*/ 105 w 513"/>
                <a:gd name="T97" fmla="*/ 0 h 481"/>
                <a:gd name="T98" fmla="*/ 129 w 513"/>
                <a:gd name="T99" fmla="*/ 26 h 481"/>
                <a:gd name="T100" fmla="*/ 128 w 513"/>
                <a:gd name="T101" fmla="*/ 27 h 481"/>
                <a:gd name="T102" fmla="*/ 126 w 513"/>
                <a:gd name="T103" fmla="*/ 30 h 481"/>
                <a:gd name="T104" fmla="*/ 123 w 513"/>
                <a:gd name="T105" fmla="*/ 35 h 481"/>
                <a:gd name="T106" fmla="*/ 119 w 513"/>
                <a:gd name="T107" fmla="*/ 41 h 481"/>
                <a:gd name="T108" fmla="*/ 115 w 513"/>
                <a:gd name="T109" fmla="*/ 47 h 481"/>
                <a:gd name="T110" fmla="*/ 111 w 513"/>
                <a:gd name="T111" fmla="*/ 53 h 481"/>
                <a:gd name="T112" fmla="*/ 106 w 513"/>
                <a:gd name="T113" fmla="*/ 58 h 481"/>
                <a:gd name="T114" fmla="*/ 103 w 513"/>
                <a:gd name="T115" fmla="*/ 62 h 48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13"/>
                <a:gd name="T175" fmla="*/ 0 h 481"/>
                <a:gd name="T176" fmla="*/ 513 w 513"/>
                <a:gd name="T177" fmla="*/ 481 h 48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13" h="481">
                  <a:moveTo>
                    <a:pt x="409" y="248"/>
                  </a:moveTo>
                  <a:lnTo>
                    <a:pt x="368" y="281"/>
                  </a:lnTo>
                  <a:lnTo>
                    <a:pt x="337" y="302"/>
                  </a:lnTo>
                  <a:lnTo>
                    <a:pt x="312" y="314"/>
                  </a:lnTo>
                  <a:lnTo>
                    <a:pt x="292" y="317"/>
                  </a:lnTo>
                  <a:lnTo>
                    <a:pt x="276" y="319"/>
                  </a:lnTo>
                  <a:lnTo>
                    <a:pt x="262" y="319"/>
                  </a:lnTo>
                  <a:lnTo>
                    <a:pt x="247" y="320"/>
                  </a:lnTo>
                  <a:lnTo>
                    <a:pt x="233" y="328"/>
                  </a:lnTo>
                  <a:lnTo>
                    <a:pt x="220" y="343"/>
                  </a:lnTo>
                  <a:lnTo>
                    <a:pt x="208" y="366"/>
                  </a:lnTo>
                  <a:lnTo>
                    <a:pt x="197" y="393"/>
                  </a:lnTo>
                  <a:lnTo>
                    <a:pt x="185" y="420"/>
                  </a:lnTo>
                  <a:lnTo>
                    <a:pt x="170" y="447"/>
                  </a:lnTo>
                  <a:lnTo>
                    <a:pt x="148" y="466"/>
                  </a:lnTo>
                  <a:lnTo>
                    <a:pt x="118" y="480"/>
                  </a:lnTo>
                  <a:lnTo>
                    <a:pt x="79" y="481"/>
                  </a:lnTo>
                  <a:lnTo>
                    <a:pt x="65" y="474"/>
                  </a:lnTo>
                  <a:lnTo>
                    <a:pt x="50" y="460"/>
                  </a:lnTo>
                  <a:lnTo>
                    <a:pt x="33" y="436"/>
                  </a:lnTo>
                  <a:lnTo>
                    <a:pt x="18" y="404"/>
                  </a:lnTo>
                  <a:lnTo>
                    <a:pt x="6" y="366"/>
                  </a:lnTo>
                  <a:lnTo>
                    <a:pt x="0" y="320"/>
                  </a:lnTo>
                  <a:lnTo>
                    <a:pt x="1" y="270"/>
                  </a:lnTo>
                  <a:lnTo>
                    <a:pt x="13" y="215"/>
                  </a:lnTo>
                  <a:lnTo>
                    <a:pt x="25" y="183"/>
                  </a:lnTo>
                  <a:lnTo>
                    <a:pt x="40" y="158"/>
                  </a:lnTo>
                  <a:lnTo>
                    <a:pt x="58" y="141"/>
                  </a:lnTo>
                  <a:lnTo>
                    <a:pt x="77" y="129"/>
                  </a:lnTo>
                  <a:lnTo>
                    <a:pt x="100" y="122"/>
                  </a:lnTo>
                  <a:lnTo>
                    <a:pt x="122" y="120"/>
                  </a:lnTo>
                  <a:lnTo>
                    <a:pt x="146" y="121"/>
                  </a:lnTo>
                  <a:lnTo>
                    <a:pt x="170" y="125"/>
                  </a:lnTo>
                  <a:lnTo>
                    <a:pt x="192" y="132"/>
                  </a:lnTo>
                  <a:lnTo>
                    <a:pt x="214" y="138"/>
                  </a:lnTo>
                  <a:lnTo>
                    <a:pt x="235" y="146"/>
                  </a:lnTo>
                  <a:lnTo>
                    <a:pt x="255" y="153"/>
                  </a:lnTo>
                  <a:lnTo>
                    <a:pt x="272" y="159"/>
                  </a:lnTo>
                  <a:lnTo>
                    <a:pt x="287" y="163"/>
                  </a:lnTo>
                  <a:lnTo>
                    <a:pt x="297" y="165"/>
                  </a:lnTo>
                  <a:lnTo>
                    <a:pt x="305" y="163"/>
                  </a:lnTo>
                  <a:lnTo>
                    <a:pt x="329" y="142"/>
                  </a:lnTo>
                  <a:lnTo>
                    <a:pt x="350" y="120"/>
                  </a:lnTo>
                  <a:lnTo>
                    <a:pt x="368" y="96"/>
                  </a:lnTo>
                  <a:lnTo>
                    <a:pt x="384" y="71"/>
                  </a:lnTo>
                  <a:lnTo>
                    <a:pt x="396" y="49"/>
                  </a:lnTo>
                  <a:lnTo>
                    <a:pt x="407" y="28"/>
                  </a:lnTo>
                  <a:lnTo>
                    <a:pt x="413" y="12"/>
                  </a:lnTo>
                  <a:lnTo>
                    <a:pt x="417" y="0"/>
                  </a:lnTo>
                  <a:lnTo>
                    <a:pt x="513" y="105"/>
                  </a:lnTo>
                  <a:lnTo>
                    <a:pt x="511" y="111"/>
                  </a:lnTo>
                  <a:lnTo>
                    <a:pt x="501" y="122"/>
                  </a:lnTo>
                  <a:lnTo>
                    <a:pt x="490" y="142"/>
                  </a:lnTo>
                  <a:lnTo>
                    <a:pt x="475" y="165"/>
                  </a:lnTo>
                  <a:lnTo>
                    <a:pt x="458" y="188"/>
                  </a:lnTo>
                  <a:lnTo>
                    <a:pt x="441" y="212"/>
                  </a:lnTo>
                  <a:lnTo>
                    <a:pt x="424" y="232"/>
                  </a:lnTo>
                  <a:lnTo>
                    <a:pt x="409" y="248"/>
                  </a:lnTo>
                  <a:close/>
                </a:path>
              </a:pathLst>
            </a:custGeom>
            <a:solidFill>
              <a:srgbClr val="CCA37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7" name="Freeform 16"/>
            <p:cNvSpPr>
              <a:spLocks/>
            </p:cNvSpPr>
            <p:nvPr/>
          </p:nvSpPr>
          <p:spPr bwMode="auto">
            <a:xfrm>
              <a:off x="1979" y="2027"/>
              <a:ext cx="168" cy="105"/>
            </a:xfrm>
            <a:custGeom>
              <a:avLst/>
              <a:gdLst>
                <a:gd name="T0" fmla="*/ 28 w 337"/>
                <a:gd name="T1" fmla="*/ 0 h 211"/>
                <a:gd name="T2" fmla="*/ 84 w 337"/>
                <a:gd name="T3" fmla="*/ 31 h 211"/>
                <a:gd name="T4" fmla="*/ 80 w 337"/>
                <a:gd name="T5" fmla="*/ 52 h 211"/>
                <a:gd name="T6" fmla="*/ 0 w 337"/>
                <a:gd name="T7" fmla="*/ 9 h 211"/>
                <a:gd name="T8" fmla="*/ 28 w 337"/>
                <a:gd name="T9" fmla="*/ 0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7"/>
                <a:gd name="T16" fmla="*/ 0 h 211"/>
                <a:gd name="T17" fmla="*/ 337 w 337"/>
                <a:gd name="T18" fmla="*/ 211 h 2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7" h="211">
                  <a:moveTo>
                    <a:pt x="112" y="0"/>
                  </a:moveTo>
                  <a:lnTo>
                    <a:pt x="337" y="125"/>
                  </a:lnTo>
                  <a:lnTo>
                    <a:pt x="321" y="211"/>
                  </a:lnTo>
                  <a:lnTo>
                    <a:pt x="0" y="37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8" name="Freeform 17"/>
            <p:cNvSpPr>
              <a:spLocks/>
            </p:cNvSpPr>
            <p:nvPr/>
          </p:nvSpPr>
          <p:spPr bwMode="auto">
            <a:xfrm>
              <a:off x="1776" y="2011"/>
              <a:ext cx="121" cy="65"/>
            </a:xfrm>
            <a:custGeom>
              <a:avLst/>
              <a:gdLst>
                <a:gd name="T0" fmla="*/ 39 w 242"/>
                <a:gd name="T1" fmla="*/ 0 h 132"/>
                <a:gd name="T2" fmla="*/ 61 w 242"/>
                <a:gd name="T3" fmla="*/ 11 h 132"/>
                <a:gd name="T4" fmla="*/ 0 w 242"/>
                <a:gd name="T5" fmla="*/ 32 h 132"/>
                <a:gd name="T6" fmla="*/ 6 w 242"/>
                <a:gd name="T7" fmla="*/ 12 h 132"/>
                <a:gd name="T8" fmla="*/ 39 w 242"/>
                <a:gd name="T9" fmla="*/ 0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2"/>
                <a:gd name="T16" fmla="*/ 0 h 132"/>
                <a:gd name="T17" fmla="*/ 242 w 242"/>
                <a:gd name="T18" fmla="*/ 132 h 1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2" h="132">
                  <a:moveTo>
                    <a:pt x="156" y="0"/>
                  </a:moveTo>
                  <a:lnTo>
                    <a:pt x="242" y="46"/>
                  </a:lnTo>
                  <a:lnTo>
                    <a:pt x="0" y="132"/>
                  </a:lnTo>
                  <a:lnTo>
                    <a:pt x="22" y="5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CCDDA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09" name="Freeform 18"/>
            <p:cNvSpPr>
              <a:spLocks/>
            </p:cNvSpPr>
            <p:nvPr/>
          </p:nvSpPr>
          <p:spPr bwMode="auto">
            <a:xfrm>
              <a:off x="1746" y="1874"/>
              <a:ext cx="199" cy="147"/>
            </a:xfrm>
            <a:custGeom>
              <a:avLst/>
              <a:gdLst>
                <a:gd name="T0" fmla="*/ 7 w 398"/>
                <a:gd name="T1" fmla="*/ 0 h 295"/>
                <a:gd name="T2" fmla="*/ 100 w 398"/>
                <a:gd name="T3" fmla="*/ 51 h 295"/>
                <a:gd name="T4" fmla="*/ 100 w 398"/>
                <a:gd name="T5" fmla="*/ 51 h 295"/>
                <a:gd name="T6" fmla="*/ 95 w 398"/>
                <a:gd name="T7" fmla="*/ 73 h 295"/>
                <a:gd name="T8" fmla="*/ 94 w 398"/>
                <a:gd name="T9" fmla="*/ 73 h 295"/>
                <a:gd name="T10" fmla="*/ 72 w 398"/>
                <a:gd name="T11" fmla="*/ 62 h 295"/>
                <a:gd name="T12" fmla="*/ 0 w 398"/>
                <a:gd name="T13" fmla="*/ 23 h 295"/>
                <a:gd name="T14" fmla="*/ 7 w 398"/>
                <a:gd name="T15" fmla="*/ 0 h 2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8"/>
                <a:gd name="T25" fmla="*/ 0 h 295"/>
                <a:gd name="T26" fmla="*/ 398 w 398"/>
                <a:gd name="T27" fmla="*/ 295 h 29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8" h="295">
                  <a:moveTo>
                    <a:pt x="28" y="0"/>
                  </a:moveTo>
                  <a:lnTo>
                    <a:pt x="397" y="206"/>
                  </a:lnTo>
                  <a:lnTo>
                    <a:pt x="398" y="207"/>
                  </a:lnTo>
                  <a:lnTo>
                    <a:pt x="377" y="294"/>
                  </a:lnTo>
                  <a:lnTo>
                    <a:pt x="375" y="295"/>
                  </a:lnTo>
                  <a:lnTo>
                    <a:pt x="287" y="248"/>
                  </a:lnTo>
                  <a:lnTo>
                    <a:pt x="0" y="92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0" name="Freeform 19"/>
            <p:cNvSpPr>
              <a:spLocks/>
            </p:cNvSpPr>
            <p:nvPr/>
          </p:nvSpPr>
          <p:spPr bwMode="auto">
            <a:xfrm>
              <a:off x="1934" y="1918"/>
              <a:ext cx="163" cy="102"/>
            </a:xfrm>
            <a:custGeom>
              <a:avLst/>
              <a:gdLst>
                <a:gd name="T0" fmla="*/ 82 w 325"/>
                <a:gd name="T1" fmla="*/ 0 h 204"/>
                <a:gd name="T2" fmla="*/ 77 w 325"/>
                <a:gd name="T3" fmla="*/ 24 h 204"/>
                <a:gd name="T4" fmla="*/ 27 w 325"/>
                <a:gd name="T5" fmla="*/ 42 h 204"/>
                <a:gd name="T6" fmla="*/ 0 w 325"/>
                <a:gd name="T7" fmla="*/ 51 h 204"/>
                <a:gd name="T8" fmla="*/ 6 w 325"/>
                <a:gd name="T9" fmla="*/ 29 h 204"/>
                <a:gd name="T10" fmla="*/ 6 w 325"/>
                <a:gd name="T11" fmla="*/ 29 h 204"/>
                <a:gd name="T12" fmla="*/ 82 w 325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204"/>
                <a:gd name="T23" fmla="*/ 325 w 325"/>
                <a:gd name="T24" fmla="*/ 204 h 2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204">
                  <a:moveTo>
                    <a:pt x="325" y="0"/>
                  </a:moveTo>
                  <a:lnTo>
                    <a:pt x="305" y="96"/>
                  </a:lnTo>
                  <a:lnTo>
                    <a:pt x="108" y="166"/>
                  </a:lnTo>
                  <a:lnTo>
                    <a:pt x="0" y="204"/>
                  </a:lnTo>
                  <a:lnTo>
                    <a:pt x="21" y="117"/>
                  </a:lnTo>
                  <a:lnTo>
                    <a:pt x="21" y="116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CCDDA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1" name="Freeform 20"/>
            <p:cNvSpPr>
              <a:spLocks/>
            </p:cNvSpPr>
            <p:nvPr/>
          </p:nvSpPr>
          <p:spPr bwMode="auto">
            <a:xfrm>
              <a:off x="1713" y="1874"/>
              <a:ext cx="47" cy="61"/>
            </a:xfrm>
            <a:custGeom>
              <a:avLst/>
              <a:gdLst>
                <a:gd name="T0" fmla="*/ 0 w 94"/>
                <a:gd name="T1" fmla="*/ 30 h 124"/>
                <a:gd name="T2" fmla="*/ 6 w 94"/>
                <a:gd name="T3" fmla="*/ 8 h 124"/>
                <a:gd name="T4" fmla="*/ 24 w 94"/>
                <a:gd name="T5" fmla="*/ 0 h 124"/>
                <a:gd name="T6" fmla="*/ 17 w 94"/>
                <a:gd name="T7" fmla="*/ 22 h 124"/>
                <a:gd name="T8" fmla="*/ 0 w 94"/>
                <a:gd name="T9" fmla="*/ 30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"/>
                <a:gd name="T16" fmla="*/ 0 h 124"/>
                <a:gd name="T17" fmla="*/ 94 w 94"/>
                <a:gd name="T18" fmla="*/ 124 h 1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" h="124">
                  <a:moveTo>
                    <a:pt x="0" y="124"/>
                  </a:moveTo>
                  <a:lnTo>
                    <a:pt x="26" y="34"/>
                  </a:lnTo>
                  <a:lnTo>
                    <a:pt x="94" y="0"/>
                  </a:lnTo>
                  <a:lnTo>
                    <a:pt x="66" y="92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CCDDA8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2" name="Freeform 21"/>
            <p:cNvSpPr>
              <a:spLocks/>
            </p:cNvSpPr>
            <p:nvPr/>
          </p:nvSpPr>
          <p:spPr bwMode="auto">
            <a:xfrm>
              <a:off x="2087" y="1918"/>
              <a:ext cx="57" cy="77"/>
            </a:xfrm>
            <a:custGeom>
              <a:avLst/>
              <a:gdLst>
                <a:gd name="T0" fmla="*/ 5 w 114"/>
                <a:gd name="T1" fmla="*/ 0 h 153"/>
                <a:gd name="T2" fmla="*/ 29 w 114"/>
                <a:gd name="T3" fmla="*/ 14 h 153"/>
                <a:gd name="T4" fmla="*/ 24 w 114"/>
                <a:gd name="T5" fmla="*/ 39 h 153"/>
                <a:gd name="T6" fmla="*/ 0 w 114"/>
                <a:gd name="T7" fmla="*/ 24 h 153"/>
                <a:gd name="T8" fmla="*/ 5 w 114"/>
                <a:gd name="T9" fmla="*/ 0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4"/>
                <a:gd name="T16" fmla="*/ 0 h 153"/>
                <a:gd name="T17" fmla="*/ 114 w 114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4" h="153">
                  <a:moveTo>
                    <a:pt x="20" y="0"/>
                  </a:moveTo>
                  <a:lnTo>
                    <a:pt x="114" y="56"/>
                  </a:lnTo>
                  <a:lnTo>
                    <a:pt x="95" y="153"/>
                  </a:lnTo>
                  <a:lnTo>
                    <a:pt x="0" y="96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3" name="Freeform 22"/>
            <p:cNvSpPr>
              <a:spLocks/>
            </p:cNvSpPr>
            <p:nvPr/>
          </p:nvSpPr>
          <p:spPr bwMode="auto">
            <a:xfrm>
              <a:off x="1943" y="2045"/>
              <a:ext cx="196" cy="97"/>
            </a:xfrm>
            <a:custGeom>
              <a:avLst/>
              <a:gdLst>
                <a:gd name="T0" fmla="*/ 18 w 392"/>
                <a:gd name="T1" fmla="*/ 0 h 192"/>
                <a:gd name="T2" fmla="*/ 0 w 392"/>
                <a:gd name="T3" fmla="*/ 6 h 192"/>
                <a:gd name="T4" fmla="*/ 80 w 392"/>
                <a:gd name="T5" fmla="*/ 49 h 192"/>
                <a:gd name="T6" fmla="*/ 98 w 392"/>
                <a:gd name="T7" fmla="*/ 44 h 192"/>
                <a:gd name="T8" fmla="*/ 18 w 392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92"/>
                <a:gd name="T17" fmla="*/ 392 w 392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92">
                  <a:moveTo>
                    <a:pt x="71" y="0"/>
                  </a:moveTo>
                  <a:lnTo>
                    <a:pt x="0" y="24"/>
                  </a:lnTo>
                  <a:lnTo>
                    <a:pt x="317" y="192"/>
                  </a:lnTo>
                  <a:lnTo>
                    <a:pt x="392" y="174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5B84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4" name="Freeform 23"/>
            <p:cNvSpPr>
              <a:spLocks/>
            </p:cNvSpPr>
            <p:nvPr/>
          </p:nvSpPr>
          <p:spPr bwMode="auto">
            <a:xfrm>
              <a:off x="2085" y="2121"/>
              <a:ext cx="32" cy="13"/>
            </a:xfrm>
            <a:custGeom>
              <a:avLst/>
              <a:gdLst>
                <a:gd name="T0" fmla="*/ 2 w 66"/>
                <a:gd name="T1" fmla="*/ 0 h 28"/>
                <a:gd name="T2" fmla="*/ 3 w 66"/>
                <a:gd name="T3" fmla="*/ 0 h 28"/>
                <a:gd name="T4" fmla="*/ 5 w 66"/>
                <a:gd name="T5" fmla="*/ 0 h 28"/>
                <a:gd name="T6" fmla="*/ 6 w 66"/>
                <a:gd name="T7" fmla="*/ 0 h 28"/>
                <a:gd name="T8" fmla="*/ 8 w 66"/>
                <a:gd name="T9" fmla="*/ 0 h 28"/>
                <a:gd name="T10" fmla="*/ 9 w 66"/>
                <a:gd name="T11" fmla="*/ 0 h 28"/>
                <a:gd name="T12" fmla="*/ 11 w 66"/>
                <a:gd name="T13" fmla="*/ 1 h 28"/>
                <a:gd name="T14" fmla="*/ 12 w 66"/>
                <a:gd name="T15" fmla="*/ 1 h 28"/>
                <a:gd name="T16" fmla="*/ 13 w 66"/>
                <a:gd name="T17" fmla="*/ 2 h 28"/>
                <a:gd name="T18" fmla="*/ 15 w 66"/>
                <a:gd name="T19" fmla="*/ 3 h 28"/>
                <a:gd name="T20" fmla="*/ 16 w 66"/>
                <a:gd name="T21" fmla="*/ 4 h 28"/>
                <a:gd name="T22" fmla="*/ 15 w 66"/>
                <a:gd name="T23" fmla="*/ 5 h 28"/>
                <a:gd name="T24" fmla="*/ 14 w 66"/>
                <a:gd name="T25" fmla="*/ 6 h 28"/>
                <a:gd name="T26" fmla="*/ 12 w 66"/>
                <a:gd name="T27" fmla="*/ 6 h 28"/>
                <a:gd name="T28" fmla="*/ 11 w 66"/>
                <a:gd name="T29" fmla="*/ 6 h 28"/>
                <a:gd name="T30" fmla="*/ 9 w 66"/>
                <a:gd name="T31" fmla="*/ 6 h 28"/>
                <a:gd name="T32" fmla="*/ 8 w 66"/>
                <a:gd name="T33" fmla="*/ 6 h 28"/>
                <a:gd name="T34" fmla="*/ 7 w 66"/>
                <a:gd name="T35" fmla="*/ 6 h 28"/>
                <a:gd name="T36" fmla="*/ 5 w 66"/>
                <a:gd name="T37" fmla="*/ 5 h 28"/>
                <a:gd name="T38" fmla="*/ 4 w 66"/>
                <a:gd name="T39" fmla="*/ 5 h 28"/>
                <a:gd name="T40" fmla="*/ 2 w 66"/>
                <a:gd name="T41" fmla="*/ 4 h 28"/>
                <a:gd name="T42" fmla="*/ 0 w 66"/>
                <a:gd name="T43" fmla="*/ 3 h 28"/>
                <a:gd name="T44" fmla="*/ 0 w 66"/>
                <a:gd name="T45" fmla="*/ 2 h 28"/>
                <a:gd name="T46" fmla="*/ 0 w 66"/>
                <a:gd name="T47" fmla="*/ 1 h 28"/>
                <a:gd name="T48" fmla="*/ 2 w 66"/>
                <a:gd name="T49" fmla="*/ 0 h 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6"/>
                <a:gd name="T76" fmla="*/ 0 h 28"/>
                <a:gd name="T77" fmla="*/ 66 w 66"/>
                <a:gd name="T78" fmla="*/ 28 h 2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6" h="28">
                  <a:moveTo>
                    <a:pt x="9" y="2"/>
                  </a:moveTo>
                  <a:lnTo>
                    <a:pt x="15" y="0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32" y="0"/>
                  </a:lnTo>
                  <a:lnTo>
                    <a:pt x="38" y="2"/>
                  </a:lnTo>
                  <a:lnTo>
                    <a:pt x="45" y="4"/>
                  </a:lnTo>
                  <a:lnTo>
                    <a:pt x="50" y="5"/>
                  </a:lnTo>
                  <a:lnTo>
                    <a:pt x="55" y="8"/>
                  </a:lnTo>
                  <a:lnTo>
                    <a:pt x="63" y="13"/>
                  </a:lnTo>
                  <a:lnTo>
                    <a:pt x="66" y="19"/>
                  </a:lnTo>
                  <a:lnTo>
                    <a:pt x="63" y="24"/>
                  </a:lnTo>
                  <a:lnTo>
                    <a:pt x="57" y="27"/>
                  </a:lnTo>
                  <a:lnTo>
                    <a:pt x="51" y="28"/>
                  </a:lnTo>
                  <a:lnTo>
                    <a:pt x="46" y="28"/>
                  </a:lnTo>
                  <a:lnTo>
                    <a:pt x="40" y="28"/>
                  </a:lnTo>
                  <a:lnTo>
                    <a:pt x="34" y="27"/>
                  </a:lnTo>
                  <a:lnTo>
                    <a:pt x="28" y="25"/>
                  </a:lnTo>
                  <a:lnTo>
                    <a:pt x="21" y="24"/>
                  </a:lnTo>
                  <a:lnTo>
                    <a:pt x="16" y="21"/>
                  </a:lnTo>
                  <a:lnTo>
                    <a:pt x="11" y="19"/>
                  </a:lnTo>
                  <a:lnTo>
                    <a:pt x="3" y="13"/>
                  </a:lnTo>
                  <a:lnTo>
                    <a:pt x="0" y="8"/>
                  </a:lnTo>
                  <a:lnTo>
                    <a:pt x="3" y="4"/>
                  </a:lnTo>
                  <a:lnTo>
                    <a:pt x="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5" name="Freeform 24"/>
            <p:cNvSpPr>
              <a:spLocks/>
            </p:cNvSpPr>
            <p:nvPr/>
          </p:nvSpPr>
          <p:spPr bwMode="auto">
            <a:xfrm>
              <a:off x="1713" y="1920"/>
              <a:ext cx="221" cy="114"/>
            </a:xfrm>
            <a:custGeom>
              <a:avLst/>
              <a:gdLst>
                <a:gd name="T0" fmla="*/ 0 w 441"/>
                <a:gd name="T1" fmla="*/ 8 h 228"/>
                <a:gd name="T2" fmla="*/ 71 w 441"/>
                <a:gd name="T3" fmla="*/ 46 h 228"/>
                <a:gd name="T4" fmla="*/ 93 w 441"/>
                <a:gd name="T5" fmla="*/ 57 h 228"/>
                <a:gd name="T6" fmla="*/ 111 w 441"/>
                <a:gd name="T7" fmla="*/ 51 h 228"/>
                <a:gd name="T8" fmla="*/ 89 w 441"/>
                <a:gd name="T9" fmla="*/ 39 h 228"/>
                <a:gd name="T10" fmla="*/ 17 w 441"/>
                <a:gd name="T11" fmla="*/ 0 h 228"/>
                <a:gd name="T12" fmla="*/ 0 w 441"/>
                <a:gd name="T13" fmla="*/ 8 h 2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1"/>
                <a:gd name="T22" fmla="*/ 0 h 228"/>
                <a:gd name="T23" fmla="*/ 441 w 441"/>
                <a:gd name="T24" fmla="*/ 228 h 2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1" h="228">
                  <a:moveTo>
                    <a:pt x="0" y="32"/>
                  </a:moveTo>
                  <a:lnTo>
                    <a:pt x="283" y="182"/>
                  </a:lnTo>
                  <a:lnTo>
                    <a:pt x="369" y="228"/>
                  </a:lnTo>
                  <a:lnTo>
                    <a:pt x="441" y="203"/>
                  </a:lnTo>
                  <a:lnTo>
                    <a:pt x="353" y="156"/>
                  </a:lnTo>
                  <a:lnTo>
                    <a:pt x="66" y="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5B84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6" name="Freeform 25"/>
            <p:cNvSpPr>
              <a:spLocks/>
            </p:cNvSpPr>
            <p:nvPr/>
          </p:nvSpPr>
          <p:spPr bwMode="auto">
            <a:xfrm>
              <a:off x="1740" y="1935"/>
              <a:ext cx="36" cy="18"/>
            </a:xfrm>
            <a:custGeom>
              <a:avLst/>
              <a:gdLst>
                <a:gd name="T0" fmla="*/ 1 w 73"/>
                <a:gd name="T1" fmla="*/ 1 h 36"/>
                <a:gd name="T2" fmla="*/ 2 w 73"/>
                <a:gd name="T3" fmla="*/ 1 h 36"/>
                <a:gd name="T4" fmla="*/ 4 w 73"/>
                <a:gd name="T5" fmla="*/ 0 h 36"/>
                <a:gd name="T6" fmla="*/ 5 w 73"/>
                <a:gd name="T7" fmla="*/ 0 h 36"/>
                <a:gd name="T8" fmla="*/ 7 w 73"/>
                <a:gd name="T9" fmla="*/ 0 h 36"/>
                <a:gd name="T10" fmla="*/ 9 w 73"/>
                <a:gd name="T11" fmla="*/ 1 h 36"/>
                <a:gd name="T12" fmla="*/ 11 w 73"/>
                <a:gd name="T13" fmla="*/ 1 h 36"/>
                <a:gd name="T14" fmla="*/ 12 w 73"/>
                <a:gd name="T15" fmla="*/ 1 h 36"/>
                <a:gd name="T16" fmla="*/ 14 w 73"/>
                <a:gd name="T17" fmla="*/ 2 h 36"/>
                <a:gd name="T18" fmla="*/ 16 w 73"/>
                <a:gd name="T19" fmla="*/ 3 h 36"/>
                <a:gd name="T20" fmla="*/ 18 w 73"/>
                <a:gd name="T21" fmla="*/ 5 h 36"/>
                <a:gd name="T22" fmla="*/ 18 w 73"/>
                <a:gd name="T23" fmla="*/ 7 h 36"/>
                <a:gd name="T24" fmla="*/ 16 w 73"/>
                <a:gd name="T25" fmla="*/ 9 h 36"/>
                <a:gd name="T26" fmla="*/ 15 w 73"/>
                <a:gd name="T27" fmla="*/ 9 h 36"/>
                <a:gd name="T28" fmla="*/ 14 w 73"/>
                <a:gd name="T29" fmla="*/ 9 h 36"/>
                <a:gd name="T30" fmla="*/ 12 w 73"/>
                <a:gd name="T31" fmla="*/ 9 h 36"/>
                <a:gd name="T32" fmla="*/ 11 w 73"/>
                <a:gd name="T33" fmla="*/ 9 h 36"/>
                <a:gd name="T34" fmla="*/ 9 w 73"/>
                <a:gd name="T35" fmla="*/ 9 h 36"/>
                <a:gd name="T36" fmla="*/ 7 w 73"/>
                <a:gd name="T37" fmla="*/ 9 h 36"/>
                <a:gd name="T38" fmla="*/ 6 w 73"/>
                <a:gd name="T39" fmla="*/ 7 h 36"/>
                <a:gd name="T40" fmla="*/ 4 w 73"/>
                <a:gd name="T41" fmla="*/ 6 h 36"/>
                <a:gd name="T42" fmla="*/ 1 w 73"/>
                <a:gd name="T43" fmla="*/ 5 h 36"/>
                <a:gd name="T44" fmla="*/ 0 w 73"/>
                <a:gd name="T45" fmla="*/ 3 h 36"/>
                <a:gd name="T46" fmla="*/ 0 w 73"/>
                <a:gd name="T47" fmla="*/ 2 h 36"/>
                <a:gd name="T48" fmla="*/ 1 w 73"/>
                <a:gd name="T49" fmla="*/ 1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3"/>
                <a:gd name="T76" fmla="*/ 0 h 36"/>
                <a:gd name="T77" fmla="*/ 73 w 73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3" h="36">
                  <a:moveTo>
                    <a:pt x="5" y="2"/>
                  </a:moveTo>
                  <a:lnTo>
                    <a:pt x="11" y="1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36" y="1"/>
                  </a:lnTo>
                  <a:lnTo>
                    <a:pt x="44" y="4"/>
                  </a:lnTo>
                  <a:lnTo>
                    <a:pt x="50" y="6"/>
                  </a:lnTo>
                  <a:lnTo>
                    <a:pt x="57" y="9"/>
                  </a:lnTo>
                  <a:lnTo>
                    <a:pt x="67" y="15"/>
                  </a:lnTo>
                  <a:lnTo>
                    <a:pt x="73" y="23"/>
                  </a:lnTo>
                  <a:lnTo>
                    <a:pt x="73" y="30"/>
                  </a:lnTo>
                  <a:lnTo>
                    <a:pt x="67" y="34"/>
                  </a:lnTo>
                  <a:lnTo>
                    <a:pt x="62" y="35"/>
                  </a:lnTo>
                  <a:lnTo>
                    <a:pt x="57" y="36"/>
                  </a:lnTo>
                  <a:lnTo>
                    <a:pt x="50" y="36"/>
                  </a:lnTo>
                  <a:lnTo>
                    <a:pt x="44" y="36"/>
                  </a:lnTo>
                  <a:lnTo>
                    <a:pt x="37" y="35"/>
                  </a:lnTo>
                  <a:lnTo>
                    <a:pt x="30" y="33"/>
                  </a:lnTo>
                  <a:lnTo>
                    <a:pt x="24" y="30"/>
                  </a:lnTo>
                  <a:lnTo>
                    <a:pt x="17" y="27"/>
                  </a:lnTo>
                  <a:lnTo>
                    <a:pt x="7" y="21"/>
                  </a:lnTo>
                  <a:lnTo>
                    <a:pt x="1" y="13"/>
                  </a:lnTo>
                  <a:lnTo>
                    <a:pt x="0" y="8"/>
                  </a:lnTo>
                  <a:lnTo>
                    <a:pt x="5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7" name="Freeform 26"/>
            <p:cNvSpPr>
              <a:spLocks/>
            </p:cNvSpPr>
            <p:nvPr/>
          </p:nvSpPr>
          <p:spPr bwMode="auto">
            <a:xfrm>
              <a:off x="1776" y="1966"/>
              <a:ext cx="359" cy="132"/>
            </a:xfrm>
            <a:custGeom>
              <a:avLst/>
              <a:gdLst>
                <a:gd name="T0" fmla="*/ 0 w 716"/>
                <a:gd name="T1" fmla="*/ 56 h 262"/>
                <a:gd name="T2" fmla="*/ 22 w 716"/>
                <a:gd name="T3" fmla="*/ 67 h 262"/>
                <a:gd name="T4" fmla="*/ 84 w 716"/>
                <a:gd name="T5" fmla="*/ 46 h 262"/>
                <a:gd name="T6" fmla="*/ 102 w 716"/>
                <a:gd name="T7" fmla="*/ 40 h 262"/>
                <a:gd name="T8" fmla="*/ 130 w 716"/>
                <a:gd name="T9" fmla="*/ 31 h 262"/>
                <a:gd name="T10" fmla="*/ 180 w 716"/>
                <a:gd name="T11" fmla="*/ 15 h 262"/>
                <a:gd name="T12" fmla="*/ 156 w 716"/>
                <a:gd name="T13" fmla="*/ 0 h 262"/>
                <a:gd name="T14" fmla="*/ 107 w 716"/>
                <a:gd name="T15" fmla="*/ 18 h 262"/>
                <a:gd name="T16" fmla="*/ 79 w 716"/>
                <a:gd name="T17" fmla="*/ 27 h 262"/>
                <a:gd name="T18" fmla="*/ 79 w 716"/>
                <a:gd name="T19" fmla="*/ 28 h 262"/>
                <a:gd name="T20" fmla="*/ 79 w 716"/>
                <a:gd name="T21" fmla="*/ 28 h 262"/>
                <a:gd name="T22" fmla="*/ 61 w 716"/>
                <a:gd name="T23" fmla="*/ 34 h 262"/>
                <a:gd name="T24" fmla="*/ 0 w 716"/>
                <a:gd name="T25" fmla="*/ 56 h 2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16"/>
                <a:gd name="T40" fmla="*/ 0 h 262"/>
                <a:gd name="T41" fmla="*/ 716 w 716"/>
                <a:gd name="T42" fmla="*/ 262 h 2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16" h="262">
                  <a:moveTo>
                    <a:pt x="0" y="220"/>
                  </a:moveTo>
                  <a:lnTo>
                    <a:pt x="85" y="262"/>
                  </a:lnTo>
                  <a:lnTo>
                    <a:pt x="333" y="182"/>
                  </a:lnTo>
                  <a:lnTo>
                    <a:pt x="404" y="158"/>
                  </a:lnTo>
                  <a:lnTo>
                    <a:pt x="516" y="121"/>
                  </a:lnTo>
                  <a:lnTo>
                    <a:pt x="716" y="57"/>
                  </a:lnTo>
                  <a:lnTo>
                    <a:pt x="621" y="0"/>
                  </a:lnTo>
                  <a:lnTo>
                    <a:pt x="424" y="70"/>
                  </a:lnTo>
                  <a:lnTo>
                    <a:pt x="316" y="108"/>
                  </a:lnTo>
                  <a:lnTo>
                    <a:pt x="316" y="109"/>
                  </a:lnTo>
                  <a:lnTo>
                    <a:pt x="314" y="109"/>
                  </a:lnTo>
                  <a:lnTo>
                    <a:pt x="242" y="134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rgbClr val="5B84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8" name="Freeform 27"/>
            <p:cNvSpPr>
              <a:spLocks/>
            </p:cNvSpPr>
            <p:nvPr/>
          </p:nvSpPr>
          <p:spPr bwMode="auto">
            <a:xfrm>
              <a:off x="2067" y="1978"/>
              <a:ext cx="39" cy="19"/>
            </a:xfrm>
            <a:custGeom>
              <a:avLst/>
              <a:gdLst>
                <a:gd name="T0" fmla="*/ 3 w 76"/>
                <a:gd name="T1" fmla="*/ 1 h 36"/>
                <a:gd name="T2" fmla="*/ 4 w 76"/>
                <a:gd name="T3" fmla="*/ 1 h 36"/>
                <a:gd name="T4" fmla="*/ 6 w 76"/>
                <a:gd name="T5" fmla="*/ 0 h 36"/>
                <a:gd name="T6" fmla="*/ 8 w 76"/>
                <a:gd name="T7" fmla="*/ 0 h 36"/>
                <a:gd name="T8" fmla="*/ 10 w 76"/>
                <a:gd name="T9" fmla="*/ 0 h 36"/>
                <a:gd name="T10" fmla="*/ 11 w 76"/>
                <a:gd name="T11" fmla="*/ 1 h 36"/>
                <a:gd name="T12" fmla="*/ 13 w 76"/>
                <a:gd name="T13" fmla="*/ 1 h 36"/>
                <a:gd name="T14" fmla="*/ 15 w 76"/>
                <a:gd name="T15" fmla="*/ 2 h 36"/>
                <a:gd name="T16" fmla="*/ 17 w 76"/>
                <a:gd name="T17" fmla="*/ 3 h 36"/>
                <a:gd name="T18" fmla="*/ 20 w 76"/>
                <a:gd name="T19" fmla="*/ 5 h 36"/>
                <a:gd name="T20" fmla="*/ 20 w 76"/>
                <a:gd name="T21" fmla="*/ 6 h 36"/>
                <a:gd name="T22" fmla="*/ 20 w 76"/>
                <a:gd name="T23" fmla="*/ 8 h 36"/>
                <a:gd name="T24" fmla="*/ 17 w 76"/>
                <a:gd name="T25" fmla="*/ 10 h 36"/>
                <a:gd name="T26" fmla="*/ 16 w 76"/>
                <a:gd name="T27" fmla="*/ 10 h 36"/>
                <a:gd name="T28" fmla="*/ 14 w 76"/>
                <a:gd name="T29" fmla="*/ 10 h 36"/>
                <a:gd name="T30" fmla="*/ 12 w 76"/>
                <a:gd name="T31" fmla="*/ 10 h 36"/>
                <a:gd name="T32" fmla="*/ 10 w 76"/>
                <a:gd name="T33" fmla="*/ 10 h 36"/>
                <a:gd name="T34" fmla="*/ 9 w 76"/>
                <a:gd name="T35" fmla="*/ 10 h 36"/>
                <a:gd name="T36" fmla="*/ 7 w 76"/>
                <a:gd name="T37" fmla="*/ 9 h 36"/>
                <a:gd name="T38" fmla="*/ 5 w 76"/>
                <a:gd name="T39" fmla="*/ 8 h 36"/>
                <a:gd name="T40" fmla="*/ 4 w 76"/>
                <a:gd name="T41" fmla="*/ 7 h 36"/>
                <a:gd name="T42" fmla="*/ 1 w 76"/>
                <a:gd name="T43" fmla="*/ 5 h 36"/>
                <a:gd name="T44" fmla="*/ 0 w 76"/>
                <a:gd name="T45" fmla="*/ 4 h 36"/>
                <a:gd name="T46" fmla="*/ 1 w 76"/>
                <a:gd name="T47" fmla="*/ 2 h 36"/>
                <a:gd name="T48" fmla="*/ 3 w 76"/>
                <a:gd name="T49" fmla="*/ 1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6"/>
                <a:gd name="T76" fmla="*/ 0 h 36"/>
                <a:gd name="T77" fmla="*/ 76 w 76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6" h="36">
                  <a:moveTo>
                    <a:pt x="10" y="2"/>
                  </a:moveTo>
                  <a:lnTo>
                    <a:pt x="16" y="1"/>
                  </a:lnTo>
                  <a:lnTo>
                    <a:pt x="22" y="0"/>
                  </a:lnTo>
                  <a:lnTo>
                    <a:pt x="29" y="0"/>
                  </a:lnTo>
                  <a:lnTo>
                    <a:pt x="37" y="0"/>
                  </a:lnTo>
                  <a:lnTo>
                    <a:pt x="43" y="1"/>
                  </a:lnTo>
                  <a:lnTo>
                    <a:pt x="51" y="4"/>
                  </a:lnTo>
                  <a:lnTo>
                    <a:pt x="58" y="6"/>
                  </a:lnTo>
                  <a:lnTo>
                    <a:pt x="64" y="9"/>
                  </a:lnTo>
                  <a:lnTo>
                    <a:pt x="74" y="17"/>
                  </a:lnTo>
                  <a:lnTo>
                    <a:pt x="76" y="23"/>
                  </a:lnTo>
                  <a:lnTo>
                    <a:pt x="74" y="30"/>
                  </a:lnTo>
                  <a:lnTo>
                    <a:pt x="66" y="35"/>
                  </a:lnTo>
                  <a:lnTo>
                    <a:pt x="60" y="36"/>
                  </a:lnTo>
                  <a:lnTo>
                    <a:pt x="54" y="36"/>
                  </a:lnTo>
                  <a:lnTo>
                    <a:pt x="47" y="36"/>
                  </a:lnTo>
                  <a:lnTo>
                    <a:pt x="39" y="36"/>
                  </a:lnTo>
                  <a:lnTo>
                    <a:pt x="33" y="35"/>
                  </a:lnTo>
                  <a:lnTo>
                    <a:pt x="25" y="33"/>
                  </a:lnTo>
                  <a:lnTo>
                    <a:pt x="18" y="30"/>
                  </a:lnTo>
                  <a:lnTo>
                    <a:pt x="13" y="27"/>
                  </a:lnTo>
                  <a:lnTo>
                    <a:pt x="4" y="19"/>
                  </a:lnTo>
                  <a:lnTo>
                    <a:pt x="0" y="13"/>
                  </a:lnTo>
                  <a:lnTo>
                    <a:pt x="2" y="6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19" name="Freeform 28"/>
            <p:cNvSpPr>
              <a:spLocks/>
            </p:cNvSpPr>
            <p:nvPr/>
          </p:nvSpPr>
          <p:spPr bwMode="auto">
            <a:xfrm>
              <a:off x="1928" y="2032"/>
              <a:ext cx="39" cy="18"/>
            </a:xfrm>
            <a:custGeom>
              <a:avLst/>
              <a:gdLst>
                <a:gd name="T0" fmla="*/ 2 w 78"/>
                <a:gd name="T1" fmla="*/ 0 h 37"/>
                <a:gd name="T2" fmla="*/ 4 w 78"/>
                <a:gd name="T3" fmla="*/ 0 h 37"/>
                <a:gd name="T4" fmla="*/ 6 w 78"/>
                <a:gd name="T5" fmla="*/ 0 h 37"/>
                <a:gd name="T6" fmla="*/ 7 w 78"/>
                <a:gd name="T7" fmla="*/ 0 h 37"/>
                <a:gd name="T8" fmla="*/ 10 w 78"/>
                <a:gd name="T9" fmla="*/ 0 h 37"/>
                <a:gd name="T10" fmla="*/ 11 w 78"/>
                <a:gd name="T11" fmla="*/ 0 h 37"/>
                <a:gd name="T12" fmla="*/ 13 w 78"/>
                <a:gd name="T13" fmla="*/ 1 h 37"/>
                <a:gd name="T14" fmla="*/ 14 w 78"/>
                <a:gd name="T15" fmla="*/ 1 h 37"/>
                <a:gd name="T16" fmla="*/ 17 w 78"/>
                <a:gd name="T17" fmla="*/ 2 h 37"/>
                <a:gd name="T18" fmla="*/ 19 w 78"/>
                <a:gd name="T19" fmla="*/ 4 h 37"/>
                <a:gd name="T20" fmla="*/ 20 w 78"/>
                <a:gd name="T21" fmla="*/ 6 h 37"/>
                <a:gd name="T22" fmla="*/ 19 w 78"/>
                <a:gd name="T23" fmla="*/ 7 h 37"/>
                <a:gd name="T24" fmla="*/ 17 w 78"/>
                <a:gd name="T25" fmla="*/ 9 h 37"/>
                <a:gd name="T26" fmla="*/ 15 w 78"/>
                <a:gd name="T27" fmla="*/ 9 h 37"/>
                <a:gd name="T28" fmla="*/ 13 w 78"/>
                <a:gd name="T29" fmla="*/ 9 h 37"/>
                <a:gd name="T30" fmla="*/ 11 w 78"/>
                <a:gd name="T31" fmla="*/ 9 h 37"/>
                <a:gd name="T32" fmla="*/ 10 w 78"/>
                <a:gd name="T33" fmla="*/ 9 h 37"/>
                <a:gd name="T34" fmla="*/ 9 w 78"/>
                <a:gd name="T35" fmla="*/ 9 h 37"/>
                <a:gd name="T36" fmla="*/ 6 w 78"/>
                <a:gd name="T37" fmla="*/ 8 h 37"/>
                <a:gd name="T38" fmla="*/ 5 w 78"/>
                <a:gd name="T39" fmla="*/ 7 h 37"/>
                <a:gd name="T40" fmla="*/ 3 w 78"/>
                <a:gd name="T41" fmla="*/ 7 h 37"/>
                <a:gd name="T42" fmla="*/ 1 w 78"/>
                <a:gd name="T43" fmla="*/ 5 h 37"/>
                <a:gd name="T44" fmla="*/ 0 w 78"/>
                <a:gd name="T45" fmla="*/ 3 h 37"/>
                <a:gd name="T46" fmla="*/ 1 w 78"/>
                <a:gd name="T47" fmla="*/ 1 h 37"/>
                <a:gd name="T48" fmla="*/ 2 w 78"/>
                <a:gd name="T49" fmla="*/ 0 h 3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8"/>
                <a:gd name="T76" fmla="*/ 0 h 37"/>
                <a:gd name="T77" fmla="*/ 78 w 78"/>
                <a:gd name="T78" fmla="*/ 37 h 3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8" h="37">
                  <a:moveTo>
                    <a:pt x="10" y="3"/>
                  </a:moveTo>
                  <a:lnTo>
                    <a:pt x="16" y="2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8" y="0"/>
                  </a:lnTo>
                  <a:lnTo>
                    <a:pt x="45" y="2"/>
                  </a:lnTo>
                  <a:lnTo>
                    <a:pt x="53" y="4"/>
                  </a:lnTo>
                  <a:lnTo>
                    <a:pt x="59" y="7"/>
                  </a:lnTo>
                  <a:lnTo>
                    <a:pt x="66" y="10"/>
                  </a:lnTo>
                  <a:lnTo>
                    <a:pt x="74" y="17"/>
                  </a:lnTo>
                  <a:lnTo>
                    <a:pt x="78" y="24"/>
                  </a:lnTo>
                  <a:lnTo>
                    <a:pt x="75" y="31"/>
                  </a:lnTo>
                  <a:lnTo>
                    <a:pt x="67" y="36"/>
                  </a:lnTo>
                  <a:lnTo>
                    <a:pt x="62" y="37"/>
                  </a:lnTo>
                  <a:lnTo>
                    <a:pt x="55" y="37"/>
                  </a:lnTo>
                  <a:lnTo>
                    <a:pt x="47" y="37"/>
                  </a:lnTo>
                  <a:lnTo>
                    <a:pt x="41" y="37"/>
                  </a:lnTo>
                  <a:lnTo>
                    <a:pt x="33" y="36"/>
                  </a:lnTo>
                  <a:lnTo>
                    <a:pt x="26" y="33"/>
                  </a:lnTo>
                  <a:lnTo>
                    <a:pt x="20" y="31"/>
                  </a:lnTo>
                  <a:lnTo>
                    <a:pt x="13" y="28"/>
                  </a:lnTo>
                  <a:lnTo>
                    <a:pt x="4" y="20"/>
                  </a:lnTo>
                  <a:lnTo>
                    <a:pt x="0" y="13"/>
                  </a:lnTo>
                  <a:lnTo>
                    <a:pt x="3" y="7"/>
                  </a:lnTo>
                  <a:lnTo>
                    <a:pt x="1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0" name="Freeform 29"/>
            <p:cNvSpPr>
              <a:spLocks/>
            </p:cNvSpPr>
            <p:nvPr/>
          </p:nvSpPr>
          <p:spPr bwMode="auto">
            <a:xfrm>
              <a:off x="1801" y="2074"/>
              <a:ext cx="31" cy="14"/>
            </a:xfrm>
            <a:custGeom>
              <a:avLst/>
              <a:gdLst>
                <a:gd name="T0" fmla="*/ 1 w 60"/>
                <a:gd name="T1" fmla="*/ 1 h 27"/>
                <a:gd name="T2" fmla="*/ 2 w 60"/>
                <a:gd name="T3" fmla="*/ 0 h 27"/>
                <a:gd name="T4" fmla="*/ 4 w 60"/>
                <a:gd name="T5" fmla="*/ 0 h 27"/>
                <a:gd name="T6" fmla="*/ 5 w 60"/>
                <a:gd name="T7" fmla="*/ 0 h 27"/>
                <a:gd name="T8" fmla="*/ 6 w 60"/>
                <a:gd name="T9" fmla="*/ 0 h 27"/>
                <a:gd name="T10" fmla="*/ 8 w 60"/>
                <a:gd name="T11" fmla="*/ 1 h 27"/>
                <a:gd name="T12" fmla="*/ 9 w 60"/>
                <a:gd name="T13" fmla="*/ 1 h 27"/>
                <a:gd name="T14" fmla="*/ 11 w 60"/>
                <a:gd name="T15" fmla="*/ 2 h 27"/>
                <a:gd name="T16" fmla="*/ 12 w 60"/>
                <a:gd name="T17" fmla="*/ 2 h 27"/>
                <a:gd name="T18" fmla="*/ 15 w 60"/>
                <a:gd name="T19" fmla="*/ 4 h 27"/>
                <a:gd name="T20" fmla="*/ 16 w 60"/>
                <a:gd name="T21" fmla="*/ 5 h 27"/>
                <a:gd name="T22" fmla="*/ 16 w 60"/>
                <a:gd name="T23" fmla="*/ 6 h 27"/>
                <a:gd name="T24" fmla="*/ 14 w 60"/>
                <a:gd name="T25" fmla="*/ 7 h 27"/>
                <a:gd name="T26" fmla="*/ 13 w 60"/>
                <a:gd name="T27" fmla="*/ 7 h 27"/>
                <a:gd name="T28" fmla="*/ 12 w 60"/>
                <a:gd name="T29" fmla="*/ 7 h 27"/>
                <a:gd name="T30" fmla="*/ 11 w 60"/>
                <a:gd name="T31" fmla="*/ 7 h 27"/>
                <a:gd name="T32" fmla="*/ 9 w 60"/>
                <a:gd name="T33" fmla="*/ 7 h 27"/>
                <a:gd name="T34" fmla="*/ 8 w 60"/>
                <a:gd name="T35" fmla="*/ 7 h 27"/>
                <a:gd name="T36" fmla="*/ 6 w 60"/>
                <a:gd name="T37" fmla="*/ 6 h 27"/>
                <a:gd name="T38" fmla="*/ 5 w 60"/>
                <a:gd name="T39" fmla="*/ 6 h 27"/>
                <a:gd name="T40" fmla="*/ 3 w 60"/>
                <a:gd name="T41" fmla="*/ 5 h 27"/>
                <a:gd name="T42" fmla="*/ 1 w 60"/>
                <a:gd name="T43" fmla="*/ 4 h 27"/>
                <a:gd name="T44" fmla="*/ 0 w 60"/>
                <a:gd name="T45" fmla="*/ 3 h 27"/>
                <a:gd name="T46" fmla="*/ 0 w 60"/>
                <a:gd name="T47" fmla="*/ 1 h 27"/>
                <a:gd name="T48" fmla="*/ 1 w 60"/>
                <a:gd name="T49" fmla="*/ 1 h 2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0"/>
                <a:gd name="T76" fmla="*/ 0 h 27"/>
                <a:gd name="T77" fmla="*/ 60 w 60"/>
                <a:gd name="T78" fmla="*/ 27 h 2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0" h="27">
                  <a:moveTo>
                    <a:pt x="4" y="1"/>
                  </a:moveTo>
                  <a:lnTo>
                    <a:pt x="8" y="0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23" y="0"/>
                  </a:lnTo>
                  <a:lnTo>
                    <a:pt x="30" y="1"/>
                  </a:lnTo>
                  <a:lnTo>
                    <a:pt x="35" y="2"/>
                  </a:lnTo>
                  <a:lnTo>
                    <a:pt x="42" y="5"/>
                  </a:lnTo>
                  <a:lnTo>
                    <a:pt x="47" y="8"/>
                  </a:lnTo>
                  <a:lnTo>
                    <a:pt x="56" y="13"/>
                  </a:lnTo>
                  <a:lnTo>
                    <a:pt x="60" y="18"/>
                  </a:lnTo>
                  <a:lnTo>
                    <a:pt x="60" y="23"/>
                  </a:lnTo>
                  <a:lnTo>
                    <a:pt x="55" y="26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0" y="27"/>
                  </a:lnTo>
                  <a:lnTo>
                    <a:pt x="35" y="26"/>
                  </a:lnTo>
                  <a:lnTo>
                    <a:pt x="29" y="26"/>
                  </a:lnTo>
                  <a:lnTo>
                    <a:pt x="23" y="23"/>
                  </a:lnTo>
                  <a:lnTo>
                    <a:pt x="17" y="22"/>
                  </a:lnTo>
                  <a:lnTo>
                    <a:pt x="12" y="19"/>
                  </a:lnTo>
                  <a:lnTo>
                    <a:pt x="4" y="14"/>
                  </a:lnTo>
                  <a:lnTo>
                    <a:pt x="0" y="9"/>
                  </a:lnTo>
                  <a:lnTo>
                    <a:pt x="0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1" name="Freeform 30"/>
            <p:cNvSpPr>
              <a:spLocks/>
            </p:cNvSpPr>
            <p:nvPr/>
          </p:nvSpPr>
          <p:spPr bwMode="auto">
            <a:xfrm>
              <a:off x="1916" y="1893"/>
              <a:ext cx="151" cy="129"/>
            </a:xfrm>
            <a:custGeom>
              <a:avLst/>
              <a:gdLst>
                <a:gd name="T0" fmla="*/ 26 w 302"/>
                <a:gd name="T1" fmla="*/ 0 h 260"/>
                <a:gd name="T2" fmla="*/ 26 w 302"/>
                <a:gd name="T3" fmla="*/ 1 h 260"/>
                <a:gd name="T4" fmla="*/ 23 w 302"/>
                <a:gd name="T5" fmla="*/ 4 h 260"/>
                <a:gd name="T6" fmla="*/ 20 w 302"/>
                <a:gd name="T7" fmla="*/ 9 h 260"/>
                <a:gd name="T8" fmla="*/ 17 w 302"/>
                <a:gd name="T9" fmla="*/ 15 h 260"/>
                <a:gd name="T10" fmla="*/ 12 w 302"/>
                <a:gd name="T11" fmla="*/ 22 h 260"/>
                <a:gd name="T12" fmla="*/ 7 w 302"/>
                <a:gd name="T13" fmla="*/ 30 h 260"/>
                <a:gd name="T14" fmla="*/ 5 w 302"/>
                <a:gd name="T15" fmla="*/ 38 h 260"/>
                <a:gd name="T16" fmla="*/ 1 w 302"/>
                <a:gd name="T17" fmla="*/ 46 h 260"/>
                <a:gd name="T18" fmla="*/ 0 w 302"/>
                <a:gd name="T19" fmla="*/ 52 h 260"/>
                <a:gd name="T20" fmla="*/ 1 w 302"/>
                <a:gd name="T21" fmla="*/ 57 h 260"/>
                <a:gd name="T22" fmla="*/ 2 w 302"/>
                <a:gd name="T23" fmla="*/ 61 h 260"/>
                <a:gd name="T24" fmla="*/ 5 w 302"/>
                <a:gd name="T25" fmla="*/ 64 h 260"/>
                <a:gd name="T26" fmla="*/ 9 w 302"/>
                <a:gd name="T27" fmla="*/ 64 h 260"/>
                <a:gd name="T28" fmla="*/ 14 w 302"/>
                <a:gd name="T29" fmla="*/ 63 h 260"/>
                <a:gd name="T30" fmla="*/ 19 w 302"/>
                <a:gd name="T31" fmla="*/ 59 h 260"/>
                <a:gd name="T32" fmla="*/ 25 w 302"/>
                <a:gd name="T33" fmla="*/ 52 h 260"/>
                <a:gd name="T34" fmla="*/ 30 w 302"/>
                <a:gd name="T35" fmla="*/ 46 h 260"/>
                <a:gd name="T36" fmla="*/ 35 w 302"/>
                <a:gd name="T37" fmla="*/ 41 h 260"/>
                <a:gd name="T38" fmla="*/ 38 w 302"/>
                <a:gd name="T39" fmla="*/ 38 h 260"/>
                <a:gd name="T40" fmla="*/ 42 w 302"/>
                <a:gd name="T41" fmla="*/ 36 h 260"/>
                <a:gd name="T42" fmla="*/ 47 w 302"/>
                <a:gd name="T43" fmla="*/ 34 h 260"/>
                <a:gd name="T44" fmla="*/ 51 w 302"/>
                <a:gd name="T45" fmla="*/ 32 h 260"/>
                <a:gd name="T46" fmla="*/ 56 w 302"/>
                <a:gd name="T47" fmla="*/ 30 h 260"/>
                <a:gd name="T48" fmla="*/ 61 w 302"/>
                <a:gd name="T49" fmla="*/ 27 h 260"/>
                <a:gd name="T50" fmla="*/ 66 w 302"/>
                <a:gd name="T51" fmla="*/ 24 h 260"/>
                <a:gd name="T52" fmla="*/ 69 w 302"/>
                <a:gd name="T53" fmla="*/ 20 h 260"/>
                <a:gd name="T54" fmla="*/ 71 w 302"/>
                <a:gd name="T55" fmla="*/ 17 h 260"/>
                <a:gd name="T56" fmla="*/ 73 w 302"/>
                <a:gd name="T57" fmla="*/ 15 h 260"/>
                <a:gd name="T58" fmla="*/ 74 w 302"/>
                <a:gd name="T59" fmla="*/ 13 h 260"/>
                <a:gd name="T60" fmla="*/ 75 w 302"/>
                <a:gd name="T61" fmla="*/ 11 h 260"/>
                <a:gd name="T62" fmla="*/ 75 w 302"/>
                <a:gd name="T63" fmla="*/ 10 h 260"/>
                <a:gd name="T64" fmla="*/ 76 w 302"/>
                <a:gd name="T65" fmla="*/ 9 h 260"/>
                <a:gd name="T66" fmla="*/ 26 w 302"/>
                <a:gd name="T67" fmla="*/ 0 h 26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02"/>
                <a:gd name="T103" fmla="*/ 0 h 260"/>
                <a:gd name="T104" fmla="*/ 302 w 302"/>
                <a:gd name="T105" fmla="*/ 260 h 26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02" h="260">
                  <a:moveTo>
                    <a:pt x="107" y="0"/>
                  </a:moveTo>
                  <a:lnTo>
                    <a:pt x="104" y="4"/>
                  </a:lnTo>
                  <a:lnTo>
                    <a:pt x="95" y="17"/>
                  </a:lnTo>
                  <a:lnTo>
                    <a:pt x="82" y="36"/>
                  </a:lnTo>
                  <a:lnTo>
                    <a:pt x="66" y="61"/>
                  </a:lnTo>
                  <a:lnTo>
                    <a:pt x="49" y="90"/>
                  </a:lnTo>
                  <a:lnTo>
                    <a:pt x="31" y="121"/>
                  </a:lnTo>
                  <a:lnTo>
                    <a:pt x="17" y="154"/>
                  </a:lnTo>
                  <a:lnTo>
                    <a:pt x="4" y="187"/>
                  </a:lnTo>
                  <a:lnTo>
                    <a:pt x="0" y="211"/>
                  </a:lnTo>
                  <a:lnTo>
                    <a:pt x="3" y="232"/>
                  </a:lnTo>
                  <a:lnTo>
                    <a:pt x="9" y="248"/>
                  </a:lnTo>
                  <a:lnTo>
                    <a:pt x="22" y="257"/>
                  </a:lnTo>
                  <a:lnTo>
                    <a:pt x="38" y="260"/>
                  </a:lnTo>
                  <a:lnTo>
                    <a:pt x="58" y="253"/>
                  </a:lnTo>
                  <a:lnTo>
                    <a:pt x="79" y="237"/>
                  </a:lnTo>
                  <a:lnTo>
                    <a:pt x="101" y="210"/>
                  </a:lnTo>
                  <a:lnTo>
                    <a:pt x="120" y="185"/>
                  </a:lnTo>
                  <a:lnTo>
                    <a:pt x="138" y="168"/>
                  </a:lnTo>
                  <a:lnTo>
                    <a:pt x="155" y="156"/>
                  </a:lnTo>
                  <a:lnTo>
                    <a:pt x="171" y="147"/>
                  </a:lnTo>
                  <a:lnTo>
                    <a:pt x="188" y="140"/>
                  </a:lnTo>
                  <a:lnTo>
                    <a:pt x="205" y="132"/>
                  </a:lnTo>
                  <a:lnTo>
                    <a:pt x="225" y="123"/>
                  </a:lnTo>
                  <a:lnTo>
                    <a:pt x="246" y="108"/>
                  </a:lnTo>
                  <a:lnTo>
                    <a:pt x="261" y="96"/>
                  </a:lnTo>
                  <a:lnTo>
                    <a:pt x="273" y="83"/>
                  </a:lnTo>
                  <a:lnTo>
                    <a:pt x="282" y="71"/>
                  </a:lnTo>
                  <a:lnTo>
                    <a:pt x="290" y="61"/>
                  </a:lnTo>
                  <a:lnTo>
                    <a:pt x="295" y="52"/>
                  </a:lnTo>
                  <a:lnTo>
                    <a:pt x="299" y="45"/>
                  </a:lnTo>
                  <a:lnTo>
                    <a:pt x="300" y="40"/>
                  </a:lnTo>
                  <a:lnTo>
                    <a:pt x="302" y="38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FFCCA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2" name="Freeform 31"/>
            <p:cNvSpPr>
              <a:spLocks/>
            </p:cNvSpPr>
            <p:nvPr/>
          </p:nvSpPr>
          <p:spPr bwMode="auto">
            <a:xfrm>
              <a:off x="2727" y="2304"/>
              <a:ext cx="149" cy="658"/>
            </a:xfrm>
            <a:custGeom>
              <a:avLst/>
              <a:gdLst>
                <a:gd name="T0" fmla="*/ 42 w 296"/>
                <a:gd name="T1" fmla="*/ 329 h 1316"/>
                <a:gd name="T2" fmla="*/ 0 w 296"/>
                <a:gd name="T3" fmla="*/ 0 h 1316"/>
                <a:gd name="T4" fmla="*/ 32 w 296"/>
                <a:gd name="T5" fmla="*/ 3 h 1316"/>
                <a:gd name="T6" fmla="*/ 75 w 296"/>
                <a:gd name="T7" fmla="*/ 329 h 1316"/>
                <a:gd name="T8" fmla="*/ 42 w 296"/>
                <a:gd name="T9" fmla="*/ 329 h 13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1316"/>
                <a:gd name="T17" fmla="*/ 296 w 296"/>
                <a:gd name="T18" fmla="*/ 1316 h 13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1316">
                  <a:moveTo>
                    <a:pt x="167" y="1315"/>
                  </a:moveTo>
                  <a:lnTo>
                    <a:pt x="0" y="0"/>
                  </a:lnTo>
                  <a:lnTo>
                    <a:pt x="128" y="10"/>
                  </a:lnTo>
                  <a:lnTo>
                    <a:pt x="296" y="1316"/>
                  </a:lnTo>
                  <a:lnTo>
                    <a:pt x="167" y="1315"/>
                  </a:lnTo>
                  <a:close/>
                </a:path>
              </a:pathLst>
            </a:custGeom>
            <a:solidFill>
              <a:srgbClr val="937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3" name="Freeform 32"/>
            <p:cNvSpPr>
              <a:spLocks/>
            </p:cNvSpPr>
            <p:nvPr/>
          </p:nvSpPr>
          <p:spPr bwMode="auto">
            <a:xfrm>
              <a:off x="2530" y="2303"/>
              <a:ext cx="254" cy="659"/>
            </a:xfrm>
            <a:custGeom>
              <a:avLst/>
              <a:gdLst>
                <a:gd name="T0" fmla="*/ 33 w 507"/>
                <a:gd name="T1" fmla="*/ 330 h 1318"/>
                <a:gd name="T2" fmla="*/ 127 w 507"/>
                <a:gd name="T3" fmla="*/ 3 h 1318"/>
                <a:gd name="T4" fmla="*/ 95 w 507"/>
                <a:gd name="T5" fmla="*/ 0 h 1318"/>
                <a:gd name="T6" fmla="*/ 0 w 507"/>
                <a:gd name="T7" fmla="*/ 330 h 1318"/>
                <a:gd name="T8" fmla="*/ 33 w 507"/>
                <a:gd name="T9" fmla="*/ 330 h 13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7"/>
                <a:gd name="T16" fmla="*/ 0 h 1318"/>
                <a:gd name="T17" fmla="*/ 507 w 507"/>
                <a:gd name="T18" fmla="*/ 1318 h 13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7" h="1318">
                  <a:moveTo>
                    <a:pt x="129" y="1317"/>
                  </a:moveTo>
                  <a:lnTo>
                    <a:pt x="507" y="11"/>
                  </a:lnTo>
                  <a:lnTo>
                    <a:pt x="378" y="0"/>
                  </a:lnTo>
                  <a:lnTo>
                    <a:pt x="0" y="1318"/>
                  </a:lnTo>
                  <a:lnTo>
                    <a:pt x="129" y="1317"/>
                  </a:lnTo>
                  <a:close/>
                </a:path>
              </a:pathLst>
            </a:custGeom>
            <a:solidFill>
              <a:srgbClr val="C9A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4" name="Freeform 33"/>
            <p:cNvSpPr>
              <a:spLocks/>
            </p:cNvSpPr>
            <p:nvPr/>
          </p:nvSpPr>
          <p:spPr bwMode="auto">
            <a:xfrm>
              <a:off x="2170" y="2275"/>
              <a:ext cx="262" cy="687"/>
            </a:xfrm>
            <a:custGeom>
              <a:avLst/>
              <a:gdLst>
                <a:gd name="T0" fmla="*/ 32 w 526"/>
                <a:gd name="T1" fmla="*/ 344 h 1373"/>
                <a:gd name="T2" fmla="*/ 131 w 526"/>
                <a:gd name="T3" fmla="*/ 3 h 1373"/>
                <a:gd name="T4" fmla="*/ 99 w 526"/>
                <a:gd name="T5" fmla="*/ 0 h 1373"/>
                <a:gd name="T6" fmla="*/ 0 w 526"/>
                <a:gd name="T7" fmla="*/ 343 h 1373"/>
                <a:gd name="T8" fmla="*/ 32 w 526"/>
                <a:gd name="T9" fmla="*/ 344 h 13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6"/>
                <a:gd name="T16" fmla="*/ 0 h 1373"/>
                <a:gd name="T17" fmla="*/ 526 w 526"/>
                <a:gd name="T18" fmla="*/ 1373 h 137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6" h="1373">
                  <a:moveTo>
                    <a:pt x="128" y="1373"/>
                  </a:moveTo>
                  <a:lnTo>
                    <a:pt x="526" y="10"/>
                  </a:lnTo>
                  <a:lnTo>
                    <a:pt x="397" y="0"/>
                  </a:lnTo>
                  <a:lnTo>
                    <a:pt x="0" y="1372"/>
                  </a:lnTo>
                  <a:lnTo>
                    <a:pt x="128" y="1373"/>
                  </a:lnTo>
                  <a:close/>
                </a:path>
              </a:pathLst>
            </a:custGeom>
            <a:solidFill>
              <a:srgbClr val="C9A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5" name="Freeform 34"/>
            <p:cNvSpPr>
              <a:spLocks/>
            </p:cNvSpPr>
            <p:nvPr/>
          </p:nvSpPr>
          <p:spPr bwMode="auto">
            <a:xfrm>
              <a:off x="2176" y="2217"/>
              <a:ext cx="607" cy="653"/>
            </a:xfrm>
            <a:custGeom>
              <a:avLst/>
              <a:gdLst>
                <a:gd name="T0" fmla="*/ 290 w 1215"/>
                <a:gd name="T1" fmla="*/ 14 h 1306"/>
                <a:gd name="T2" fmla="*/ 265 w 1215"/>
                <a:gd name="T3" fmla="*/ 12 h 1306"/>
                <a:gd name="T4" fmla="*/ 239 w 1215"/>
                <a:gd name="T5" fmla="*/ 10 h 1306"/>
                <a:gd name="T6" fmla="*/ 214 w 1215"/>
                <a:gd name="T7" fmla="*/ 9 h 1306"/>
                <a:gd name="T8" fmla="*/ 188 w 1215"/>
                <a:gd name="T9" fmla="*/ 6 h 1306"/>
                <a:gd name="T10" fmla="*/ 162 w 1215"/>
                <a:gd name="T11" fmla="*/ 5 h 1306"/>
                <a:gd name="T12" fmla="*/ 137 w 1215"/>
                <a:gd name="T13" fmla="*/ 3 h 1306"/>
                <a:gd name="T14" fmla="*/ 111 w 1215"/>
                <a:gd name="T15" fmla="*/ 1 h 1306"/>
                <a:gd name="T16" fmla="*/ 86 w 1215"/>
                <a:gd name="T17" fmla="*/ 20 h 1306"/>
                <a:gd name="T18" fmla="*/ 68 w 1215"/>
                <a:gd name="T19" fmla="*/ 58 h 1306"/>
                <a:gd name="T20" fmla="*/ 59 w 1215"/>
                <a:gd name="T21" fmla="*/ 97 h 1306"/>
                <a:gd name="T22" fmla="*/ 55 w 1215"/>
                <a:gd name="T23" fmla="*/ 137 h 1306"/>
                <a:gd name="T24" fmla="*/ 52 w 1215"/>
                <a:gd name="T25" fmla="*/ 174 h 1306"/>
                <a:gd name="T26" fmla="*/ 46 w 1215"/>
                <a:gd name="T27" fmla="*/ 213 h 1306"/>
                <a:gd name="T28" fmla="*/ 35 w 1215"/>
                <a:gd name="T29" fmla="*/ 251 h 1306"/>
                <a:gd name="T30" fmla="*/ 14 w 1215"/>
                <a:gd name="T31" fmla="*/ 289 h 1306"/>
                <a:gd name="T32" fmla="*/ 15 w 1215"/>
                <a:gd name="T33" fmla="*/ 311 h 1306"/>
                <a:gd name="T34" fmla="*/ 43 w 1215"/>
                <a:gd name="T35" fmla="*/ 313 h 1306"/>
                <a:gd name="T36" fmla="*/ 66 w 1215"/>
                <a:gd name="T37" fmla="*/ 312 h 1306"/>
                <a:gd name="T38" fmla="*/ 86 w 1215"/>
                <a:gd name="T39" fmla="*/ 309 h 1306"/>
                <a:gd name="T40" fmla="*/ 106 w 1215"/>
                <a:gd name="T41" fmla="*/ 307 h 1306"/>
                <a:gd name="T42" fmla="*/ 127 w 1215"/>
                <a:gd name="T43" fmla="*/ 307 h 1306"/>
                <a:gd name="T44" fmla="*/ 151 w 1215"/>
                <a:gd name="T45" fmla="*/ 311 h 1306"/>
                <a:gd name="T46" fmla="*/ 180 w 1215"/>
                <a:gd name="T47" fmla="*/ 320 h 1306"/>
                <a:gd name="T48" fmla="*/ 211 w 1215"/>
                <a:gd name="T49" fmla="*/ 308 h 1306"/>
                <a:gd name="T50" fmla="*/ 228 w 1215"/>
                <a:gd name="T51" fmla="*/ 269 h 1306"/>
                <a:gd name="T52" fmla="*/ 238 w 1215"/>
                <a:gd name="T53" fmla="*/ 229 h 1306"/>
                <a:gd name="T54" fmla="*/ 244 w 1215"/>
                <a:gd name="T55" fmla="*/ 190 h 1306"/>
                <a:gd name="T56" fmla="*/ 248 w 1215"/>
                <a:gd name="T57" fmla="*/ 151 h 1306"/>
                <a:gd name="T58" fmla="*/ 255 w 1215"/>
                <a:gd name="T59" fmla="*/ 111 h 1306"/>
                <a:gd name="T60" fmla="*/ 267 w 1215"/>
                <a:gd name="T61" fmla="*/ 73 h 1306"/>
                <a:gd name="T62" fmla="*/ 288 w 1215"/>
                <a:gd name="T63" fmla="*/ 34 h 13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15"/>
                <a:gd name="T97" fmla="*/ 0 h 1306"/>
                <a:gd name="T98" fmla="*/ 1215 w 1215"/>
                <a:gd name="T99" fmla="*/ 1306 h 130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15" h="1306">
                  <a:moveTo>
                    <a:pt x="1215" y="60"/>
                  </a:moveTo>
                  <a:lnTo>
                    <a:pt x="1163" y="56"/>
                  </a:lnTo>
                  <a:lnTo>
                    <a:pt x="1112" y="52"/>
                  </a:lnTo>
                  <a:lnTo>
                    <a:pt x="1061" y="48"/>
                  </a:lnTo>
                  <a:lnTo>
                    <a:pt x="1009" y="46"/>
                  </a:lnTo>
                  <a:lnTo>
                    <a:pt x="959" y="42"/>
                  </a:lnTo>
                  <a:lnTo>
                    <a:pt x="908" y="38"/>
                  </a:lnTo>
                  <a:lnTo>
                    <a:pt x="856" y="34"/>
                  </a:lnTo>
                  <a:lnTo>
                    <a:pt x="805" y="30"/>
                  </a:lnTo>
                  <a:lnTo>
                    <a:pt x="754" y="26"/>
                  </a:lnTo>
                  <a:lnTo>
                    <a:pt x="702" y="22"/>
                  </a:lnTo>
                  <a:lnTo>
                    <a:pt x="651" y="18"/>
                  </a:lnTo>
                  <a:lnTo>
                    <a:pt x="600" y="14"/>
                  </a:lnTo>
                  <a:lnTo>
                    <a:pt x="550" y="11"/>
                  </a:lnTo>
                  <a:lnTo>
                    <a:pt x="498" y="8"/>
                  </a:lnTo>
                  <a:lnTo>
                    <a:pt x="447" y="4"/>
                  </a:lnTo>
                  <a:lnTo>
                    <a:pt x="397" y="0"/>
                  </a:lnTo>
                  <a:lnTo>
                    <a:pt x="344" y="79"/>
                  </a:lnTo>
                  <a:lnTo>
                    <a:pt x="305" y="156"/>
                  </a:lnTo>
                  <a:lnTo>
                    <a:pt x="274" y="234"/>
                  </a:lnTo>
                  <a:lnTo>
                    <a:pt x="253" y="312"/>
                  </a:lnTo>
                  <a:lnTo>
                    <a:pt x="237" y="390"/>
                  </a:lnTo>
                  <a:lnTo>
                    <a:pt x="228" y="467"/>
                  </a:lnTo>
                  <a:lnTo>
                    <a:pt x="220" y="545"/>
                  </a:lnTo>
                  <a:lnTo>
                    <a:pt x="215" y="622"/>
                  </a:lnTo>
                  <a:lnTo>
                    <a:pt x="208" y="699"/>
                  </a:lnTo>
                  <a:lnTo>
                    <a:pt x="200" y="776"/>
                  </a:lnTo>
                  <a:lnTo>
                    <a:pt x="187" y="852"/>
                  </a:lnTo>
                  <a:lnTo>
                    <a:pt x="169" y="929"/>
                  </a:lnTo>
                  <a:lnTo>
                    <a:pt x="142" y="1004"/>
                  </a:lnTo>
                  <a:lnTo>
                    <a:pt x="107" y="1080"/>
                  </a:lnTo>
                  <a:lnTo>
                    <a:pt x="59" y="1155"/>
                  </a:lnTo>
                  <a:lnTo>
                    <a:pt x="0" y="1230"/>
                  </a:lnTo>
                  <a:lnTo>
                    <a:pt x="63" y="1241"/>
                  </a:lnTo>
                  <a:lnTo>
                    <a:pt x="121" y="1248"/>
                  </a:lnTo>
                  <a:lnTo>
                    <a:pt x="173" y="1249"/>
                  </a:lnTo>
                  <a:lnTo>
                    <a:pt x="220" y="1249"/>
                  </a:lnTo>
                  <a:lnTo>
                    <a:pt x="264" y="1245"/>
                  </a:lnTo>
                  <a:lnTo>
                    <a:pt x="306" y="1241"/>
                  </a:lnTo>
                  <a:lnTo>
                    <a:pt x="345" y="1236"/>
                  </a:lnTo>
                  <a:lnTo>
                    <a:pt x="385" y="1230"/>
                  </a:lnTo>
                  <a:lnTo>
                    <a:pt x="424" y="1228"/>
                  </a:lnTo>
                  <a:lnTo>
                    <a:pt x="465" y="1226"/>
                  </a:lnTo>
                  <a:lnTo>
                    <a:pt x="509" y="1226"/>
                  </a:lnTo>
                  <a:lnTo>
                    <a:pt x="555" y="1232"/>
                  </a:lnTo>
                  <a:lnTo>
                    <a:pt x="605" y="1241"/>
                  </a:lnTo>
                  <a:lnTo>
                    <a:pt x="662" y="1257"/>
                  </a:lnTo>
                  <a:lnTo>
                    <a:pt x="723" y="1278"/>
                  </a:lnTo>
                  <a:lnTo>
                    <a:pt x="793" y="1306"/>
                  </a:lnTo>
                  <a:lnTo>
                    <a:pt x="845" y="1229"/>
                  </a:lnTo>
                  <a:lnTo>
                    <a:pt x="884" y="1153"/>
                  </a:lnTo>
                  <a:lnTo>
                    <a:pt x="914" y="1075"/>
                  </a:lnTo>
                  <a:lnTo>
                    <a:pt x="938" y="997"/>
                  </a:lnTo>
                  <a:lnTo>
                    <a:pt x="954" y="918"/>
                  </a:lnTo>
                  <a:lnTo>
                    <a:pt x="967" y="839"/>
                  </a:lnTo>
                  <a:lnTo>
                    <a:pt x="976" y="760"/>
                  </a:lnTo>
                  <a:lnTo>
                    <a:pt x="984" y="681"/>
                  </a:lnTo>
                  <a:lnTo>
                    <a:pt x="993" y="602"/>
                  </a:lnTo>
                  <a:lnTo>
                    <a:pt x="1005" y="524"/>
                  </a:lnTo>
                  <a:lnTo>
                    <a:pt x="1020" y="445"/>
                  </a:lnTo>
                  <a:lnTo>
                    <a:pt x="1041" y="367"/>
                  </a:lnTo>
                  <a:lnTo>
                    <a:pt x="1070" y="290"/>
                  </a:lnTo>
                  <a:lnTo>
                    <a:pt x="1107" y="212"/>
                  </a:lnTo>
                  <a:lnTo>
                    <a:pt x="1154" y="135"/>
                  </a:lnTo>
                  <a:lnTo>
                    <a:pt x="1215" y="60"/>
                  </a:lnTo>
                  <a:close/>
                </a:path>
              </a:pathLst>
            </a:custGeom>
            <a:solidFill>
              <a:srgbClr val="FFFF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6" name="Freeform 35"/>
            <p:cNvSpPr>
              <a:spLocks/>
            </p:cNvSpPr>
            <p:nvPr/>
          </p:nvSpPr>
          <p:spPr bwMode="auto">
            <a:xfrm>
              <a:off x="2153" y="2216"/>
              <a:ext cx="634" cy="619"/>
            </a:xfrm>
            <a:custGeom>
              <a:avLst/>
              <a:gdLst>
                <a:gd name="T0" fmla="*/ 304 w 1267"/>
                <a:gd name="T1" fmla="*/ 15 h 1238"/>
                <a:gd name="T2" fmla="*/ 278 w 1267"/>
                <a:gd name="T3" fmla="*/ 13 h 1238"/>
                <a:gd name="T4" fmla="*/ 252 w 1267"/>
                <a:gd name="T5" fmla="*/ 11 h 1238"/>
                <a:gd name="T6" fmla="*/ 226 w 1267"/>
                <a:gd name="T7" fmla="*/ 9 h 1238"/>
                <a:gd name="T8" fmla="*/ 200 w 1267"/>
                <a:gd name="T9" fmla="*/ 7 h 1238"/>
                <a:gd name="T10" fmla="*/ 174 w 1267"/>
                <a:gd name="T11" fmla="*/ 5 h 1238"/>
                <a:gd name="T12" fmla="*/ 147 w 1267"/>
                <a:gd name="T13" fmla="*/ 3 h 1238"/>
                <a:gd name="T14" fmla="*/ 121 w 1267"/>
                <a:gd name="T15" fmla="*/ 1 h 1238"/>
                <a:gd name="T16" fmla="*/ 95 w 1267"/>
                <a:gd name="T17" fmla="*/ 19 h 1238"/>
                <a:gd name="T18" fmla="*/ 77 w 1267"/>
                <a:gd name="T19" fmla="*/ 55 h 1238"/>
                <a:gd name="T20" fmla="*/ 66 w 1267"/>
                <a:gd name="T21" fmla="*/ 91 h 1238"/>
                <a:gd name="T22" fmla="*/ 61 w 1267"/>
                <a:gd name="T23" fmla="*/ 128 h 1238"/>
                <a:gd name="T24" fmla="*/ 56 w 1267"/>
                <a:gd name="T25" fmla="*/ 164 h 1238"/>
                <a:gd name="T26" fmla="*/ 49 w 1267"/>
                <a:gd name="T27" fmla="*/ 199 h 1238"/>
                <a:gd name="T28" fmla="*/ 37 w 1267"/>
                <a:gd name="T29" fmla="*/ 235 h 1238"/>
                <a:gd name="T30" fmla="*/ 16 w 1267"/>
                <a:gd name="T31" fmla="*/ 271 h 1238"/>
                <a:gd name="T32" fmla="*/ 17 w 1267"/>
                <a:gd name="T33" fmla="*/ 291 h 1238"/>
                <a:gd name="T34" fmla="*/ 44 w 1267"/>
                <a:gd name="T35" fmla="*/ 294 h 1238"/>
                <a:gd name="T36" fmla="*/ 67 w 1267"/>
                <a:gd name="T37" fmla="*/ 293 h 1238"/>
                <a:gd name="T38" fmla="*/ 88 w 1267"/>
                <a:gd name="T39" fmla="*/ 291 h 1238"/>
                <a:gd name="T40" fmla="*/ 107 w 1267"/>
                <a:gd name="T41" fmla="*/ 290 h 1238"/>
                <a:gd name="T42" fmla="*/ 129 w 1267"/>
                <a:gd name="T43" fmla="*/ 290 h 1238"/>
                <a:gd name="T44" fmla="*/ 153 w 1267"/>
                <a:gd name="T45" fmla="*/ 294 h 1238"/>
                <a:gd name="T46" fmla="*/ 183 w 1267"/>
                <a:gd name="T47" fmla="*/ 303 h 1238"/>
                <a:gd name="T48" fmla="*/ 213 w 1267"/>
                <a:gd name="T49" fmla="*/ 292 h 1238"/>
                <a:gd name="T50" fmla="*/ 230 w 1267"/>
                <a:gd name="T51" fmla="*/ 254 h 1238"/>
                <a:gd name="T52" fmla="*/ 241 w 1267"/>
                <a:gd name="T53" fmla="*/ 217 h 1238"/>
                <a:gd name="T54" fmla="*/ 248 w 1267"/>
                <a:gd name="T55" fmla="*/ 180 h 1238"/>
                <a:gd name="T56" fmla="*/ 255 w 1267"/>
                <a:gd name="T57" fmla="*/ 144 h 1238"/>
                <a:gd name="T58" fmla="*/ 265 w 1267"/>
                <a:gd name="T59" fmla="*/ 106 h 1238"/>
                <a:gd name="T60" fmla="*/ 279 w 1267"/>
                <a:gd name="T61" fmla="*/ 70 h 1238"/>
                <a:gd name="T62" fmla="*/ 302 w 1267"/>
                <a:gd name="T63" fmla="*/ 34 h 123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267"/>
                <a:gd name="T97" fmla="*/ 0 h 1238"/>
                <a:gd name="T98" fmla="*/ 1267 w 1267"/>
                <a:gd name="T99" fmla="*/ 1238 h 123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267" h="1238">
                  <a:moveTo>
                    <a:pt x="1267" y="64"/>
                  </a:moveTo>
                  <a:lnTo>
                    <a:pt x="1215" y="60"/>
                  </a:lnTo>
                  <a:lnTo>
                    <a:pt x="1163" y="56"/>
                  </a:lnTo>
                  <a:lnTo>
                    <a:pt x="1111" y="52"/>
                  </a:lnTo>
                  <a:lnTo>
                    <a:pt x="1058" y="48"/>
                  </a:lnTo>
                  <a:lnTo>
                    <a:pt x="1007" y="44"/>
                  </a:lnTo>
                  <a:lnTo>
                    <a:pt x="954" y="40"/>
                  </a:lnTo>
                  <a:lnTo>
                    <a:pt x="901" y="36"/>
                  </a:lnTo>
                  <a:lnTo>
                    <a:pt x="850" y="32"/>
                  </a:lnTo>
                  <a:lnTo>
                    <a:pt x="797" y="28"/>
                  </a:lnTo>
                  <a:lnTo>
                    <a:pt x="744" y="24"/>
                  </a:lnTo>
                  <a:lnTo>
                    <a:pt x="693" y="20"/>
                  </a:lnTo>
                  <a:lnTo>
                    <a:pt x="640" y="16"/>
                  </a:lnTo>
                  <a:lnTo>
                    <a:pt x="588" y="12"/>
                  </a:lnTo>
                  <a:lnTo>
                    <a:pt x="536" y="8"/>
                  </a:lnTo>
                  <a:lnTo>
                    <a:pt x="484" y="4"/>
                  </a:lnTo>
                  <a:lnTo>
                    <a:pt x="432" y="0"/>
                  </a:lnTo>
                  <a:lnTo>
                    <a:pt x="379" y="74"/>
                  </a:lnTo>
                  <a:lnTo>
                    <a:pt x="337" y="148"/>
                  </a:lnTo>
                  <a:lnTo>
                    <a:pt x="306" y="222"/>
                  </a:lnTo>
                  <a:lnTo>
                    <a:pt x="282" y="294"/>
                  </a:lnTo>
                  <a:lnTo>
                    <a:pt x="264" y="367"/>
                  </a:lnTo>
                  <a:lnTo>
                    <a:pt x="252" y="440"/>
                  </a:lnTo>
                  <a:lnTo>
                    <a:pt x="241" y="512"/>
                  </a:lnTo>
                  <a:lnTo>
                    <a:pt x="232" y="584"/>
                  </a:lnTo>
                  <a:lnTo>
                    <a:pt x="223" y="657"/>
                  </a:lnTo>
                  <a:lnTo>
                    <a:pt x="212" y="728"/>
                  </a:lnTo>
                  <a:lnTo>
                    <a:pt x="196" y="799"/>
                  </a:lnTo>
                  <a:lnTo>
                    <a:pt x="175" y="870"/>
                  </a:lnTo>
                  <a:lnTo>
                    <a:pt x="146" y="941"/>
                  </a:lnTo>
                  <a:lnTo>
                    <a:pt x="109" y="1012"/>
                  </a:lnTo>
                  <a:lnTo>
                    <a:pt x="61" y="1083"/>
                  </a:lnTo>
                  <a:lnTo>
                    <a:pt x="0" y="1153"/>
                  </a:lnTo>
                  <a:lnTo>
                    <a:pt x="65" y="1164"/>
                  </a:lnTo>
                  <a:lnTo>
                    <a:pt x="123" y="1170"/>
                  </a:lnTo>
                  <a:lnTo>
                    <a:pt x="175" y="1173"/>
                  </a:lnTo>
                  <a:lnTo>
                    <a:pt x="224" y="1172"/>
                  </a:lnTo>
                  <a:lnTo>
                    <a:pt x="268" y="1170"/>
                  </a:lnTo>
                  <a:lnTo>
                    <a:pt x="308" y="1167"/>
                  </a:lnTo>
                  <a:lnTo>
                    <a:pt x="349" y="1164"/>
                  </a:lnTo>
                  <a:lnTo>
                    <a:pt x="387" y="1160"/>
                  </a:lnTo>
                  <a:lnTo>
                    <a:pt x="427" y="1157"/>
                  </a:lnTo>
                  <a:lnTo>
                    <a:pt x="469" y="1157"/>
                  </a:lnTo>
                  <a:lnTo>
                    <a:pt x="513" y="1160"/>
                  </a:lnTo>
                  <a:lnTo>
                    <a:pt x="559" y="1165"/>
                  </a:lnTo>
                  <a:lnTo>
                    <a:pt x="610" y="1176"/>
                  </a:lnTo>
                  <a:lnTo>
                    <a:pt x="668" y="1190"/>
                  </a:lnTo>
                  <a:lnTo>
                    <a:pt x="731" y="1210"/>
                  </a:lnTo>
                  <a:lnTo>
                    <a:pt x="802" y="1238"/>
                  </a:lnTo>
                  <a:lnTo>
                    <a:pt x="850" y="1165"/>
                  </a:lnTo>
                  <a:lnTo>
                    <a:pt x="889" y="1093"/>
                  </a:lnTo>
                  <a:lnTo>
                    <a:pt x="920" y="1019"/>
                  </a:lnTo>
                  <a:lnTo>
                    <a:pt x="943" y="945"/>
                  </a:lnTo>
                  <a:lnTo>
                    <a:pt x="963" y="871"/>
                  </a:lnTo>
                  <a:lnTo>
                    <a:pt x="979" y="796"/>
                  </a:lnTo>
                  <a:lnTo>
                    <a:pt x="992" y="722"/>
                  </a:lnTo>
                  <a:lnTo>
                    <a:pt x="1005" y="647"/>
                  </a:lnTo>
                  <a:lnTo>
                    <a:pt x="1020" y="574"/>
                  </a:lnTo>
                  <a:lnTo>
                    <a:pt x="1037" y="498"/>
                  </a:lnTo>
                  <a:lnTo>
                    <a:pt x="1057" y="425"/>
                  </a:lnTo>
                  <a:lnTo>
                    <a:pt x="1082" y="352"/>
                  </a:lnTo>
                  <a:lnTo>
                    <a:pt x="1115" y="278"/>
                  </a:lnTo>
                  <a:lnTo>
                    <a:pt x="1155" y="206"/>
                  </a:lnTo>
                  <a:lnTo>
                    <a:pt x="1205" y="135"/>
                  </a:lnTo>
                  <a:lnTo>
                    <a:pt x="1267" y="64"/>
                  </a:lnTo>
                  <a:close/>
                </a:path>
              </a:pathLst>
            </a:custGeom>
            <a:solidFill>
              <a:srgbClr val="FFCC7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7" name="Freeform 36"/>
            <p:cNvSpPr>
              <a:spLocks/>
            </p:cNvSpPr>
            <p:nvPr/>
          </p:nvSpPr>
          <p:spPr bwMode="auto">
            <a:xfrm>
              <a:off x="2116" y="2216"/>
              <a:ext cx="671" cy="587"/>
            </a:xfrm>
            <a:custGeom>
              <a:avLst/>
              <a:gdLst>
                <a:gd name="T0" fmla="*/ 323 w 1341"/>
                <a:gd name="T1" fmla="*/ 15 h 1174"/>
                <a:gd name="T2" fmla="*/ 297 w 1341"/>
                <a:gd name="T3" fmla="*/ 13 h 1174"/>
                <a:gd name="T4" fmla="*/ 271 w 1341"/>
                <a:gd name="T5" fmla="*/ 11 h 1174"/>
                <a:gd name="T6" fmla="*/ 244 w 1341"/>
                <a:gd name="T7" fmla="*/ 9 h 1174"/>
                <a:gd name="T8" fmla="*/ 218 w 1341"/>
                <a:gd name="T9" fmla="*/ 7 h 1174"/>
                <a:gd name="T10" fmla="*/ 192 w 1341"/>
                <a:gd name="T11" fmla="*/ 5 h 1174"/>
                <a:gd name="T12" fmla="*/ 165 w 1341"/>
                <a:gd name="T13" fmla="*/ 3 h 1174"/>
                <a:gd name="T14" fmla="*/ 140 w 1341"/>
                <a:gd name="T15" fmla="*/ 1 h 1174"/>
                <a:gd name="T16" fmla="*/ 112 w 1341"/>
                <a:gd name="T17" fmla="*/ 18 h 1174"/>
                <a:gd name="T18" fmla="*/ 91 w 1341"/>
                <a:gd name="T19" fmla="*/ 52 h 1174"/>
                <a:gd name="T20" fmla="*/ 78 w 1341"/>
                <a:gd name="T21" fmla="*/ 87 h 1174"/>
                <a:gd name="T22" fmla="*/ 71 w 1341"/>
                <a:gd name="T23" fmla="*/ 122 h 1174"/>
                <a:gd name="T24" fmla="*/ 64 w 1341"/>
                <a:gd name="T25" fmla="*/ 156 h 1174"/>
                <a:gd name="T26" fmla="*/ 56 w 1341"/>
                <a:gd name="T27" fmla="*/ 190 h 1174"/>
                <a:gd name="T28" fmla="*/ 41 w 1341"/>
                <a:gd name="T29" fmla="*/ 224 h 1174"/>
                <a:gd name="T30" fmla="*/ 17 w 1341"/>
                <a:gd name="T31" fmla="*/ 258 h 1174"/>
                <a:gd name="T32" fmla="*/ 16 w 1341"/>
                <a:gd name="T33" fmla="*/ 278 h 1174"/>
                <a:gd name="T34" fmla="*/ 44 w 1341"/>
                <a:gd name="T35" fmla="*/ 280 h 1174"/>
                <a:gd name="T36" fmla="*/ 67 w 1341"/>
                <a:gd name="T37" fmla="*/ 279 h 1174"/>
                <a:gd name="T38" fmla="*/ 88 w 1341"/>
                <a:gd name="T39" fmla="*/ 277 h 1174"/>
                <a:gd name="T40" fmla="*/ 108 w 1341"/>
                <a:gd name="T41" fmla="*/ 276 h 1174"/>
                <a:gd name="T42" fmla="*/ 129 w 1341"/>
                <a:gd name="T43" fmla="*/ 276 h 1174"/>
                <a:gd name="T44" fmla="*/ 154 w 1341"/>
                <a:gd name="T45" fmla="*/ 279 h 1174"/>
                <a:gd name="T46" fmla="*/ 183 w 1341"/>
                <a:gd name="T47" fmla="*/ 287 h 1174"/>
                <a:gd name="T48" fmla="*/ 215 w 1341"/>
                <a:gd name="T49" fmla="*/ 277 h 1174"/>
                <a:gd name="T50" fmla="*/ 236 w 1341"/>
                <a:gd name="T51" fmla="*/ 242 h 1174"/>
                <a:gd name="T52" fmla="*/ 250 w 1341"/>
                <a:gd name="T53" fmla="*/ 207 h 1174"/>
                <a:gd name="T54" fmla="*/ 259 w 1341"/>
                <a:gd name="T55" fmla="*/ 172 h 1174"/>
                <a:gd name="T56" fmla="*/ 267 w 1341"/>
                <a:gd name="T57" fmla="*/ 137 h 1174"/>
                <a:gd name="T58" fmla="*/ 277 w 1341"/>
                <a:gd name="T59" fmla="*/ 101 h 1174"/>
                <a:gd name="T60" fmla="*/ 294 w 1341"/>
                <a:gd name="T61" fmla="*/ 67 h 1174"/>
                <a:gd name="T62" fmla="*/ 319 w 1341"/>
                <a:gd name="T63" fmla="*/ 33 h 117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341"/>
                <a:gd name="T97" fmla="*/ 0 h 1174"/>
                <a:gd name="T98" fmla="*/ 1341 w 1341"/>
                <a:gd name="T99" fmla="*/ 1174 h 1174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341" h="1174">
                  <a:moveTo>
                    <a:pt x="1341" y="64"/>
                  </a:moveTo>
                  <a:lnTo>
                    <a:pt x="1290" y="60"/>
                  </a:lnTo>
                  <a:lnTo>
                    <a:pt x="1237" y="56"/>
                  </a:lnTo>
                  <a:lnTo>
                    <a:pt x="1186" y="52"/>
                  </a:lnTo>
                  <a:lnTo>
                    <a:pt x="1133" y="48"/>
                  </a:lnTo>
                  <a:lnTo>
                    <a:pt x="1081" y="44"/>
                  </a:lnTo>
                  <a:lnTo>
                    <a:pt x="1028" y="40"/>
                  </a:lnTo>
                  <a:lnTo>
                    <a:pt x="975" y="36"/>
                  </a:lnTo>
                  <a:lnTo>
                    <a:pt x="922" y="32"/>
                  </a:lnTo>
                  <a:lnTo>
                    <a:pt x="870" y="28"/>
                  </a:lnTo>
                  <a:lnTo>
                    <a:pt x="817" y="24"/>
                  </a:lnTo>
                  <a:lnTo>
                    <a:pt x="766" y="20"/>
                  </a:lnTo>
                  <a:lnTo>
                    <a:pt x="713" y="16"/>
                  </a:lnTo>
                  <a:lnTo>
                    <a:pt x="660" y="12"/>
                  </a:lnTo>
                  <a:lnTo>
                    <a:pt x="609" y="8"/>
                  </a:lnTo>
                  <a:lnTo>
                    <a:pt x="558" y="4"/>
                  </a:lnTo>
                  <a:lnTo>
                    <a:pt x="506" y="0"/>
                  </a:lnTo>
                  <a:lnTo>
                    <a:pt x="446" y="70"/>
                  </a:lnTo>
                  <a:lnTo>
                    <a:pt x="398" y="140"/>
                  </a:lnTo>
                  <a:lnTo>
                    <a:pt x="361" y="210"/>
                  </a:lnTo>
                  <a:lnTo>
                    <a:pt x="332" y="280"/>
                  </a:lnTo>
                  <a:lnTo>
                    <a:pt x="311" y="349"/>
                  </a:lnTo>
                  <a:lnTo>
                    <a:pt x="294" y="418"/>
                  </a:lnTo>
                  <a:lnTo>
                    <a:pt x="281" y="488"/>
                  </a:lnTo>
                  <a:lnTo>
                    <a:pt x="269" y="556"/>
                  </a:lnTo>
                  <a:lnTo>
                    <a:pt x="256" y="625"/>
                  </a:lnTo>
                  <a:lnTo>
                    <a:pt x="241" y="695"/>
                  </a:lnTo>
                  <a:lnTo>
                    <a:pt x="222" y="762"/>
                  </a:lnTo>
                  <a:lnTo>
                    <a:pt x="197" y="830"/>
                  </a:lnTo>
                  <a:lnTo>
                    <a:pt x="164" y="898"/>
                  </a:lnTo>
                  <a:lnTo>
                    <a:pt x="122" y="966"/>
                  </a:lnTo>
                  <a:lnTo>
                    <a:pt x="68" y="1032"/>
                  </a:lnTo>
                  <a:lnTo>
                    <a:pt x="0" y="1099"/>
                  </a:lnTo>
                  <a:lnTo>
                    <a:pt x="64" y="1110"/>
                  </a:lnTo>
                  <a:lnTo>
                    <a:pt x="122" y="1115"/>
                  </a:lnTo>
                  <a:lnTo>
                    <a:pt x="173" y="1118"/>
                  </a:lnTo>
                  <a:lnTo>
                    <a:pt x="222" y="1118"/>
                  </a:lnTo>
                  <a:lnTo>
                    <a:pt x="266" y="1115"/>
                  </a:lnTo>
                  <a:lnTo>
                    <a:pt x="309" y="1111"/>
                  </a:lnTo>
                  <a:lnTo>
                    <a:pt x="349" y="1107"/>
                  </a:lnTo>
                  <a:lnTo>
                    <a:pt x="389" y="1103"/>
                  </a:lnTo>
                  <a:lnTo>
                    <a:pt x="430" y="1101"/>
                  </a:lnTo>
                  <a:lnTo>
                    <a:pt x="472" y="1099"/>
                  </a:lnTo>
                  <a:lnTo>
                    <a:pt x="515" y="1101"/>
                  </a:lnTo>
                  <a:lnTo>
                    <a:pt x="563" y="1106"/>
                  </a:lnTo>
                  <a:lnTo>
                    <a:pt x="613" y="1115"/>
                  </a:lnTo>
                  <a:lnTo>
                    <a:pt x="668" y="1128"/>
                  </a:lnTo>
                  <a:lnTo>
                    <a:pt x="730" y="1148"/>
                  </a:lnTo>
                  <a:lnTo>
                    <a:pt x="797" y="1174"/>
                  </a:lnTo>
                  <a:lnTo>
                    <a:pt x="857" y="1106"/>
                  </a:lnTo>
                  <a:lnTo>
                    <a:pt x="904" y="1037"/>
                  </a:lnTo>
                  <a:lnTo>
                    <a:pt x="942" y="969"/>
                  </a:lnTo>
                  <a:lnTo>
                    <a:pt x="973" y="899"/>
                  </a:lnTo>
                  <a:lnTo>
                    <a:pt x="998" y="829"/>
                  </a:lnTo>
                  <a:lnTo>
                    <a:pt x="1017" y="758"/>
                  </a:lnTo>
                  <a:lnTo>
                    <a:pt x="1034" y="688"/>
                  </a:lnTo>
                  <a:lnTo>
                    <a:pt x="1050" y="617"/>
                  </a:lnTo>
                  <a:lnTo>
                    <a:pt x="1067" y="546"/>
                  </a:lnTo>
                  <a:lnTo>
                    <a:pt x="1086" y="476"/>
                  </a:lnTo>
                  <a:lnTo>
                    <a:pt x="1108" y="406"/>
                  </a:lnTo>
                  <a:lnTo>
                    <a:pt x="1137" y="336"/>
                  </a:lnTo>
                  <a:lnTo>
                    <a:pt x="1173" y="266"/>
                  </a:lnTo>
                  <a:lnTo>
                    <a:pt x="1218" y="198"/>
                  </a:lnTo>
                  <a:lnTo>
                    <a:pt x="1273" y="131"/>
                  </a:lnTo>
                  <a:lnTo>
                    <a:pt x="1341" y="64"/>
                  </a:lnTo>
                  <a:close/>
                </a:path>
              </a:pathLst>
            </a:custGeom>
            <a:solidFill>
              <a:srgbClr val="FFFF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8" name="Freeform 37"/>
            <p:cNvSpPr>
              <a:spLocks/>
            </p:cNvSpPr>
            <p:nvPr/>
          </p:nvSpPr>
          <p:spPr bwMode="auto">
            <a:xfrm>
              <a:off x="2320" y="2312"/>
              <a:ext cx="153" cy="178"/>
            </a:xfrm>
            <a:custGeom>
              <a:avLst/>
              <a:gdLst>
                <a:gd name="T0" fmla="*/ 77 w 305"/>
                <a:gd name="T1" fmla="*/ 0 h 355"/>
                <a:gd name="T2" fmla="*/ 71 w 305"/>
                <a:gd name="T3" fmla="*/ 1 h 355"/>
                <a:gd name="T4" fmla="*/ 66 w 305"/>
                <a:gd name="T5" fmla="*/ 2 h 355"/>
                <a:gd name="T6" fmla="*/ 61 w 305"/>
                <a:gd name="T7" fmla="*/ 3 h 355"/>
                <a:gd name="T8" fmla="*/ 55 w 305"/>
                <a:gd name="T9" fmla="*/ 5 h 355"/>
                <a:gd name="T10" fmla="*/ 50 w 305"/>
                <a:gd name="T11" fmla="*/ 7 h 355"/>
                <a:gd name="T12" fmla="*/ 45 w 305"/>
                <a:gd name="T13" fmla="*/ 9 h 355"/>
                <a:gd name="T14" fmla="*/ 40 w 305"/>
                <a:gd name="T15" fmla="*/ 12 h 355"/>
                <a:gd name="T16" fmla="*/ 35 w 305"/>
                <a:gd name="T17" fmla="*/ 15 h 355"/>
                <a:gd name="T18" fmla="*/ 30 w 305"/>
                <a:gd name="T19" fmla="*/ 18 h 355"/>
                <a:gd name="T20" fmla="*/ 25 w 305"/>
                <a:gd name="T21" fmla="*/ 22 h 355"/>
                <a:gd name="T22" fmla="*/ 21 w 305"/>
                <a:gd name="T23" fmla="*/ 26 h 355"/>
                <a:gd name="T24" fmla="*/ 16 w 305"/>
                <a:gd name="T25" fmla="*/ 31 h 355"/>
                <a:gd name="T26" fmla="*/ 12 w 305"/>
                <a:gd name="T27" fmla="*/ 35 h 355"/>
                <a:gd name="T28" fmla="*/ 8 w 305"/>
                <a:gd name="T29" fmla="*/ 40 h 355"/>
                <a:gd name="T30" fmla="*/ 4 w 305"/>
                <a:gd name="T31" fmla="*/ 45 h 355"/>
                <a:gd name="T32" fmla="*/ 0 w 305"/>
                <a:gd name="T33" fmla="*/ 51 h 355"/>
                <a:gd name="T34" fmla="*/ 54 w 305"/>
                <a:gd name="T35" fmla="*/ 89 h 355"/>
                <a:gd name="T36" fmla="*/ 77 w 305"/>
                <a:gd name="T37" fmla="*/ 0 h 3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05"/>
                <a:gd name="T58" fmla="*/ 0 h 355"/>
                <a:gd name="T59" fmla="*/ 305 w 305"/>
                <a:gd name="T60" fmla="*/ 355 h 3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05" h="355">
                  <a:moveTo>
                    <a:pt x="305" y="0"/>
                  </a:moveTo>
                  <a:lnTo>
                    <a:pt x="284" y="2"/>
                  </a:lnTo>
                  <a:lnTo>
                    <a:pt x="262" y="6"/>
                  </a:lnTo>
                  <a:lnTo>
                    <a:pt x="241" y="12"/>
                  </a:lnTo>
                  <a:lnTo>
                    <a:pt x="220" y="18"/>
                  </a:lnTo>
                  <a:lnTo>
                    <a:pt x="200" y="26"/>
                  </a:lnTo>
                  <a:lnTo>
                    <a:pt x="179" y="35"/>
                  </a:lnTo>
                  <a:lnTo>
                    <a:pt x="159" y="46"/>
                  </a:lnTo>
                  <a:lnTo>
                    <a:pt x="139" y="59"/>
                  </a:lnTo>
                  <a:lnTo>
                    <a:pt x="120" y="72"/>
                  </a:lnTo>
                  <a:lnTo>
                    <a:pt x="100" y="87"/>
                  </a:lnTo>
                  <a:lnTo>
                    <a:pt x="81" y="104"/>
                  </a:lnTo>
                  <a:lnTo>
                    <a:pt x="64" y="121"/>
                  </a:lnTo>
                  <a:lnTo>
                    <a:pt x="47" y="139"/>
                  </a:lnTo>
                  <a:lnTo>
                    <a:pt x="30" y="159"/>
                  </a:lnTo>
                  <a:lnTo>
                    <a:pt x="14" y="180"/>
                  </a:lnTo>
                  <a:lnTo>
                    <a:pt x="0" y="203"/>
                  </a:lnTo>
                  <a:lnTo>
                    <a:pt x="214" y="355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66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29" name="Freeform 38"/>
            <p:cNvSpPr>
              <a:spLocks/>
            </p:cNvSpPr>
            <p:nvPr/>
          </p:nvSpPr>
          <p:spPr bwMode="auto">
            <a:xfrm>
              <a:off x="2281" y="2420"/>
              <a:ext cx="139" cy="90"/>
            </a:xfrm>
            <a:custGeom>
              <a:avLst/>
              <a:gdLst>
                <a:gd name="T0" fmla="*/ 17 w 277"/>
                <a:gd name="T1" fmla="*/ 0 h 179"/>
                <a:gd name="T2" fmla="*/ 14 w 277"/>
                <a:gd name="T3" fmla="*/ 6 h 179"/>
                <a:gd name="T4" fmla="*/ 12 w 277"/>
                <a:gd name="T5" fmla="*/ 11 h 179"/>
                <a:gd name="T6" fmla="*/ 9 w 277"/>
                <a:gd name="T7" fmla="*/ 16 h 179"/>
                <a:gd name="T8" fmla="*/ 7 w 277"/>
                <a:gd name="T9" fmla="*/ 22 h 179"/>
                <a:gd name="T10" fmla="*/ 5 w 277"/>
                <a:gd name="T11" fmla="*/ 28 h 179"/>
                <a:gd name="T12" fmla="*/ 3 w 277"/>
                <a:gd name="T13" fmla="*/ 33 h 179"/>
                <a:gd name="T14" fmla="*/ 2 w 277"/>
                <a:gd name="T15" fmla="*/ 39 h 179"/>
                <a:gd name="T16" fmla="*/ 0 w 277"/>
                <a:gd name="T17" fmla="*/ 45 h 179"/>
                <a:gd name="T18" fmla="*/ 70 w 277"/>
                <a:gd name="T19" fmla="*/ 37 h 179"/>
                <a:gd name="T20" fmla="*/ 17 w 277"/>
                <a:gd name="T21" fmla="*/ 0 h 1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7"/>
                <a:gd name="T34" fmla="*/ 0 h 179"/>
                <a:gd name="T35" fmla="*/ 277 w 277"/>
                <a:gd name="T36" fmla="*/ 179 h 17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7" h="179">
                  <a:moveTo>
                    <a:pt x="68" y="0"/>
                  </a:moveTo>
                  <a:lnTo>
                    <a:pt x="55" y="21"/>
                  </a:lnTo>
                  <a:lnTo>
                    <a:pt x="45" y="43"/>
                  </a:lnTo>
                  <a:lnTo>
                    <a:pt x="34" y="64"/>
                  </a:lnTo>
                  <a:lnTo>
                    <a:pt x="25" y="87"/>
                  </a:lnTo>
                  <a:lnTo>
                    <a:pt x="17" y="109"/>
                  </a:lnTo>
                  <a:lnTo>
                    <a:pt x="11" y="132"/>
                  </a:lnTo>
                  <a:lnTo>
                    <a:pt x="5" y="155"/>
                  </a:lnTo>
                  <a:lnTo>
                    <a:pt x="0" y="179"/>
                  </a:lnTo>
                  <a:lnTo>
                    <a:pt x="277" y="147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0" name="Freeform 39"/>
            <p:cNvSpPr>
              <a:spLocks/>
            </p:cNvSpPr>
            <p:nvPr/>
          </p:nvSpPr>
          <p:spPr bwMode="auto">
            <a:xfrm>
              <a:off x="2278" y="2501"/>
              <a:ext cx="146" cy="174"/>
            </a:xfrm>
            <a:custGeom>
              <a:avLst/>
              <a:gdLst>
                <a:gd name="T0" fmla="*/ 1 w 292"/>
                <a:gd name="T1" fmla="*/ 9 h 346"/>
                <a:gd name="T2" fmla="*/ 0 w 292"/>
                <a:gd name="T3" fmla="*/ 21 h 346"/>
                <a:gd name="T4" fmla="*/ 0 w 292"/>
                <a:gd name="T5" fmla="*/ 33 h 346"/>
                <a:gd name="T6" fmla="*/ 1 w 292"/>
                <a:gd name="T7" fmla="*/ 45 h 346"/>
                <a:gd name="T8" fmla="*/ 5 w 292"/>
                <a:gd name="T9" fmla="*/ 55 h 346"/>
                <a:gd name="T10" fmla="*/ 9 w 292"/>
                <a:gd name="T11" fmla="*/ 65 h 346"/>
                <a:gd name="T12" fmla="*/ 14 w 292"/>
                <a:gd name="T13" fmla="*/ 73 h 346"/>
                <a:gd name="T14" fmla="*/ 21 w 292"/>
                <a:gd name="T15" fmla="*/ 81 h 346"/>
                <a:gd name="T16" fmla="*/ 29 w 292"/>
                <a:gd name="T17" fmla="*/ 88 h 346"/>
                <a:gd name="T18" fmla="*/ 73 w 292"/>
                <a:gd name="T19" fmla="*/ 0 h 346"/>
                <a:gd name="T20" fmla="*/ 1 w 292"/>
                <a:gd name="T21" fmla="*/ 9 h 3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2"/>
                <a:gd name="T34" fmla="*/ 0 h 346"/>
                <a:gd name="T35" fmla="*/ 292 w 292"/>
                <a:gd name="T36" fmla="*/ 346 h 34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2" h="346">
                  <a:moveTo>
                    <a:pt x="4" y="33"/>
                  </a:moveTo>
                  <a:lnTo>
                    <a:pt x="0" y="83"/>
                  </a:lnTo>
                  <a:lnTo>
                    <a:pt x="0" y="132"/>
                  </a:lnTo>
                  <a:lnTo>
                    <a:pt x="7" y="176"/>
                  </a:lnTo>
                  <a:lnTo>
                    <a:pt x="19" y="219"/>
                  </a:lnTo>
                  <a:lnTo>
                    <a:pt x="36" y="257"/>
                  </a:lnTo>
                  <a:lnTo>
                    <a:pt x="58" y="291"/>
                  </a:lnTo>
                  <a:lnTo>
                    <a:pt x="86" y="321"/>
                  </a:lnTo>
                  <a:lnTo>
                    <a:pt x="118" y="346"/>
                  </a:lnTo>
                  <a:lnTo>
                    <a:pt x="292" y="0"/>
                  </a:lnTo>
                  <a:lnTo>
                    <a:pt x="4" y="33"/>
                  </a:lnTo>
                  <a:close/>
                </a:path>
              </a:pathLst>
            </a:custGeom>
            <a:solidFill>
              <a:srgbClr val="2B8E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1" name="Freeform 40"/>
            <p:cNvSpPr>
              <a:spLocks/>
            </p:cNvSpPr>
            <p:nvPr/>
          </p:nvSpPr>
          <p:spPr bwMode="auto">
            <a:xfrm>
              <a:off x="2343" y="2501"/>
              <a:ext cx="247" cy="193"/>
            </a:xfrm>
            <a:custGeom>
              <a:avLst/>
              <a:gdLst>
                <a:gd name="T0" fmla="*/ 45 w 494"/>
                <a:gd name="T1" fmla="*/ 0 h 386"/>
                <a:gd name="T2" fmla="*/ 0 w 494"/>
                <a:gd name="T3" fmla="*/ 89 h 386"/>
                <a:gd name="T4" fmla="*/ 2 w 494"/>
                <a:gd name="T5" fmla="*/ 90 h 386"/>
                <a:gd name="T6" fmla="*/ 4 w 494"/>
                <a:gd name="T7" fmla="*/ 91 h 386"/>
                <a:gd name="T8" fmla="*/ 6 w 494"/>
                <a:gd name="T9" fmla="*/ 92 h 386"/>
                <a:gd name="T10" fmla="*/ 9 w 494"/>
                <a:gd name="T11" fmla="*/ 93 h 386"/>
                <a:gd name="T12" fmla="*/ 12 w 494"/>
                <a:gd name="T13" fmla="*/ 94 h 386"/>
                <a:gd name="T14" fmla="*/ 15 w 494"/>
                <a:gd name="T15" fmla="*/ 95 h 386"/>
                <a:gd name="T16" fmla="*/ 18 w 494"/>
                <a:gd name="T17" fmla="*/ 95 h 386"/>
                <a:gd name="T18" fmla="*/ 21 w 494"/>
                <a:gd name="T19" fmla="*/ 96 h 386"/>
                <a:gd name="T20" fmla="*/ 25 w 494"/>
                <a:gd name="T21" fmla="*/ 96 h 386"/>
                <a:gd name="T22" fmla="*/ 28 w 494"/>
                <a:gd name="T23" fmla="*/ 97 h 386"/>
                <a:gd name="T24" fmla="*/ 31 w 494"/>
                <a:gd name="T25" fmla="*/ 97 h 386"/>
                <a:gd name="T26" fmla="*/ 35 w 494"/>
                <a:gd name="T27" fmla="*/ 96 h 386"/>
                <a:gd name="T28" fmla="*/ 39 w 494"/>
                <a:gd name="T29" fmla="*/ 96 h 386"/>
                <a:gd name="T30" fmla="*/ 42 w 494"/>
                <a:gd name="T31" fmla="*/ 96 h 386"/>
                <a:gd name="T32" fmla="*/ 45 w 494"/>
                <a:gd name="T33" fmla="*/ 95 h 386"/>
                <a:gd name="T34" fmla="*/ 49 w 494"/>
                <a:gd name="T35" fmla="*/ 94 h 386"/>
                <a:gd name="T36" fmla="*/ 53 w 494"/>
                <a:gd name="T37" fmla="*/ 93 h 386"/>
                <a:gd name="T38" fmla="*/ 56 w 494"/>
                <a:gd name="T39" fmla="*/ 92 h 386"/>
                <a:gd name="T40" fmla="*/ 60 w 494"/>
                <a:gd name="T41" fmla="*/ 91 h 386"/>
                <a:gd name="T42" fmla="*/ 62 w 494"/>
                <a:gd name="T43" fmla="*/ 89 h 386"/>
                <a:gd name="T44" fmla="*/ 68 w 494"/>
                <a:gd name="T45" fmla="*/ 87 h 386"/>
                <a:gd name="T46" fmla="*/ 73 w 494"/>
                <a:gd name="T47" fmla="*/ 84 h 386"/>
                <a:gd name="T48" fmla="*/ 78 w 494"/>
                <a:gd name="T49" fmla="*/ 81 h 386"/>
                <a:gd name="T50" fmla="*/ 82 w 494"/>
                <a:gd name="T51" fmla="*/ 77 h 386"/>
                <a:gd name="T52" fmla="*/ 87 w 494"/>
                <a:gd name="T53" fmla="*/ 74 h 386"/>
                <a:gd name="T54" fmla="*/ 91 w 494"/>
                <a:gd name="T55" fmla="*/ 70 h 386"/>
                <a:gd name="T56" fmla="*/ 95 w 494"/>
                <a:gd name="T57" fmla="*/ 66 h 386"/>
                <a:gd name="T58" fmla="*/ 99 w 494"/>
                <a:gd name="T59" fmla="*/ 61 h 386"/>
                <a:gd name="T60" fmla="*/ 103 w 494"/>
                <a:gd name="T61" fmla="*/ 56 h 386"/>
                <a:gd name="T62" fmla="*/ 106 w 494"/>
                <a:gd name="T63" fmla="*/ 52 h 386"/>
                <a:gd name="T64" fmla="*/ 110 w 494"/>
                <a:gd name="T65" fmla="*/ 47 h 386"/>
                <a:gd name="T66" fmla="*/ 113 w 494"/>
                <a:gd name="T67" fmla="*/ 42 h 386"/>
                <a:gd name="T68" fmla="*/ 116 w 494"/>
                <a:gd name="T69" fmla="*/ 37 h 386"/>
                <a:gd name="T70" fmla="*/ 119 w 494"/>
                <a:gd name="T71" fmla="*/ 31 h 386"/>
                <a:gd name="T72" fmla="*/ 122 w 494"/>
                <a:gd name="T73" fmla="*/ 25 h 386"/>
                <a:gd name="T74" fmla="*/ 124 w 494"/>
                <a:gd name="T75" fmla="*/ 20 h 386"/>
                <a:gd name="T76" fmla="*/ 45 w 494"/>
                <a:gd name="T77" fmla="*/ 0 h 38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494"/>
                <a:gd name="T118" fmla="*/ 0 h 386"/>
                <a:gd name="T119" fmla="*/ 494 w 494"/>
                <a:gd name="T120" fmla="*/ 386 h 38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494" h="386">
                  <a:moveTo>
                    <a:pt x="179" y="0"/>
                  </a:moveTo>
                  <a:lnTo>
                    <a:pt x="0" y="355"/>
                  </a:lnTo>
                  <a:lnTo>
                    <a:pt x="8" y="359"/>
                  </a:lnTo>
                  <a:lnTo>
                    <a:pt x="16" y="363"/>
                  </a:lnTo>
                  <a:lnTo>
                    <a:pt x="24" y="367"/>
                  </a:lnTo>
                  <a:lnTo>
                    <a:pt x="33" y="370"/>
                  </a:lnTo>
                  <a:lnTo>
                    <a:pt x="45" y="374"/>
                  </a:lnTo>
                  <a:lnTo>
                    <a:pt x="58" y="378"/>
                  </a:lnTo>
                  <a:lnTo>
                    <a:pt x="71" y="380"/>
                  </a:lnTo>
                  <a:lnTo>
                    <a:pt x="84" y="383"/>
                  </a:lnTo>
                  <a:lnTo>
                    <a:pt x="97" y="384"/>
                  </a:lnTo>
                  <a:lnTo>
                    <a:pt x="110" y="386"/>
                  </a:lnTo>
                  <a:lnTo>
                    <a:pt x="125" y="386"/>
                  </a:lnTo>
                  <a:lnTo>
                    <a:pt x="138" y="384"/>
                  </a:lnTo>
                  <a:lnTo>
                    <a:pt x="153" y="383"/>
                  </a:lnTo>
                  <a:lnTo>
                    <a:pt x="167" y="382"/>
                  </a:lnTo>
                  <a:lnTo>
                    <a:pt x="180" y="379"/>
                  </a:lnTo>
                  <a:lnTo>
                    <a:pt x="195" y="375"/>
                  </a:lnTo>
                  <a:lnTo>
                    <a:pt x="209" y="371"/>
                  </a:lnTo>
                  <a:lnTo>
                    <a:pt x="224" y="367"/>
                  </a:lnTo>
                  <a:lnTo>
                    <a:pt x="237" y="362"/>
                  </a:lnTo>
                  <a:lnTo>
                    <a:pt x="251" y="355"/>
                  </a:lnTo>
                  <a:lnTo>
                    <a:pt x="271" y="345"/>
                  </a:lnTo>
                  <a:lnTo>
                    <a:pt x="290" y="334"/>
                  </a:lnTo>
                  <a:lnTo>
                    <a:pt x="309" y="322"/>
                  </a:lnTo>
                  <a:lnTo>
                    <a:pt x="327" y="308"/>
                  </a:lnTo>
                  <a:lnTo>
                    <a:pt x="345" y="293"/>
                  </a:lnTo>
                  <a:lnTo>
                    <a:pt x="362" y="279"/>
                  </a:lnTo>
                  <a:lnTo>
                    <a:pt x="378" y="262"/>
                  </a:lnTo>
                  <a:lnTo>
                    <a:pt x="395" y="245"/>
                  </a:lnTo>
                  <a:lnTo>
                    <a:pt x="409" y="226"/>
                  </a:lnTo>
                  <a:lnTo>
                    <a:pt x="424" y="208"/>
                  </a:lnTo>
                  <a:lnTo>
                    <a:pt x="437" y="188"/>
                  </a:lnTo>
                  <a:lnTo>
                    <a:pt x="450" y="168"/>
                  </a:lnTo>
                  <a:lnTo>
                    <a:pt x="464" y="147"/>
                  </a:lnTo>
                  <a:lnTo>
                    <a:pt x="474" y="125"/>
                  </a:lnTo>
                  <a:lnTo>
                    <a:pt x="485" y="102"/>
                  </a:lnTo>
                  <a:lnTo>
                    <a:pt x="494" y="80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FF99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2" name="Freeform 41"/>
            <p:cNvSpPr>
              <a:spLocks/>
            </p:cNvSpPr>
            <p:nvPr/>
          </p:nvSpPr>
          <p:spPr bwMode="auto">
            <a:xfrm>
              <a:off x="2435" y="2312"/>
              <a:ext cx="171" cy="222"/>
            </a:xfrm>
            <a:custGeom>
              <a:avLst/>
              <a:gdLst>
                <a:gd name="T0" fmla="*/ 0 w 342"/>
                <a:gd name="T1" fmla="*/ 91 h 442"/>
                <a:gd name="T2" fmla="*/ 23 w 342"/>
                <a:gd name="T3" fmla="*/ 0 h 442"/>
                <a:gd name="T4" fmla="*/ 29 w 342"/>
                <a:gd name="T5" fmla="*/ 1 h 442"/>
                <a:gd name="T6" fmla="*/ 37 w 342"/>
                <a:gd name="T7" fmla="*/ 2 h 442"/>
                <a:gd name="T8" fmla="*/ 43 w 342"/>
                <a:gd name="T9" fmla="*/ 3 h 442"/>
                <a:gd name="T10" fmla="*/ 48 w 342"/>
                <a:gd name="T11" fmla="*/ 6 h 442"/>
                <a:gd name="T12" fmla="*/ 54 w 342"/>
                <a:gd name="T13" fmla="*/ 9 h 442"/>
                <a:gd name="T14" fmla="*/ 59 w 342"/>
                <a:gd name="T15" fmla="*/ 12 h 442"/>
                <a:gd name="T16" fmla="*/ 65 w 342"/>
                <a:gd name="T17" fmla="*/ 16 h 442"/>
                <a:gd name="T18" fmla="*/ 70 w 342"/>
                <a:gd name="T19" fmla="*/ 21 h 442"/>
                <a:gd name="T20" fmla="*/ 75 w 342"/>
                <a:gd name="T21" fmla="*/ 29 h 442"/>
                <a:gd name="T22" fmla="*/ 79 w 342"/>
                <a:gd name="T23" fmla="*/ 37 h 442"/>
                <a:gd name="T24" fmla="*/ 82 w 342"/>
                <a:gd name="T25" fmla="*/ 46 h 442"/>
                <a:gd name="T26" fmla="*/ 85 w 342"/>
                <a:gd name="T27" fmla="*/ 56 h 442"/>
                <a:gd name="T28" fmla="*/ 86 w 342"/>
                <a:gd name="T29" fmla="*/ 66 h 442"/>
                <a:gd name="T30" fmla="*/ 86 w 342"/>
                <a:gd name="T31" fmla="*/ 76 h 442"/>
                <a:gd name="T32" fmla="*/ 85 w 342"/>
                <a:gd name="T33" fmla="*/ 87 h 442"/>
                <a:gd name="T34" fmla="*/ 83 w 342"/>
                <a:gd name="T35" fmla="*/ 98 h 442"/>
                <a:gd name="T36" fmla="*/ 82 w 342"/>
                <a:gd name="T37" fmla="*/ 102 h 442"/>
                <a:gd name="T38" fmla="*/ 81 w 342"/>
                <a:gd name="T39" fmla="*/ 105 h 442"/>
                <a:gd name="T40" fmla="*/ 80 w 342"/>
                <a:gd name="T41" fmla="*/ 108 h 442"/>
                <a:gd name="T42" fmla="*/ 79 w 342"/>
                <a:gd name="T43" fmla="*/ 112 h 442"/>
                <a:gd name="T44" fmla="*/ 0 w 342"/>
                <a:gd name="T45" fmla="*/ 91 h 4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42"/>
                <a:gd name="T70" fmla="*/ 0 h 442"/>
                <a:gd name="T71" fmla="*/ 342 w 342"/>
                <a:gd name="T72" fmla="*/ 442 h 44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42" h="442">
                  <a:moveTo>
                    <a:pt x="0" y="363"/>
                  </a:moveTo>
                  <a:lnTo>
                    <a:pt x="92" y="0"/>
                  </a:lnTo>
                  <a:lnTo>
                    <a:pt x="118" y="1"/>
                  </a:lnTo>
                  <a:lnTo>
                    <a:pt x="145" y="5"/>
                  </a:lnTo>
                  <a:lnTo>
                    <a:pt x="170" y="12"/>
                  </a:lnTo>
                  <a:lnTo>
                    <a:pt x="195" y="21"/>
                  </a:lnTo>
                  <a:lnTo>
                    <a:pt x="217" y="33"/>
                  </a:lnTo>
                  <a:lnTo>
                    <a:pt x="238" y="47"/>
                  </a:lnTo>
                  <a:lnTo>
                    <a:pt x="258" y="64"/>
                  </a:lnTo>
                  <a:lnTo>
                    <a:pt x="277" y="84"/>
                  </a:lnTo>
                  <a:lnTo>
                    <a:pt x="298" y="114"/>
                  </a:lnTo>
                  <a:lnTo>
                    <a:pt x="315" y="147"/>
                  </a:lnTo>
                  <a:lnTo>
                    <a:pt x="328" y="183"/>
                  </a:lnTo>
                  <a:lnTo>
                    <a:pt x="337" y="221"/>
                  </a:lnTo>
                  <a:lnTo>
                    <a:pt x="341" y="261"/>
                  </a:lnTo>
                  <a:lnTo>
                    <a:pt x="342" y="303"/>
                  </a:lnTo>
                  <a:lnTo>
                    <a:pt x="338" y="346"/>
                  </a:lnTo>
                  <a:lnTo>
                    <a:pt x="331" y="391"/>
                  </a:lnTo>
                  <a:lnTo>
                    <a:pt x="328" y="404"/>
                  </a:lnTo>
                  <a:lnTo>
                    <a:pt x="324" y="417"/>
                  </a:lnTo>
                  <a:lnTo>
                    <a:pt x="320" y="429"/>
                  </a:lnTo>
                  <a:lnTo>
                    <a:pt x="316" y="442"/>
                  </a:lnTo>
                  <a:lnTo>
                    <a:pt x="0" y="363"/>
                  </a:lnTo>
                  <a:close/>
                </a:path>
              </a:pathLst>
            </a:custGeom>
            <a:solidFill>
              <a:srgbClr val="CC3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3" name="Freeform 42"/>
            <p:cNvSpPr>
              <a:spLocks/>
            </p:cNvSpPr>
            <p:nvPr/>
          </p:nvSpPr>
          <p:spPr bwMode="auto">
            <a:xfrm>
              <a:off x="2391" y="2111"/>
              <a:ext cx="137" cy="174"/>
            </a:xfrm>
            <a:custGeom>
              <a:avLst/>
              <a:gdLst>
                <a:gd name="T0" fmla="*/ 69 w 274"/>
                <a:gd name="T1" fmla="*/ 41 h 348"/>
                <a:gd name="T2" fmla="*/ 68 w 274"/>
                <a:gd name="T3" fmla="*/ 31 h 348"/>
                <a:gd name="T4" fmla="*/ 65 w 274"/>
                <a:gd name="T5" fmla="*/ 22 h 348"/>
                <a:gd name="T6" fmla="*/ 60 w 274"/>
                <a:gd name="T7" fmla="*/ 13 h 348"/>
                <a:gd name="T8" fmla="*/ 56 w 274"/>
                <a:gd name="T9" fmla="*/ 7 h 348"/>
                <a:gd name="T10" fmla="*/ 51 w 274"/>
                <a:gd name="T11" fmla="*/ 5 h 348"/>
                <a:gd name="T12" fmla="*/ 47 w 274"/>
                <a:gd name="T13" fmla="*/ 1 h 348"/>
                <a:gd name="T14" fmla="*/ 42 w 274"/>
                <a:gd name="T15" fmla="*/ 1 h 348"/>
                <a:gd name="T16" fmla="*/ 33 w 274"/>
                <a:gd name="T17" fmla="*/ 1 h 348"/>
                <a:gd name="T18" fmla="*/ 20 w 274"/>
                <a:gd name="T19" fmla="*/ 5 h 348"/>
                <a:gd name="T20" fmla="*/ 11 w 274"/>
                <a:gd name="T21" fmla="*/ 17 h 348"/>
                <a:gd name="T22" fmla="*/ 5 w 274"/>
                <a:gd name="T23" fmla="*/ 33 h 348"/>
                <a:gd name="T24" fmla="*/ 3 w 274"/>
                <a:gd name="T25" fmla="*/ 47 h 348"/>
                <a:gd name="T26" fmla="*/ 5 w 274"/>
                <a:gd name="T27" fmla="*/ 59 h 348"/>
                <a:gd name="T28" fmla="*/ 4 w 274"/>
                <a:gd name="T29" fmla="*/ 67 h 348"/>
                <a:gd name="T30" fmla="*/ 1 w 274"/>
                <a:gd name="T31" fmla="*/ 72 h 348"/>
                <a:gd name="T32" fmla="*/ 0 w 274"/>
                <a:gd name="T33" fmla="*/ 77 h 348"/>
                <a:gd name="T34" fmla="*/ 1 w 274"/>
                <a:gd name="T35" fmla="*/ 82 h 348"/>
                <a:gd name="T36" fmla="*/ 4 w 274"/>
                <a:gd name="T37" fmla="*/ 85 h 348"/>
                <a:gd name="T38" fmla="*/ 9 w 274"/>
                <a:gd name="T39" fmla="*/ 87 h 348"/>
                <a:gd name="T40" fmla="*/ 12 w 274"/>
                <a:gd name="T41" fmla="*/ 87 h 348"/>
                <a:gd name="T42" fmla="*/ 17 w 274"/>
                <a:gd name="T43" fmla="*/ 86 h 348"/>
                <a:gd name="T44" fmla="*/ 20 w 274"/>
                <a:gd name="T45" fmla="*/ 83 h 348"/>
                <a:gd name="T46" fmla="*/ 22 w 274"/>
                <a:gd name="T47" fmla="*/ 79 h 348"/>
                <a:gd name="T48" fmla="*/ 22 w 274"/>
                <a:gd name="T49" fmla="*/ 73 h 348"/>
                <a:gd name="T50" fmla="*/ 18 w 274"/>
                <a:gd name="T51" fmla="*/ 67 h 348"/>
                <a:gd name="T52" fmla="*/ 13 w 274"/>
                <a:gd name="T53" fmla="*/ 60 h 348"/>
                <a:gd name="T54" fmla="*/ 11 w 274"/>
                <a:gd name="T55" fmla="*/ 48 h 348"/>
                <a:gd name="T56" fmla="*/ 12 w 274"/>
                <a:gd name="T57" fmla="*/ 38 h 348"/>
                <a:gd name="T58" fmla="*/ 14 w 274"/>
                <a:gd name="T59" fmla="*/ 29 h 348"/>
                <a:gd name="T60" fmla="*/ 17 w 274"/>
                <a:gd name="T61" fmla="*/ 22 h 348"/>
                <a:gd name="T62" fmla="*/ 22 w 274"/>
                <a:gd name="T63" fmla="*/ 15 h 348"/>
                <a:gd name="T64" fmla="*/ 26 w 274"/>
                <a:gd name="T65" fmla="*/ 11 h 348"/>
                <a:gd name="T66" fmla="*/ 30 w 274"/>
                <a:gd name="T67" fmla="*/ 10 h 348"/>
                <a:gd name="T68" fmla="*/ 34 w 274"/>
                <a:gd name="T69" fmla="*/ 9 h 348"/>
                <a:gd name="T70" fmla="*/ 37 w 274"/>
                <a:gd name="T71" fmla="*/ 7 h 348"/>
                <a:gd name="T72" fmla="*/ 40 w 274"/>
                <a:gd name="T73" fmla="*/ 9 h 348"/>
                <a:gd name="T74" fmla="*/ 44 w 274"/>
                <a:gd name="T75" fmla="*/ 10 h 348"/>
                <a:gd name="T76" fmla="*/ 47 w 274"/>
                <a:gd name="T77" fmla="*/ 11 h 348"/>
                <a:gd name="T78" fmla="*/ 50 w 274"/>
                <a:gd name="T79" fmla="*/ 13 h 348"/>
                <a:gd name="T80" fmla="*/ 56 w 274"/>
                <a:gd name="T81" fmla="*/ 22 h 348"/>
                <a:gd name="T82" fmla="*/ 60 w 274"/>
                <a:gd name="T83" fmla="*/ 37 h 348"/>
                <a:gd name="T84" fmla="*/ 60 w 274"/>
                <a:gd name="T85" fmla="*/ 48 h 348"/>
                <a:gd name="T86" fmla="*/ 59 w 274"/>
                <a:gd name="T87" fmla="*/ 54 h 348"/>
                <a:gd name="T88" fmla="*/ 67 w 274"/>
                <a:gd name="T89" fmla="*/ 58 h 348"/>
                <a:gd name="T90" fmla="*/ 68 w 274"/>
                <a:gd name="T91" fmla="*/ 52 h 348"/>
                <a:gd name="T92" fmla="*/ 69 w 274"/>
                <a:gd name="T93" fmla="*/ 46 h 34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4"/>
                <a:gd name="T142" fmla="*/ 0 h 348"/>
                <a:gd name="T143" fmla="*/ 274 w 274"/>
                <a:gd name="T144" fmla="*/ 348 h 34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4" h="348">
                  <a:moveTo>
                    <a:pt x="274" y="186"/>
                  </a:moveTo>
                  <a:lnTo>
                    <a:pt x="274" y="164"/>
                  </a:lnTo>
                  <a:lnTo>
                    <a:pt x="274" y="143"/>
                  </a:lnTo>
                  <a:lnTo>
                    <a:pt x="270" y="124"/>
                  </a:lnTo>
                  <a:lnTo>
                    <a:pt x="266" y="104"/>
                  </a:lnTo>
                  <a:lnTo>
                    <a:pt x="259" y="87"/>
                  </a:lnTo>
                  <a:lnTo>
                    <a:pt x="252" y="70"/>
                  </a:lnTo>
                  <a:lnTo>
                    <a:pt x="242" y="54"/>
                  </a:lnTo>
                  <a:lnTo>
                    <a:pt x="232" y="39"/>
                  </a:lnTo>
                  <a:lnTo>
                    <a:pt x="224" y="31"/>
                  </a:lnTo>
                  <a:lnTo>
                    <a:pt x="216" y="23"/>
                  </a:lnTo>
                  <a:lnTo>
                    <a:pt x="207" y="17"/>
                  </a:lnTo>
                  <a:lnTo>
                    <a:pt x="198" y="12"/>
                  </a:lnTo>
                  <a:lnTo>
                    <a:pt x="188" y="6"/>
                  </a:lnTo>
                  <a:lnTo>
                    <a:pt x="179" y="4"/>
                  </a:lnTo>
                  <a:lnTo>
                    <a:pt x="169" y="1"/>
                  </a:lnTo>
                  <a:lnTo>
                    <a:pt x="158" y="0"/>
                  </a:lnTo>
                  <a:lnTo>
                    <a:pt x="132" y="1"/>
                  </a:lnTo>
                  <a:lnTo>
                    <a:pt x="107" y="9"/>
                  </a:lnTo>
                  <a:lnTo>
                    <a:pt x="83" y="23"/>
                  </a:lnTo>
                  <a:lnTo>
                    <a:pt x="63" y="43"/>
                  </a:lnTo>
                  <a:lnTo>
                    <a:pt x="45" y="68"/>
                  </a:lnTo>
                  <a:lnTo>
                    <a:pt x="30" y="97"/>
                  </a:lnTo>
                  <a:lnTo>
                    <a:pt x="20" y="129"/>
                  </a:lnTo>
                  <a:lnTo>
                    <a:pt x="14" y="164"/>
                  </a:lnTo>
                  <a:lnTo>
                    <a:pt x="14" y="190"/>
                  </a:lnTo>
                  <a:lnTo>
                    <a:pt x="16" y="215"/>
                  </a:lnTo>
                  <a:lnTo>
                    <a:pt x="21" y="238"/>
                  </a:lnTo>
                  <a:lnTo>
                    <a:pt x="28" y="261"/>
                  </a:lnTo>
                  <a:lnTo>
                    <a:pt x="17" y="267"/>
                  </a:lnTo>
                  <a:lnTo>
                    <a:pt x="9" y="275"/>
                  </a:lnTo>
                  <a:lnTo>
                    <a:pt x="3" y="287"/>
                  </a:lnTo>
                  <a:lnTo>
                    <a:pt x="0" y="299"/>
                  </a:lnTo>
                  <a:lnTo>
                    <a:pt x="0" y="308"/>
                  </a:lnTo>
                  <a:lnTo>
                    <a:pt x="3" y="317"/>
                  </a:lnTo>
                  <a:lnTo>
                    <a:pt x="7" y="325"/>
                  </a:lnTo>
                  <a:lnTo>
                    <a:pt x="12" y="332"/>
                  </a:lnTo>
                  <a:lnTo>
                    <a:pt x="17" y="338"/>
                  </a:lnTo>
                  <a:lnTo>
                    <a:pt x="25" y="342"/>
                  </a:lnTo>
                  <a:lnTo>
                    <a:pt x="33" y="346"/>
                  </a:lnTo>
                  <a:lnTo>
                    <a:pt x="42" y="348"/>
                  </a:lnTo>
                  <a:lnTo>
                    <a:pt x="51" y="348"/>
                  </a:lnTo>
                  <a:lnTo>
                    <a:pt x="61" y="346"/>
                  </a:lnTo>
                  <a:lnTo>
                    <a:pt x="68" y="342"/>
                  </a:lnTo>
                  <a:lnTo>
                    <a:pt x="75" y="337"/>
                  </a:lnTo>
                  <a:lnTo>
                    <a:pt x="82" y="331"/>
                  </a:lnTo>
                  <a:lnTo>
                    <a:pt x="86" y="323"/>
                  </a:lnTo>
                  <a:lnTo>
                    <a:pt x="90" y="315"/>
                  </a:lnTo>
                  <a:lnTo>
                    <a:pt x="91" y="305"/>
                  </a:lnTo>
                  <a:lnTo>
                    <a:pt x="90" y="291"/>
                  </a:lnTo>
                  <a:lnTo>
                    <a:pt x="84" y="278"/>
                  </a:lnTo>
                  <a:lnTo>
                    <a:pt x="75" y="267"/>
                  </a:lnTo>
                  <a:lnTo>
                    <a:pt x="63" y="261"/>
                  </a:lnTo>
                  <a:lnTo>
                    <a:pt x="55" y="240"/>
                  </a:lnTo>
                  <a:lnTo>
                    <a:pt x="50" y="216"/>
                  </a:lnTo>
                  <a:lnTo>
                    <a:pt x="47" y="192"/>
                  </a:lnTo>
                  <a:lnTo>
                    <a:pt x="47" y="167"/>
                  </a:lnTo>
                  <a:lnTo>
                    <a:pt x="50" y="150"/>
                  </a:lnTo>
                  <a:lnTo>
                    <a:pt x="53" y="133"/>
                  </a:lnTo>
                  <a:lnTo>
                    <a:pt x="58" y="117"/>
                  </a:lnTo>
                  <a:lnTo>
                    <a:pt x="63" y="101"/>
                  </a:lnTo>
                  <a:lnTo>
                    <a:pt x="71" y="87"/>
                  </a:lnTo>
                  <a:lnTo>
                    <a:pt x="79" y="75"/>
                  </a:lnTo>
                  <a:lnTo>
                    <a:pt x="88" y="63"/>
                  </a:lnTo>
                  <a:lnTo>
                    <a:pt x="99" y="52"/>
                  </a:lnTo>
                  <a:lnTo>
                    <a:pt x="105" y="47"/>
                  </a:lnTo>
                  <a:lnTo>
                    <a:pt x="113" y="42"/>
                  </a:lnTo>
                  <a:lnTo>
                    <a:pt x="120" y="38"/>
                  </a:lnTo>
                  <a:lnTo>
                    <a:pt x="128" y="35"/>
                  </a:lnTo>
                  <a:lnTo>
                    <a:pt x="134" y="33"/>
                  </a:lnTo>
                  <a:lnTo>
                    <a:pt x="141" y="31"/>
                  </a:lnTo>
                  <a:lnTo>
                    <a:pt x="149" y="31"/>
                  </a:lnTo>
                  <a:lnTo>
                    <a:pt x="155" y="31"/>
                  </a:lnTo>
                  <a:lnTo>
                    <a:pt x="163" y="33"/>
                  </a:lnTo>
                  <a:lnTo>
                    <a:pt x="170" y="34"/>
                  </a:lnTo>
                  <a:lnTo>
                    <a:pt x="176" y="37"/>
                  </a:lnTo>
                  <a:lnTo>
                    <a:pt x="183" y="39"/>
                  </a:lnTo>
                  <a:lnTo>
                    <a:pt x="190" y="45"/>
                  </a:lnTo>
                  <a:lnTo>
                    <a:pt x="196" y="49"/>
                  </a:lnTo>
                  <a:lnTo>
                    <a:pt x="202" y="54"/>
                  </a:lnTo>
                  <a:lnTo>
                    <a:pt x="207" y="60"/>
                  </a:lnTo>
                  <a:lnTo>
                    <a:pt x="224" y="85"/>
                  </a:lnTo>
                  <a:lnTo>
                    <a:pt x="234" y="114"/>
                  </a:lnTo>
                  <a:lnTo>
                    <a:pt x="241" y="147"/>
                  </a:lnTo>
                  <a:lnTo>
                    <a:pt x="241" y="183"/>
                  </a:lnTo>
                  <a:lnTo>
                    <a:pt x="240" y="195"/>
                  </a:lnTo>
                  <a:lnTo>
                    <a:pt x="238" y="207"/>
                  </a:lnTo>
                  <a:lnTo>
                    <a:pt x="236" y="219"/>
                  </a:lnTo>
                  <a:lnTo>
                    <a:pt x="232" y="230"/>
                  </a:lnTo>
                  <a:lnTo>
                    <a:pt x="265" y="233"/>
                  </a:lnTo>
                  <a:lnTo>
                    <a:pt x="267" y="221"/>
                  </a:lnTo>
                  <a:lnTo>
                    <a:pt x="270" y="209"/>
                  </a:lnTo>
                  <a:lnTo>
                    <a:pt x="273" y="197"/>
                  </a:lnTo>
                  <a:lnTo>
                    <a:pt x="274" y="1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4" name="Freeform 43"/>
            <p:cNvSpPr>
              <a:spLocks/>
            </p:cNvSpPr>
            <p:nvPr/>
          </p:nvSpPr>
          <p:spPr bwMode="auto">
            <a:xfrm>
              <a:off x="2627" y="2130"/>
              <a:ext cx="139" cy="174"/>
            </a:xfrm>
            <a:custGeom>
              <a:avLst/>
              <a:gdLst>
                <a:gd name="T0" fmla="*/ 69 w 278"/>
                <a:gd name="T1" fmla="*/ 55 h 348"/>
                <a:gd name="T2" fmla="*/ 70 w 278"/>
                <a:gd name="T3" fmla="*/ 49 h 348"/>
                <a:gd name="T4" fmla="*/ 70 w 278"/>
                <a:gd name="T5" fmla="*/ 41 h 348"/>
                <a:gd name="T6" fmla="*/ 69 w 278"/>
                <a:gd name="T7" fmla="*/ 31 h 348"/>
                <a:gd name="T8" fmla="*/ 66 w 278"/>
                <a:gd name="T9" fmla="*/ 22 h 348"/>
                <a:gd name="T10" fmla="*/ 61 w 278"/>
                <a:gd name="T11" fmla="*/ 13 h 348"/>
                <a:gd name="T12" fmla="*/ 57 w 278"/>
                <a:gd name="T13" fmla="*/ 7 h 348"/>
                <a:gd name="T14" fmla="*/ 52 w 278"/>
                <a:gd name="T15" fmla="*/ 5 h 348"/>
                <a:gd name="T16" fmla="*/ 48 w 278"/>
                <a:gd name="T17" fmla="*/ 1 h 348"/>
                <a:gd name="T18" fmla="*/ 43 w 278"/>
                <a:gd name="T19" fmla="*/ 1 h 348"/>
                <a:gd name="T20" fmla="*/ 34 w 278"/>
                <a:gd name="T21" fmla="*/ 1 h 348"/>
                <a:gd name="T22" fmla="*/ 21 w 278"/>
                <a:gd name="T23" fmla="*/ 6 h 348"/>
                <a:gd name="T24" fmla="*/ 12 w 278"/>
                <a:gd name="T25" fmla="*/ 17 h 348"/>
                <a:gd name="T26" fmla="*/ 6 w 278"/>
                <a:gd name="T27" fmla="*/ 33 h 348"/>
                <a:gd name="T28" fmla="*/ 4 w 278"/>
                <a:gd name="T29" fmla="*/ 47 h 348"/>
                <a:gd name="T30" fmla="*/ 6 w 278"/>
                <a:gd name="T31" fmla="*/ 59 h 348"/>
                <a:gd name="T32" fmla="*/ 4 w 278"/>
                <a:gd name="T33" fmla="*/ 67 h 348"/>
                <a:gd name="T34" fmla="*/ 1 w 278"/>
                <a:gd name="T35" fmla="*/ 72 h 348"/>
                <a:gd name="T36" fmla="*/ 0 w 278"/>
                <a:gd name="T37" fmla="*/ 77 h 348"/>
                <a:gd name="T38" fmla="*/ 1 w 278"/>
                <a:gd name="T39" fmla="*/ 82 h 348"/>
                <a:gd name="T40" fmla="*/ 4 w 278"/>
                <a:gd name="T41" fmla="*/ 85 h 348"/>
                <a:gd name="T42" fmla="*/ 8 w 278"/>
                <a:gd name="T43" fmla="*/ 87 h 348"/>
                <a:gd name="T44" fmla="*/ 12 w 278"/>
                <a:gd name="T45" fmla="*/ 87 h 348"/>
                <a:gd name="T46" fmla="*/ 17 w 278"/>
                <a:gd name="T47" fmla="*/ 86 h 348"/>
                <a:gd name="T48" fmla="*/ 20 w 278"/>
                <a:gd name="T49" fmla="*/ 83 h 348"/>
                <a:gd name="T50" fmla="*/ 22 w 278"/>
                <a:gd name="T51" fmla="*/ 79 h 348"/>
                <a:gd name="T52" fmla="*/ 22 w 278"/>
                <a:gd name="T53" fmla="*/ 73 h 348"/>
                <a:gd name="T54" fmla="*/ 19 w 278"/>
                <a:gd name="T55" fmla="*/ 68 h 348"/>
                <a:gd name="T56" fmla="*/ 14 w 278"/>
                <a:gd name="T57" fmla="*/ 60 h 348"/>
                <a:gd name="T58" fmla="*/ 12 w 278"/>
                <a:gd name="T59" fmla="*/ 48 h 348"/>
                <a:gd name="T60" fmla="*/ 13 w 278"/>
                <a:gd name="T61" fmla="*/ 38 h 348"/>
                <a:gd name="T62" fmla="*/ 15 w 278"/>
                <a:gd name="T63" fmla="*/ 29 h 348"/>
                <a:gd name="T64" fmla="*/ 18 w 278"/>
                <a:gd name="T65" fmla="*/ 22 h 348"/>
                <a:gd name="T66" fmla="*/ 23 w 278"/>
                <a:gd name="T67" fmla="*/ 15 h 348"/>
                <a:gd name="T68" fmla="*/ 27 w 278"/>
                <a:gd name="T69" fmla="*/ 11 h 348"/>
                <a:gd name="T70" fmla="*/ 30 w 278"/>
                <a:gd name="T71" fmla="*/ 10 h 348"/>
                <a:gd name="T72" fmla="*/ 35 w 278"/>
                <a:gd name="T73" fmla="*/ 9 h 348"/>
                <a:gd name="T74" fmla="*/ 38 w 278"/>
                <a:gd name="T75" fmla="*/ 7 h 348"/>
                <a:gd name="T76" fmla="*/ 42 w 278"/>
                <a:gd name="T77" fmla="*/ 9 h 348"/>
                <a:gd name="T78" fmla="*/ 45 w 278"/>
                <a:gd name="T79" fmla="*/ 10 h 348"/>
                <a:gd name="T80" fmla="*/ 48 w 278"/>
                <a:gd name="T81" fmla="*/ 11 h 348"/>
                <a:gd name="T82" fmla="*/ 51 w 278"/>
                <a:gd name="T83" fmla="*/ 13 h 348"/>
                <a:gd name="T84" fmla="*/ 57 w 278"/>
                <a:gd name="T85" fmla="*/ 22 h 348"/>
                <a:gd name="T86" fmla="*/ 61 w 278"/>
                <a:gd name="T87" fmla="*/ 37 h 348"/>
                <a:gd name="T88" fmla="*/ 61 w 278"/>
                <a:gd name="T89" fmla="*/ 48 h 348"/>
                <a:gd name="T90" fmla="*/ 60 w 278"/>
                <a:gd name="T91" fmla="*/ 54 h 348"/>
                <a:gd name="T92" fmla="*/ 68 w 278"/>
                <a:gd name="T93" fmla="*/ 58 h 34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278"/>
                <a:gd name="T142" fmla="*/ 0 h 348"/>
                <a:gd name="T143" fmla="*/ 278 w 278"/>
                <a:gd name="T144" fmla="*/ 348 h 34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278" h="348">
                  <a:moveTo>
                    <a:pt x="269" y="233"/>
                  </a:moveTo>
                  <a:lnTo>
                    <a:pt x="273" y="221"/>
                  </a:lnTo>
                  <a:lnTo>
                    <a:pt x="276" y="209"/>
                  </a:lnTo>
                  <a:lnTo>
                    <a:pt x="277" y="197"/>
                  </a:lnTo>
                  <a:lnTo>
                    <a:pt x="278" y="185"/>
                  </a:lnTo>
                  <a:lnTo>
                    <a:pt x="278" y="164"/>
                  </a:lnTo>
                  <a:lnTo>
                    <a:pt x="278" y="143"/>
                  </a:lnTo>
                  <a:lnTo>
                    <a:pt x="274" y="124"/>
                  </a:lnTo>
                  <a:lnTo>
                    <a:pt x="270" y="104"/>
                  </a:lnTo>
                  <a:lnTo>
                    <a:pt x="264" y="87"/>
                  </a:lnTo>
                  <a:lnTo>
                    <a:pt x="256" y="69"/>
                  </a:lnTo>
                  <a:lnTo>
                    <a:pt x="247" y="54"/>
                  </a:lnTo>
                  <a:lnTo>
                    <a:pt x="236" y="39"/>
                  </a:lnTo>
                  <a:lnTo>
                    <a:pt x="228" y="31"/>
                  </a:lnTo>
                  <a:lnTo>
                    <a:pt x="220" y="23"/>
                  </a:lnTo>
                  <a:lnTo>
                    <a:pt x="211" y="17"/>
                  </a:lnTo>
                  <a:lnTo>
                    <a:pt x="202" y="12"/>
                  </a:lnTo>
                  <a:lnTo>
                    <a:pt x="193" y="6"/>
                  </a:lnTo>
                  <a:lnTo>
                    <a:pt x="183" y="4"/>
                  </a:lnTo>
                  <a:lnTo>
                    <a:pt x="173" y="1"/>
                  </a:lnTo>
                  <a:lnTo>
                    <a:pt x="162" y="0"/>
                  </a:lnTo>
                  <a:lnTo>
                    <a:pt x="136" y="1"/>
                  </a:lnTo>
                  <a:lnTo>
                    <a:pt x="110" y="10"/>
                  </a:lnTo>
                  <a:lnTo>
                    <a:pt x="87" y="25"/>
                  </a:lnTo>
                  <a:lnTo>
                    <a:pt x="66" y="44"/>
                  </a:lnTo>
                  <a:lnTo>
                    <a:pt x="48" y="68"/>
                  </a:lnTo>
                  <a:lnTo>
                    <a:pt x="33" y="97"/>
                  </a:lnTo>
                  <a:lnTo>
                    <a:pt x="24" y="130"/>
                  </a:lnTo>
                  <a:lnTo>
                    <a:pt x="19" y="164"/>
                  </a:lnTo>
                  <a:lnTo>
                    <a:pt x="17" y="189"/>
                  </a:lnTo>
                  <a:lnTo>
                    <a:pt x="20" y="213"/>
                  </a:lnTo>
                  <a:lnTo>
                    <a:pt x="24" y="237"/>
                  </a:lnTo>
                  <a:lnTo>
                    <a:pt x="31" y="259"/>
                  </a:lnTo>
                  <a:lnTo>
                    <a:pt x="19" y="265"/>
                  </a:lnTo>
                  <a:lnTo>
                    <a:pt x="9" y="274"/>
                  </a:lnTo>
                  <a:lnTo>
                    <a:pt x="3" y="286"/>
                  </a:lnTo>
                  <a:lnTo>
                    <a:pt x="0" y="299"/>
                  </a:lnTo>
                  <a:lnTo>
                    <a:pt x="0" y="308"/>
                  </a:lnTo>
                  <a:lnTo>
                    <a:pt x="2" y="317"/>
                  </a:lnTo>
                  <a:lnTo>
                    <a:pt x="6" y="325"/>
                  </a:lnTo>
                  <a:lnTo>
                    <a:pt x="11" y="332"/>
                  </a:lnTo>
                  <a:lnTo>
                    <a:pt x="16" y="338"/>
                  </a:lnTo>
                  <a:lnTo>
                    <a:pt x="24" y="342"/>
                  </a:lnTo>
                  <a:lnTo>
                    <a:pt x="32" y="346"/>
                  </a:lnTo>
                  <a:lnTo>
                    <a:pt x="41" y="348"/>
                  </a:lnTo>
                  <a:lnTo>
                    <a:pt x="50" y="348"/>
                  </a:lnTo>
                  <a:lnTo>
                    <a:pt x="60" y="346"/>
                  </a:lnTo>
                  <a:lnTo>
                    <a:pt x="67" y="342"/>
                  </a:lnTo>
                  <a:lnTo>
                    <a:pt x="75" y="337"/>
                  </a:lnTo>
                  <a:lnTo>
                    <a:pt x="81" y="330"/>
                  </a:lnTo>
                  <a:lnTo>
                    <a:pt x="86" y="323"/>
                  </a:lnTo>
                  <a:lnTo>
                    <a:pt x="90" y="315"/>
                  </a:lnTo>
                  <a:lnTo>
                    <a:pt x="91" y="305"/>
                  </a:lnTo>
                  <a:lnTo>
                    <a:pt x="90" y="292"/>
                  </a:lnTo>
                  <a:lnTo>
                    <a:pt x="86" y="279"/>
                  </a:lnTo>
                  <a:lnTo>
                    <a:pt x="78" y="270"/>
                  </a:lnTo>
                  <a:lnTo>
                    <a:pt x="67" y="262"/>
                  </a:lnTo>
                  <a:lnTo>
                    <a:pt x="58" y="241"/>
                  </a:lnTo>
                  <a:lnTo>
                    <a:pt x="53" y="217"/>
                  </a:lnTo>
                  <a:lnTo>
                    <a:pt x="50" y="192"/>
                  </a:lnTo>
                  <a:lnTo>
                    <a:pt x="50" y="167"/>
                  </a:lnTo>
                  <a:lnTo>
                    <a:pt x="53" y="150"/>
                  </a:lnTo>
                  <a:lnTo>
                    <a:pt x="56" y="133"/>
                  </a:lnTo>
                  <a:lnTo>
                    <a:pt x="61" y="117"/>
                  </a:lnTo>
                  <a:lnTo>
                    <a:pt x="67" y="101"/>
                  </a:lnTo>
                  <a:lnTo>
                    <a:pt x="74" y="87"/>
                  </a:lnTo>
                  <a:lnTo>
                    <a:pt x="83" y="75"/>
                  </a:lnTo>
                  <a:lnTo>
                    <a:pt x="92" y="63"/>
                  </a:lnTo>
                  <a:lnTo>
                    <a:pt x="103" y="52"/>
                  </a:lnTo>
                  <a:lnTo>
                    <a:pt x="110" y="47"/>
                  </a:lnTo>
                  <a:lnTo>
                    <a:pt x="116" y="42"/>
                  </a:lnTo>
                  <a:lnTo>
                    <a:pt x="123" y="38"/>
                  </a:lnTo>
                  <a:lnTo>
                    <a:pt x="131" y="35"/>
                  </a:lnTo>
                  <a:lnTo>
                    <a:pt x="137" y="33"/>
                  </a:lnTo>
                  <a:lnTo>
                    <a:pt x="145" y="31"/>
                  </a:lnTo>
                  <a:lnTo>
                    <a:pt x="152" y="31"/>
                  </a:lnTo>
                  <a:lnTo>
                    <a:pt x="160" y="31"/>
                  </a:lnTo>
                  <a:lnTo>
                    <a:pt x="168" y="33"/>
                  </a:lnTo>
                  <a:lnTo>
                    <a:pt x="174" y="34"/>
                  </a:lnTo>
                  <a:lnTo>
                    <a:pt x="181" y="37"/>
                  </a:lnTo>
                  <a:lnTo>
                    <a:pt x="187" y="39"/>
                  </a:lnTo>
                  <a:lnTo>
                    <a:pt x="194" y="44"/>
                  </a:lnTo>
                  <a:lnTo>
                    <a:pt x="200" y="48"/>
                  </a:lnTo>
                  <a:lnTo>
                    <a:pt x="206" y="54"/>
                  </a:lnTo>
                  <a:lnTo>
                    <a:pt x="212" y="60"/>
                  </a:lnTo>
                  <a:lnTo>
                    <a:pt x="228" y="85"/>
                  </a:lnTo>
                  <a:lnTo>
                    <a:pt x="240" y="114"/>
                  </a:lnTo>
                  <a:lnTo>
                    <a:pt x="245" y="147"/>
                  </a:lnTo>
                  <a:lnTo>
                    <a:pt x="245" y="183"/>
                  </a:lnTo>
                  <a:lnTo>
                    <a:pt x="244" y="195"/>
                  </a:lnTo>
                  <a:lnTo>
                    <a:pt x="243" y="207"/>
                  </a:lnTo>
                  <a:lnTo>
                    <a:pt x="240" y="218"/>
                  </a:lnTo>
                  <a:lnTo>
                    <a:pt x="236" y="230"/>
                  </a:lnTo>
                  <a:lnTo>
                    <a:pt x="269" y="2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5" name="Freeform 44"/>
            <p:cNvSpPr>
              <a:spLocks/>
            </p:cNvSpPr>
            <p:nvPr/>
          </p:nvSpPr>
          <p:spPr bwMode="auto">
            <a:xfrm>
              <a:off x="1936" y="2382"/>
              <a:ext cx="63" cy="67"/>
            </a:xfrm>
            <a:custGeom>
              <a:avLst/>
              <a:gdLst>
                <a:gd name="T0" fmla="*/ 0 w 127"/>
                <a:gd name="T1" fmla="*/ 29 h 134"/>
                <a:gd name="T2" fmla="*/ 0 w 127"/>
                <a:gd name="T3" fmla="*/ 30 h 134"/>
                <a:gd name="T4" fmla="*/ 0 w 127"/>
                <a:gd name="T5" fmla="*/ 31 h 134"/>
                <a:gd name="T6" fmla="*/ 1 w 127"/>
                <a:gd name="T7" fmla="*/ 32 h 134"/>
                <a:gd name="T8" fmla="*/ 3 w 127"/>
                <a:gd name="T9" fmla="*/ 33 h 134"/>
                <a:gd name="T10" fmla="*/ 5 w 127"/>
                <a:gd name="T11" fmla="*/ 34 h 134"/>
                <a:gd name="T12" fmla="*/ 7 w 127"/>
                <a:gd name="T13" fmla="*/ 34 h 134"/>
                <a:gd name="T14" fmla="*/ 11 w 127"/>
                <a:gd name="T15" fmla="*/ 33 h 134"/>
                <a:gd name="T16" fmla="*/ 15 w 127"/>
                <a:gd name="T17" fmla="*/ 29 h 134"/>
                <a:gd name="T18" fmla="*/ 19 w 127"/>
                <a:gd name="T19" fmla="*/ 25 h 134"/>
                <a:gd name="T20" fmla="*/ 23 w 127"/>
                <a:gd name="T21" fmla="*/ 21 h 134"/>
                <a:gd name="T22" fmla="*/ 26 w 127"/>
                <a:gd name="T23" fmla="*/ 17 h 134"/>
                <a:gd name="T24" fmla="*/ 28 w 127"/>
                <a:gd name="T25" fmla="*/ 11 h 134"/>
                <a:gd name="T26" fmla="*/ 29 w 127"/>
                <a:gd name="T27" fmla="*/ 7 h 134"/>
                <a:gd name="T28" fmla="*/ 31 w 127"/>
                <a:gd name="T29" fmla="*/ 3 h 134"/>
                <a:gd name="T30" fmla="*/ 31 w 127"/>
                <a:gd name="T31" fmla="*/ 1 h 134"/>
                <a:gd name="T32" fmla="*/ 31 w 127"/>
                <a:gd name="T33" fmla="*/ 0 h 134"/>
                <a:gd name="T34" fmla="*/ 31 w 127"/>
                <a:gd name="T35" fmla="*/ 1 h 134"/>
                <a:gd name="T36" fmla="*/ 30 w 127"/>
                <a:gd name="T37" fmla="*/ 1 h 134"/>
                <a:gd name="T38" fmla="*/ 29 w 127"/>
                <a:gd name="T39" fmla="*/ 1 h 134"/>
                <a:gd name="T40" fmla="*/ 27 w 127"/>
                <a:gd name="T41" fmla="*/ 2 h 134"/>
                <a:gd name="T42" fmla="*/ 26 w 127"/>
                <a:gd name="T43" fmla="*/ 3 h 134"/>
                <a:gd name="T44" fmla="*/ 24 w 127"/>
                <a:gd name="T45" fmla="*/ 4 h 134"/>
                <a:gd name="T46" fmla="*/ 21 w 127"/>
                <a:gd name="T47" fmla="*/ 5 h 134"/>
                <a:gd name="T48" fmla="*/ 19 w 127"/>
                <a:gd name="T49" fmla="*/ 6 h 134"/>
                <a:gd name="T50" fmla="*/ 17 w 127"/>
                <a:gd name="T51" fmla="*/ 6 h 134"/>
                <a:gd name="T52" fmla="*/ 15 w 127"/>
                <a:gd name="T53" fmla="*/ 6 h 134"/>
                <a:gd name="T54" fmla="*/ 13 w 127"/>
                <a:gd name="T55" fmla="*/ 6 h 134"/>
                <a:gd name="T56" fmla="*/ 12 w 127"/>
                <a:gd name="T57" fmla="*/ 6 h 134"/>
                <a:gd name="T58" fmla="*/ 10 w 127"/>
                <a:gd name="T59" fmla="*/ 6 h 134"/>
                <a:gd name="T60" fmla="*/ 9 w 127"/>
                <a:gd name="T61" fmla="*/ 5 h 134"/>
                <a:gd name="T62" fmla="*/ 9 w 127"/>
                <a:gd name="T63" fmla="*/ 5 h 134"/>
                <a:gd name="T64" fmla="*/ 8 w 127"/>
                <a:gd name="T65" fmla="*/ 5 h 134"/>
                <a:gd name="T66" fmla="*/ 0 w 127"/>
                <a:gd name="T67" fmla="*/ 29 h 13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27"/>
                <a:gd name="T103" fmla="*/ 0 h 134"/>
                <a:gd name="T104" fmla="*/ 127 w 127"/>
                <a:gd name="T105" fmla="*/ 134 h 13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27" h="134">
                  <a:moveTo>
                    <a:pt x="0" y="119"/>
                  </a:moveTo>
                  <a:lnTo>
                    <a:pt x="0" y="120"/>
                  </a:lnTo>
                  <a:lnTo>
                    <a:pt x="3" y="124"/>
                  </a:lnTo>
                  <a:lnTo>
                    <a:pt x="7" y="128"/>
                  </a:lnTo>
                  <a:lnTo>
                    <a:pt x="12" y="132"/>
                  </a:lnTo>
                  <a:lnTo>
                    <a:pt x="20" y="134"/>
                  </a:lnTo>
                  <a:lnTo>
                    <a:pt x="31" y="133"/>
                  </a:lnTo>
                  <a:lnTo>
                    <a:pt x="44" y="129"/>
                  </a:lnTo>
                  <a:lnTo>
                    <a:pt x="61" y="119"/>
                  </a:lnTo>
                  <a:lnTo>
                    <a:pt x="78" y="103"/>
                  </a:lnTo>
                  <a:lnTo>
                    <a:pt x="93" y="86"/>
                  </a:lnTo>
                  <a:lnTo>
                    <a:pt x="104" y="66"/>
                  </a:lnTo>
                  <a:lnTo>
                    <a:pt x="112" y="46"/>
                  </a:lnTo>
                  <a:lnTo>
                    <a:pt x="119" y="28"/>
                  </a:lnTo>
                  <a:lnTo>
                    <a:pt x="124" y="13"/>
                  </a:lnTo>
                  <a:lnTo>
                    <a:pt x="126" y="4"/>
                  </a:lnTo>
                  <a:lnTo>
                    <a:pt x="127" y="0"/>
                  </a:lnTo>
                  <a:lnTo>
                    <a:pt x="126" y="1"/>
                  </a:lnTo>
                  <a:lnTo>
                    <a:pt x="123" y="3"/>
                  </a:lnTo>
                  <a:lnTo>
                    <a:pt x="118" y="7"/>
                  </a:lnTo>
                  <a:lnTo>
                    <a:pt x="111" y="9"/>
                  </a:lnTo>
                  <a:lnTo>
                    <a:pt x="104" y="15"/>
                  </a:lnTo>
                  <a:lnTo>
                    <a:pt x="97" y="17"/>
                  </a:lnTo>
                  <a:lnTo>
                    <a:pt x="87" y="21"/>
                  </a:lnTo>
                  <a:lnTo>
                    <a:pt x="79" y="24"/>
                  </a:lnTo>
                  <a:lnTo>
                    <a:pt x="70" y="25"/>
                  </a:lnTo>
                  <a:lnTo>
                    <a:pt x="62" y="26"/>
                  </a:lnTo>
                  <a:lnTo>
                    <a:pt x="54" y="26"/>
                  </a:lnTo>
                  <a:lnTo>
                    <a:pt x="48" y="25"/>
                  </a:lnTo>
                  <a:lnTo>
                    <a:pt x="43" y="24"/>
                  </a:lnTo>
                  <a:lnTo>
                    <a:pt x="39" y="22"/>
                  </a:lnTo>
                  <a:lnTo>
                    <a:pt x="36" y="21"/>
                  </a:lnTo>
                  <a:lnTo>
                    <a:pt x="35" y="21"/>
                  </a:lnTo>
                  <a:lnTo>
                    <a:pt x="0" y="1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6" name="Freeform 45"/>
            <p:cNvSpPr>
              <a:spLocks/>
            </p:cNvSpPr>
            <p:nvPr/>
          </p:nvSpPr>
          <p:spPr bwMode="auto">
            <a:xfrm>
              <a:off x="1890" y="2295"/>
              <a:ext cx="89" cy="163"/>
            </a:xfrm>
            <a:custGeom>
              <a:avLst/>
              <a:gdLst>
                <a:gd name="T0" fmla="*/ 1 w 177"/>
                <a:gd name="T1" fmla="*/ 42 h 326"/>
                <a:gd name="T2" fmla="*/ 0 w 177"/>
                <a:gd name="T3" fmla="*/ 51 h 326"/>
                <a:gd name="T4" fmla="*/ 0 w 177"/>
                <a:gd name="T5" fmla="*/ 59 h 326"/>
                <a:gd name="T6" fmla="*/ 1 w 177"/>
                <a:gd name="T7" fmla="*/ 66 h 326"/>
                <a:gd name="T8" fmla="*/ 3 w 177"/>
                <a:gd name="T9" fmla="*/ 72 h 326"/>
                <a:gd name="T10" fmla="*/ 5 w 177"/>
                <a:gd name="T11" fmla="*/ 77 h 326"/>
                <a:gd name="T12" fmla="*/ 8 w 177"/>
                <a:gd name="T13" fmla="*/ 80 h 326"/>
                <a:gd name="T14" fmla="*/ 12 w 177"/>
                <a:gd name="T15" fmla="*/ 82 h 326"/>
                <a:gd name="T16" fmla="*/ 16 w 177"/>
                <a:gd name="T17" fmla="*/ 82 h 326"/>
                <a:gd name="T18" fmla="*/ 20 w 177"/>
                <a:gd name="T19" fmla="*/ 80 h 326"/>
                <a:gd name="T20" fmla="*/ 25 w 177"/>
                <a:gd name="T21" fmla="*/ 76 h 326"/>
                <a:gd name="T22" fmla="*/ 29 w 177"/>
                <a:gd name="T23" fmla="*/ 72 h 326"/>
                <a:gd name="T24" fmla="*/ 33 w 177"/>
                <a:gd name="T25" fmla="*/ 65 h 326"/>
                <a:gd name="T26" fmla="*/ 36 w 177"/>
                <a:gd name="T27" fmla="*/ 58 h 326"/>
                <a:gd name="T28" fmla="*/ 40 w 177"/>
                <a:gd name="T29" fmla="*/ 50 h 326"/>
                <a:gd name="T30" fmla="*/ 42 w 177"/>
                <a:gd name="T31" fmla="*/ 42 h 326"/>
                <a:gd name="T32" fmla="*/ 44 w 177"/>
                <a:gd name="T33" fmla="*/ 33 h 326"/>
                <a:gd name="T34" fmla="*/ 45 w 177"/>
                <a:gd name="T35" fmla="*/ 25 h 326"/>
                <a:gd name="T36" fmla="*/ 45 w 177"/>
                <a:gd name="T37" fmla="*/ 20 h 326"/>
                <a:gd name="T38" fmla="*/ 44 w 177"/>
                <a:gd name="T39" fmla="*/ 15 h 326"/>
                <a:gd name="T40" fmla="*/ 43 w 177"/>
                <a:gd name="T41" fmla="*/ 11 h 326"/>
                <a:gd name="T42" fmla="*/ 42 w 177"/>
                <a:gd name="T43" fmla="*/ 7 h 326"/>
                <a:gd name="T44" fmla="*/ 40 w 177"/>
                <a:gd name="T45" fmla="*/ 5 h 326"/>
                <a:gd name="T46" fmla="*/ 38 w 177"/>
                <a:gd name="T47" fmla="*/ 3 h 326"/>
                <a:gd name="T48" fmla="*/ 36 w 177"/>
                <a:gd name="T49" fmla="*/ 0 h 326"/>
                <a:gd name="T50" fmla="*/ 14 w 177"/>
                <a:gd name="T51" fmla="*/ 9 h 326"/>
                <a:gd name="T52" fmla="*/ 12 w 177"/>
                <a:gd name="T53" fmla="*/ 12 h 326"/>
                <a:gd name="T54" fmla="*/ 10 w 177"/>
                <a:gd name="T55" fmla="*/ 16 h 326"/>
                <a:gd name="T56" fmla="*/ 8 w 177"/>
                <a:gd name="T57" fmla="*/ 20 h 326"/>
                <a:gd name="T58" fmla="*/ 6 w 177"/>
                <a:gd name="T59" fmla="*/ 24 h 326"/>
                <a:gd name="T60" fmla="*/ 5 w 177"/>
                <a:gd name="T61" fmla="*/ 28 h 326"/>
                <a:gd name="T62" fmla="*/ 3 w 177"/>
                <a:gd name="T63" fmla="*/ 33 h 326"/>
                <a:gd name="T64" fmla="*/ 2 w 177"/>
                <a:gd name="T65" fmla="*/ 38 h 326"/>
                <a:gd name="T66" fmla="*/ 1 w 177"/>
                <a:gd name="T67" fmla="*/ 42 h 3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77"/>
                <a:gd name="T103" fmla="*/ 0 h 326"/>
                <a:gd name="T104" fmla="*/ 177 w 177"/>
                <a:gd name="T105" fmla="*/ 326 h 32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77" h="326">
                  <a:moveTo>
                    <a:pt x="4" y="170"/>
                  </a:moveTo>
                  <a:lnTo>
                    <a:pt x="0" y="205"/>
                  </a:lnTo>
                  <a:lnTo>
                    <a:pt x="0" y="236"/>
                  </a:lnTo>
                  <a:lnTo>
                    <a:pt x="3" y="264"/>
                  </a:lnTo>
                  <a:lnTo>
                    <a:pt x="10" y="288"/>
                  </a:lnTo>
                  <a:lnTo>
                    <a:pt x="19" y="306"/>
                  </a:lnTo>
                  <a:lnTo>
                    <a:pt x="31" y="319"/>
                  </a:lnTo>
                  <a:lnTo>
                    <a:pt x="45" y="326"/>
                  </a:lnTo>
                  <a:lnTo>
                    <a:pt x="61" y="325"/>
                  </a:lnTo>
                  <a:lnTo>
                    <a:pt x="80" y="317"/>
                  </a:lnTo>
                  <a:lnTo>
                    <a:pt x="97" y="304"/>
                  </a:lnTo>
                  <a:lnTo>
                    <a:pt x="114" y="285"/>
                  </a:lnTo>
                  <a:lnTo>
                    <a:pt x="130" y="260"/>
                  </a:lnTo>
                  <a:lnTo>
                    <a:pt x="144" y="232"/>
                  </a:lnTo>
                  <a:lnTo>
                    <a:pt x="157" y="201"/>
                  </a:lnTo>
                  <a:lnTo>
                    <a:pt x="168" y="168"/>
                  </a:lnTo>
                  <a:lnTo>
                    <a:pt x="174" y="132"/>
                  </a:lnTo>
                  <a:lnTo>
                    <a:pt x="177" y="103"/>
                  </a:lnTo>
                  <a:lnTo>
                    <a:pt x="177" y="79"/>
                  </a:lnTo>
                  <a:lnTo>
                    <a:pt x="176" y="61"/>
                  </a:lnTo>
                  <a:lnTo>
                    <a:pt x="172" y="44"/>
                  </a:lnTo>
                  <a:lnTo>
                    <a:pt x="165" y="31"/>
                  </a:lnTo>
                  <a:lnTo>
                    <a:pt x="159" y="20"/>
                  </a:lnTo>
                  <a:lnTo>
                    <a:pt x="151" y="10"/>
                  </a:lnTo>
                  <a:lnTo>
                    <a:pt x="141" y="0"/>
                  </a:lnTo>
                  <a:lnTo>
                    <a:pt x="53" y="35"/>
                  </a:lnTo>
                  <a:lnTo>
                    <a:pt x="45" y="49"/>
                  </a:lnTo>
                  <a:lnTo>
                    <a:pt x="37" y="64"/>
                  </a:lnTo>
                  <a:lnTo>
                    <a:pt x="29" y="79"/>
                  </a:lnTo>
                  <a:lnTo>
                    <a:pt x="23" y="97"/>
                  </a:lnTo>
                  <a:lnTo>
                    <a:pt x="18" y="114"/>
                  </a:lnTo>
                  <a:lnTo>
                    <a:pt x="12" y="132"/>
                  </a:lnTo>
                  <a:lnTo>
                    <a:pt x="8" y="151"/>
                  </a:lnTo>
                  <a:lnTo>
                    <a:pt x="4" y="170"/>
                  </a:lnTo>
                  <a:close/>
                </a:path>
              </a:pathLst>
            </a:custGeom>
            <a:solidFill>
              <a:srgbClr val="C9A8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7" name="Freeform 46"/>
            <p:cNvSpPr>
              <a:spLocks/>
            </p:cNvSpPr>
            <p:nvPr/>
          </p:nvSpPr>
          <p:spPr bwMode="auto">
            <a:xfrm>
              <a:off x="1836" y="2283"/>
              <a:ext cx="162" cy="171"/>
            </a:xfrm>
            <a:custGeom>
              <a:avLst/>
              <a:gdLst>
                <a:gd name="T0" fmla="*/ 48 w 323"/>
                <a:gd name="T1" fmla="*/ 0 h 343"/>
                <a:gd name="T2" fmla="*/ 55 w 323"/>
                <a:gd name="T3" fmla="*/ 0 h 343"/>
                <a:gd name="T4" fmla="*/ 62 w 323"/>
                <a:gd name="T5" fmla="*/ 0 h 343"/>
                <a:gd name="T6" fmla="*/ 68 w 323"/>
                <a:gd name="T7" fmla="*/ 0 h 343"/>
                <a:gd name="T8" fmla="*/ 73 w 323"/>
                <a:gd name="T9" fmla="*/ 1 h 343"/>
                <a:gd name="T10" fmla="*/ 78 w 323"/>
                <a:gd name="T11" fmla="*/ 3 h 343"/>
                <a:gd name="T12" fmla="*/ 80 w 323"/>
                <a:gd name="T13" fmla="*/ 4 h 343"/>
                <a:gd name="T14" fmla="*/ 81 w 323"/>
                <a:gd name="T15" fmla="*/ 6 h 343"/>
                <a:gd name="T16" fmla="*/ 81 w 323"/>
                <a:gd name="T17" fmla="*/ 9 h 343"/>
                <a:gd name="T18" fmla="*/ 78 w 323"/>
                <a:gd name="T19" fmla="*/ 10 h 343"/>
                <a:gd name="T20" fmla="*/ 73 w 323"/>
                <a:gd name="T21" fmla="*/ 11 h 343"/>
                <a:gd name="T22" fmla="*/ 65 w 323"/>
                <a:gd name="T23" fmla="*/ 12 h 343"/>
                <a:gd name="T24" fmla="*/ 57 w 323"/>
                <a:gd name="T25" fmla="*/ 13 h 343"/>
                <a:gd name="T26" fmla="*/ 50 w 323"/>
                <a:gd name="T27" fmla="*/ 16 h 343"/>
                <a:gd name="T28" fmla="*/ 42 w 323"/>
                <a:gd name="T29" fmla="*/ 21 h 343"/>
                <a:gd name="T30" fmla="*/ 37 w 323"/>
                <a:gd name="T31" fmla="*/ 28 h 343"/>
                <a:gd name="T32" fmla="*/ 34 w 323"/>
                <a:gd name="T33" fmla="*/ 40 h 343"/>
                <a:gd name="T34" fmla="*/ 35 w 323"/>
                <a:gd name="T35" fmla="*/ 45 h 343"/>
                <a:gd name="T36" fmla="*/ 36 w 323"/>
                <a:gd name="T37" fmla="*/ 48 h 343"/>
                <a:gd name="T38" fmla="*/ 39 w 323"/>
                <a:gd name="T39" fmla="*/ 51 h 343"/>
                <a:gd name="T40" fmla="*/ 42 w 323"/>
                <a:gd name="T41" fmla="*/ 53 h 343"/>
                <a:gd name="T42" fmla="*/ 45 w 323"/>
                <a:gd name="T43" fmla="*/ 54 h 343"/>
                <a:gd name="T44" fmla="*/ 48 w 323"/>
                <a:gd name="T45" fmla="*/ 54 h 343"/>
                <a:gd name="T46" fmla="*/ 50 w 323"/>
                <a:gd name="T47" fmla="*/ 54 h 343"/>
                <a:gd name="T48" fmla="*/ 51 w 323"/>
                <a:gd name="T49" fmla="*/ 54 h 343"/>
                <a:gd name="T50" fmla="*/ 50 w 323"/>
                <a:gd name="T51" fmla="*/ 55 h 343"/>
                <a:gd name="T52" fmla="*/ 49 w 323"/>
                <a:gd name="T53" fmla="*/ 58 h 343"/>
                <a:gd name="T54" fmla="*/ 48 w 323"/>
                <a:gd name="T55" fmla="*/ 62 h 343"/>
                <a:gd name="T56" fmla="*/ 45 w 323"/>
                <a:gd name="T57" fmla="*/ 66 h 343"/>
                <a:gd name="T58" fmla="*/ 42 w 323"/>
                <a:gd name="T59" fmla="*/ 71 h 343"/>
                <a:gd name="T60" fmla="*/ 39 w 323"/>
                <a:gd name="T61" fmla="*/ 76 h 343"/>
                <a:gd name="T62" fmla="*/ 34 w 323"/>
                <a:gd name="T63" fmla="*/ 80 h 343"/>
                <a:gd name="T64" fmla="*/ 29 w 323"/>
                <a:gd name="T65" fmla="*/ 83 h 343"/>
                <a:gd name="T66" fmla="*/ 24 w 323"/>
                <a:gd name="T67" fmla="*/ 85 h 343"/>
                <a:gd name="T68" fmla="*/ 18 w 323"/>
                <a:gd name="T69" fmla="*/ 85 h 343"/>
                <a:gd name="T70" fmla="*/ 12 w 323"/>
                <a:gd name="T71" fmla="*/ 84 h 343"/>
                <a:gd name="T72" fmla="*/ 7 w 323"/>
                <a:gd name="T73" fmla="*/ 80 h 343"/>
                <a:gd name="T74" fmla="*/ 3 w 323"/>
                <a:gd name="T75" fmla="*/ 75 h 343"/>
                <a:gd name="T76" fmla="*/ 1 w 323"/>
                <a:gd name="T77" fmla="*/ 67 h 343"/>
                <a:gd name="T78" fmla="*/ 0 w 323"/>
                <a:gd name="T79" fmla="*/ 57 h 343"/>
                <a:gd name="T80" fmla="*/ 2 w 323"/>
                <a:gd name="T81" fmla="*/ 45 h 343"/>
                <a:gd name="T82" fmla="*/ 5 w 323"/>
                <a:gd name="T83" fmla="*/ 34 h 343"/>
                <a:gd name="T84" fmla="*/ 10 w 323"/>
                <a:gd name="T85" fmla="*/ 24 h 343"/>
                <a:gd name="T86" fmla="*/ 15 w 323"/>
                <a:gd name="T87" fmla="*/ 17 h 343"/>
                <a:gd name="T88" fmla="*/ 22 w 323"/>
                <a:gd name="T89" fmla="*/ 11 h 343"/>
                <a:gd name="T90" fmla="*/ 28 w 323"/>
                <a:gd name="T91" fmla="*/ 7 h 343"/>
                <a:gd name="T92" fmla="*/ 35 w 323"/>
                <a:gd name="T93" fmla="*/ 3 h 343"/>
                <a:gd name="T94" fmla="*/ 42 w 323"/>
                <a:gd name="T95" fmla="*/ 1 h 343"/>
                <a:gd name="T96" fmla="*/ 48 w 323"/>
                <a:gd name="T97" fmla="*/ 0 h 34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23"/>
                <a:gd name="T148" fmla="*/ 0 h 343"/>
                <a:gd name="T149" fmla="*/ 323 w 323"/>
                <a:gd name="T150" fmla="*/ 343 h 34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23" h="343">
                  <a:moveTo>
                    <a:pt x="190" y="3"/>
                  </a:moveTo>
                  <a:lnTo>
                    <a:pt x="220" y="0"/>
                  </a:lnTo>
                  <a:lnTo>
                    <a:pt x="247" y="0"/>
                  </a:lnTo>
                  <a:lnTo>
                    <a:pt x="272" y="3"/>
                  </a:lnTo>
                  <a:lnTo>
                    <a:pt x="292" y="7"/>
                  </a:lnTo>
                  <a:lnTo>
                    <a:pt x="309" y="12"/>
                  </a:lnTo>
                  <a:lnTo>
                    <a:pt x="319" y="19"/>
                  </a:lnTo>
                  <a:lnTo>
                    <a:pt x="323" y="27"/>
                  </a:lnTo>
                  <a:lnTo>
                    <a:pt x="322" y="36"/>
                  </a:lnTo>
                  <a:lnTo>
                    <a:pt x="310" y="43"/>
                  </a:lnTo>
                  <a:lnTo>
                    <a:pt x="289" y="46"/>
                  </a:lnTo>
                  <a:lnTo>
                    <a:pt x="260" y="49"/>
                  </a:lnTo>
                  <a:lnTo>
                    <a:pt x="228" y="54"/>
                  </a:lnTo>
                  <a:lnTo>
                    <a:pt x="197" y="66"/>
                  </a:lnTo>
                  <a:lnTo>
                    <a:pt x="168" y="85"/>
                  </a:lnTo>
                  <a:lnTo>
                    <a:pt x="147" y="115"/>
                  </a:lnTo>
                  <a:lnTo>
                    <a:pt x="136" y="160"/>
                  </a:lnTo>
                  <a:lnTo>
                    <a:pt x="137" y="181"/>
                  </a:lnTo>
                  <a:lnTo>
                    <a:pt x="144" y="195"/>
                  </a:lnTo>
                  <a:lnTo>
                    <a:pt x="155" y="206"/>
                  </a:lnTo>
                  <a:lnTo>
                    <a:pt x="166" y="213"/>
                  </a:lnTo>
                  <a:lnTo>
                    <a:pt x="178" y="216"/>
                  </a:lnTo>
                  <a:lnTo>
                    <a:pt x="190" y="218"/>
                  </a:lnTo>
                  <a:lnTo>
                    <a:pt x="198" y="218"/>
                  </a:lnTo>
                  <a:lnTo>
                    <a:pt x="201" y="218"/>
                  </a:lnTo>
                  <a:lnTo>
                    <a:pt x="199" y="222"/>
                  </a:lnTo>
                  <a:lnTo>
                    <a:pt x="195" y="232"/>
                  </a:lnTo>
                  <a:lnTo>
                    <a:pt x="189" y="248"/>
                  </a:lnTo>
                  <a:lnTo>
                    <a:pt x="180" y="267"/>
                  </a:lnTo>
                  <a:lnTo>
                    <a:pt x="168" y="286"/>
                  </a:lnTo>
                  <a:lnTo>
                    <a:pt x="153" y="306"/>
                  </a:lnTo>
                  <a:lnTo>
                    <a:pt x="135" y="322"/>
                  </a:lnTo>
                  <a:lnTo>
                    <a:pt x="115" y="335"/>
                  </a:lnTo>
                  <a:lnTo>
                    <a:pt x="93" y="342"/>
                  </a:lnTo>
                  <a:lnTo>
                    <a:pt x="70" y="343"/>
                  </a:lnTo>
                  <a:lnTo>
                    <a:pt x="48" y="336"/>
                  </a:lnTo>
                  <a:lnTo>
                    <a:pt x="28" y="322"/>
                  </a:lnTo>
                  <a:lnTo>
                    <a:pt x="12" y="301"/>
                  </a:lnTo>
                  <a:lnTo>
                    <a:pt x="3" y="269"/>
                  </a:lnTo>
                  <a:lnTo>
                    <a:pt x="0" y="230"/>
                  </a:lnTo>
                  <a:lnTo>
                    <a:pt x="7" y="181"/>
                  </a:lnTo>
                  <a:lnTo>
                    <a:pt x="20" y="136"/>
                  </a:lnTo>
                  <a:lnTo>
                    <a:pt x="39" y="99"/>
                  </a:lnTo>
                  <a:lnTo>
                    <a:pt x="60" y="69"/>
                  </a:lnTo>
                  <a:lnTo>
                    <a:pt x="85" y="45"/>
                  </a:lnTo>
                  <a:lnTo>
                    <a:pt x="112" y="28"/>
                  </a:lnTo>
                  <a:lnTo>
                    <a:pt x="139" y="15"/>
                  </a:lnTo>
                  <a:lnTo>
                    <a:pt x="165" y="7"/>
                  </a:lnTo>
                  <a:lnTo>
                    <a:pt x="19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8" name="Freeform 47"/>
            <p:cNvSpPr>
              <a:spLocks/>
            </p:cNvSpPr>
            <p:nvPr/>
          </p:nvSpPr>
          <p:spPr bwMode="auto">
            <a:xfrm>
              <a:off x="1915" y="2433"/>
              <a:ext cx="344" cy="136"/>
            </a:xfrm>
            <a:custGeom>
              <a:avLst/>
              <a:gdLst>
                <a:gd name="T0" fmla="*/ 82 w 687"/>
                <a:gd name="T1" fmla="*/ 60 h 273"/>
                <a:gd name="T2" fmla="*/ 90 w 687"/>
                <a:gd name="T3" fmla="*/ 54 h 273"/>
                <a:gd name="T4" fmla="*/ 97 w 687"/>
                <a:gd name="T5" fmla="*/ 46 h 273"/>
                <a:gd name="T6" fmla="*/ 105 w 687"/>
                <a:gd name="T7" fmla="*/ 38 h 273"/>
                <a:gd name="T8" fmla="*/ 112 w 687"/>
                <a:gd name="T9" fmla="*/ 30 h 273"/>
                <a:gd name="T10" fmla="*/ 119 w 687"/>
                <a:gd name="T11" fmla="*/ 22 h 273"/>
                <a:gd name="T12" fmla="*/ 126 w 687"/>
                <a:gd name="T13" fmla="*/ 16 h 273"/>
                <a:gd name="T14" fmla="*/ 134 w 687"/>
                <a:gd name="T15" fmla="*/ 11 h 273"/>
                <a:gd name="T16" fmla="*/ 140 w 687"/>
                <a:gd name="T17" fmla="*/ 8 h 273"/>
                <a:gd name="T18" fmla="*/ 148 w 687"/>
                <a:gd name="T19" fmla="*/ 6 h 273"/>
                <a:gd name="T20" fmla="*/ 157 w 687"/>
                <a:gd name="T21" fmla="*/ 5 h 273"/>
                <a:gd name="T22" fmla="*/ 167 w 687"/>
                <a:gd name="T23" fmla="*/ 4 h 273"/>
                <a:gd name="T24" fmla="*/ 168 w 687"/>
                <a:gd name="T25" fmla="*/ 3 h 273"/>
                <a:gd name="T26" fmla="*/ 159 w 687"/>
                <a:gd name="T27" fmla="*/ 2 h 273"/>
                <a:gd name="T28" fmla="*/ 149 w 687"/>
                <a:gd name="T29" fmla="*/ 0 h 273"/>
                <a:gd name="T30" fmla="*/ 139 w 687"/>
                <a:gd name="T31" fmla="*/ 0 h 273"/>
                <a:gd name="T32" fmla="*/ 130 w 687"/>
                <a:gd name="T33" fmla="*/ 1 h 273"/>
                <a:gd name="T34" fmla="*/ 121 w 687"/>
                <a:gd name="T35" fmla="*/ 5 h 273"/>
                <a:gd name="T36" fmla="*/ 114 w 687"/>
                <a:gd name="T37" fmla="*/ 9 h 273"/>
                <a:gd name="T38" fmla="*/ 107 w 687"/>
                <a:gd name="T39" fmla="*/ 15 h 273"/>
                <a:gd name="T40" fmla="*/ 100 w 687"/>
                <a:gd name="T41" fmla="*/ 21 h 273"/>
                <a:gd name="T42" fmla="*/ 92 w 687"/>
                <a:gd name="T43" fmla="*/ 27 h 273"/>
                <a:gd name="T44" fmla="*/ 84 w 687"/>
                <a:gd name="T45" fmla="*/ 33 h 273"/>
                <a:gd name="T46" fmla="*/ 73 w 687"/>
                <a:gd name="T47" fmla="*/ 38 h 273"/>
                <a:gd name="T48" fmla="*/ 62 w 687"/>
                <a:gd name="T49" fmla="*/ 42 h 273"/>
                <a:gd name="T50" fmla="*/ 50 w 687"/>
                <a:gd name="T51" fmla="*/ 43 h 273"/>
                <a:gd name="T52" fmla="*/ 39 w 687"/>
                <a:gd name="T53" fmla="*/ 42 h 273"/>
                <a:gd name="T54" fmla="*/ 30 w 687"/>
                <a:gd name="T55" fmla="*/ 39 h 273"/>
                <a:gd name="T56" fmla="*/ 21 w 687"/>
                <a:gd name="T57" fmla="*/ 36 h 273"/>
                <a:gd name="T58" fmla="*/ 14 w 687"/>
                <a:gd name="T59" fmla="*/ 32 h 273"/>
                <a:gd name="T60" fmla="*/ 9 w 687"/>
                <a:gd name="T61" fmla="*/ 29 h 273"/>
                <a:gd name="T62" fmla="*/ 7 w 687"/>
                <a:gd name="T63" fmla="*/ 28 h 273"/>
                <a:gd name="T64" fmla="*/ 0 w 687"/>
                <a:gd name="T65" fmla="*/ 48 h 273"/>
                <a:gd name="T66" fmla="*/ 17 w 687"/>
                <a:gd name="T67" fmla="*/ 63 h 273"/>
                <a:gd name="T68" fmla="*/ 25 w 687"/>
                <a:gd name="T69" fmla="*/ 64 h 273"/>
                <a:gd name="T70" fmla="*/ 33 w 687"/>
                <a:gd name="T71" fmla="*/ 66 h 273"/>
                <a:gd name="T72" fmla="*/ 42 w 687"/>
                <a:gd name="T73" fmla="*/ 67 h 273"/>
                <a:gd name="T74" fmla="*/ 51 w 687"/>
                <a:gd name="T75" fmla="*/ 68 h 273"/>
                <a:gd name="T76" fmla="*/ 59 w 687"/>
                <a:gd name="T77" fmla="*/ 68 h 273"/>
                <a:gd name="T78" fmla="*/ 67 w 687"/>
                <a:gd name="T79" fmla="*/ 66 h 273"/>
                <a:gd name="T80" fmla="*/ 74 w 687"/>
                <a:gd name="T81" fmla="*/ 64 h 2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87"/>
                <a:gd name="T124" fmla="*/ 0 h 273"/>
                <a:gd name="T125" fmla="*/ 687 w 687"/>
                <a:gd name="T126" fmla="*/ 273 h 27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87" h="273">
                  <a:moveTo>
                    <a:pt x="308" y="253"/>
                  </a:moveTo>
                  <a:lnTo>
                    <a:pt x="325" y="242"/>
                  </a:lnTo>
                  <a:lnTo>
                    <a:pt x="341" y="229"/>
                  </a:lnTo>
                  <a:lnTo>
                    <a:pt x="357" y="216"/>
                  </a:lnTo>
                  <a:lnTo>
                    <a:pt x="372" y="201"/>
                  </a:lnTo>
                  <a:lnTo>
                    <a:pt x="388" y="186"/>
                  </a:lnTo>
                  <a:lnTo>
                    <a:pt x="403" y="170"/>
                  </a:lnTo>
                  <a:lnTo>
                    <a:pt x="418" y="153"/>
                  </a:lnTo>
                  <a:lnTo>
                    <a:pt x="433" y="137"/>
                  </a:lnTo>
                  <a:lnTo>
                    <a:pt x="447" y="121"/>
                  </a:lnTo>
                  <a:lnTo>
                    <a:pt x="462" y="105"/>
                  </a:lnTo>
                  <a:lnTo>
                    <a:pt x="476" y="91"/>
                  </a:lnTo>
                  <a:lnTo>
                    <a:pt x="491" y="76"/>
                  </a:lnTo>
                  <a:lnTo>
                    <a:pt x="504" y="64"/>
                  </a:lnTo>
                  <a:lnTo>
                    <a:pt x="519" y="54"/>
                  </a:lnTo>
                  <a:lnTo>
                    <a:pt x="533" y="45"/>
                  </a:lnTo>
                  <a:lnTo>
                    <a:pt x="548" y="37"/>
                  </a:lnTo>
                  <a:lnTo>
                    <a:pt x="559" y="33"/>
                  </a:lnTo>
                  <a:lnTo>
                    <a:pt x="574" y="30"/>
                  </a:lnTo>
                  <a:lnTo>
                    <a:pt x="590" y="26"/>
                  </a:lnTo>
                  <a:lnTo>
                    <a:pt x="608" y="24"/>
                  </a:lnTo>
                  <a:lnTo>
                    <a:pt x="628" y="22"/>
                  </a:lnTo>
                  <a:lnTo>
                    <a:pt x="648" y="20"/>
                  </a:lnTo>
                  <a:lnTo>
                    <a:pt x="667" y="18"/>
                  </a:lnTo>
                  <a:lnTo>
                    <a:pt x="687" y="17"/>
                  </a:lnTo>
                  <a:lnTo>
                    <a:pt x="671" y="14"/>
                  </a:lnTo>
                  <a:lnTo>
                    <a:pt x="654" y="12"/>
                  </a:lnTo>
                  <a:lnTo>
                    <a:pt x="634" y="8"/>
                  </a:lnTo>
                  <a:lnTo>
                    <a:pt x="615" y="4"/>
                  </a:lnTo>
                  <a:lnTo>
                    <a:pt x="595" y="1"/>
                  </a:lnTo>
                  <a:lnTo>
                    <a:pt x="574" y="0"/>
                  </a:lnTo>
                  <a:lnTo>
                    <a:pt x="554" y="0"/>
                  </a:lnTo>
                  <a:lnTo>
                    <a:pt x="536" y="2"/>
                  </a:lnTo>
                  <a:lnTo>
                    <a:pt x="517" y="6"/>
                  </a:lnTo>
                  <a:lnTo>
                    <a:pt x="500" y="13"/>
                  </a:lnTo>
                  <a:lnTo>
                    <a:pt x="484" y="21"/>
                  </a:lnTo>
                  <a:lnTo>
                    <a:pt x="469" y="30"/>
                  </a:lnTo>
                  <a:lnTo>
                    <a:pt x="454" y="39"/>
                  </a:lnTo>
                  <a:lnTo>
                    <a:pt x="440" y="51"/>
                  </a:lnTo>
                  <a:lnTo>
                    <a:pt x="426" y="62"/>
                  </a:lnTo>
                  <a:lnTo>
                    <a:pt x="412" y="74"/>
                  </a:lnTo>
                  <a:lnTo>
                    <a:pt x="397" y="87"/>
                  </a:lnTo>
                  <a:lnTo>
                    <a:pt x="383" y="99"/>
                  </a:lnTo>
                  <a:lnTo>
                    <a:pt x="367" y="111"/>
                  </a:lnTo>
                  <a:lnTo>
                    <a:pt x="351" y="122"/>
                  </a:lnTo>
                  <a:lnTo>
                    <a:pt x="333" y="134"/>
                  </a:lnTo>
                  <a:lnTo>
                    <a:pt x="313" y="145"/>
                  </a:lnTo>
                  <a:lnTo>
                    <a:pt x="292" y="154"/>
                  </a:lnTo>
                  <a:lnTo>
                    <a:pt x="270" y="162"/>
                  </a:lnTo>
                  <a:lnTo>
                    <a:pt x="246" y="169"/>
                  </a:lnTo>
                  <a:lnTo>
                    <a:pt x="222" y="172"/>
                  </a:lnTo>
                  <a:lnTo>
                    <a:pt x="198" y="172"/>
                  </a:lnTo>
                  <a:lnTo>
                    <a:pt x="177" y="171"/>
                  </a:lnTo>
                  <a:lnTo>
                    <a:pt x="155" y="169"/>
                  </a:lnTo>
                  <a:lnTo>
                    <a:pt x="135" y="165"/>
                  </a:lnTo>
                  <a:lnTo>
                    <a:pt x="117" y="158"/>
                  </a:lnTo>
                  <a:lnTo>
                    <a:pt x="98" y="151"/>
                  </a:lnTo>
                  <a:lnTo>
                    <a:pt x="83" y="145"/>
                  </a:lnTo>
                  <a:lnTo>
                    <a:pt x="68" y="138"/>
                  </a:lnTo>
                  <a:lnTo>
                    <a:pt x="55" y="130"/>
                  </a:lnTo>
                  <a:lnTo>
                    <a:pt x="44" y="125"/>
                  </a:lnTo>
                  <a:lnTo>
                    <a:pt x="36" y="118"/>
                  </a:lnTo>
                  <a:lnTo>
                    <a:pt x="30" y="114"/>
                  </a:lnTo>
                  <a:lnTo>
                    <a:pt x="26" y="112"/>
                  </a:lnTo>
                  <a:lnTo>
                    <a:pt x="25" y="111"/>
                  </a:lnTo>
                  <a:lnTo>
                    <a:pt x="0" y="192"/>
                  </a:lnTo>
                  <a:lnTo>
                    <a:pt x="52" y="250"/>
                  </a:lnTo>
                  <a:lnTo>
                    <a:pt x="65" y="253"/>
                  </a:lnTo>
                  <a:lnTo>
                    <a:pt x="81" y="257"/>
                  </a:lnTo>
                  <a:lnTo>
                    <a:pt x="97" y="259"/>
                  </a:lnTo>
                  <a:lnTo>
                    <a:pt x="113" y="263"/>
                  </a:lnTo>
                  <a:lnTo>
                    <a:pt x="130" y="266"/>
                  </a:lnTo>
                  <a:lnTo>
                    <a:pt x="147" y="269"/>
                  </a:lnTo>
                  <a:lnTo>
                    <a:pt x="166" y="270"/>
                  </a:lnTo>
                  <a:lnTo>
                    <a:pt x="183" y="271"/>
                  </a:lnTo>
                  <a:lnTo>
                    <a:pt x="201" y="273"/>
                  </a:lnTo>
                  <a:lnTo>
                    <a:pt x="218" y="273"/>
                  </a:lnTo>
                  <a:lnTo>
                    <a:pt x="235" y="273"/>
                  </a:lnTo>
                  <a:lnTo>
                    <a:pt x="251" y="270"/>
                  </a:lnTo>
                  <a:lnTo>
                    <a:pt x="267" y="267"/>
                  </a:lnTo>
                  <a:lnTo>
                    <a:pt x="281" y="263"/>
                  </a:lnTo>
                  <a:lnTo>
                    <a:pt x="296" y="259"/>
                  </a:lnTo>
                  <a:lnTo>
                    <a:pt x="308" y="2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9" name="Freeform 48"/>
            <p:cNvSpPr>
              <a:spLocks/>
            </p:cNvSpPr>
            <p:nvPr/>
          </p:nvSpPr>
          <p:spPr bwMode="auto">
            <a:xfrm>
              <a:off x="1942" y="2441"/>
              <a:ext cx="318" cy="158"/>
            </a:xfrm>
            <a:custGeom>
              <a:avLst/>
              <a:gdLst>
                <a:gd name="T0" fmla="*/ 66 w 638"/>
                <a:gd name="T1" fmla="*/ 76 h 315"/>
                <a:gd name="T2" fmla="*/ 78 w 638"/>
                <a:gd name="T3" fmla="*/ 71 h 315"/>
                <a:gd name="T4" fmla="*/ 88 w 638"/>
                <a:gd name="T5" fmla="*/ 64 h 315"/>
                <a:gd name="T6" fmla="*/ 97 w 638"/>
                <a:gd name="T7" fmla="*/ 55 h 315"/>
                <a:gd name="T8" fmla="*/ 104 w 638"/>
                <a:gd name="T9" fmla="*/ 45 h 315"/>
                <a:gd name="T10" fmla="*/ 110 w 638"/>
                <a:gd name="T11" fmla="*/ 36 h 315"/>
                <a:gd name="T12" fmla="*/ 116 w 638"/>
                <a:gd name="T13" fmla="*/ 28 h 315"/>
                <a:gd name="T14" fmla="*/ 121 w 638"/>
                <a:gd name="T15" fmla="*/ 22 h 315"/>
                <a:gd name="T16" fmla="*/ 129 w 638"/>
                <a:gd name="T17" fmla="*/ 15 h 315"/>
                <a:gd name="T18" fmla="*/ 140 w 638"/>
                <a:gd name="T19" fmla="*/ 8 h 315"/>
                <a:gd name="T20" fmla="*/ 151 w 638"/>
                <a:gd name="T21" fmla="*/ 3 h 315"/>
                <a:gd name="T22" fmla="*/ 158 w 638"/>
                <a:gd name="T23" fmla="*/ 1 h 315"/>
                <a:gd name="T24" fmla="*/ 159 w 638"/>
                <a:gd name="T25" fmla="*/ 0 h 315"/>
                <a:gd name="T26" fmla="*/ 158 w 638"/>
                <a:gd name="T27" fmla="*/ 0 h 315"/>
                <a:gd name="T28" fmla="*/ 153 w 638"/>
                <a:gd name="T29" fmla="*/ 1 h 315"/>
                <a:gd name="T30" fmla="*/ 143 w 638"/>
                <a:gd name="T31" fmla="*/ 2 h 315"/>
                <a:gd name="T32" fmla="*/ 134 w 638"/>
                <a:gd name="T33" fmla="*/ 3 h 315"/>
                <a:gd name="T34" fmla="*/ 126 w 638"/>
                <a:gd name="T35" fmla="*/ 4 h 315"/>
                <a:gd name="T36" fmla="*/ 120 w 638"/>
                <a:gd name="T37" fmla="*/ 7 h 315"/>
                <a:gd name="T38" fmla="*/ 112 w 638"/>
                <a:gd name="T39" fmla="*/ 12 h 315"/>
                <a:gd name="T40" fmla="*/ 105 w 638"/>
                <a:gd name="T41" fmla="*/ 19 h 315"/>
                <a:gd name="T42" fmla="*/ 98 w 638"/>
                <a:gd name="T43" fmla="*/ 26 h 315"/>
                <a:gd name="T44" fmla="*/ 91 w 638"/>
                <a:gd name="T45" fmla="*/ 34 h 315"/>
                <a:gd name="T46" fmla="*/ 83 w 638"/>
                <a:gd name="T47" fmla="*/ 43 h 315"/>
                <a:gd name="T48" fmla="*/ 76 w 638"/>
                <a:gd name="T49" fmla="*/ 50 h 315"/>
                <a:gd name="T50" fmla="*/ 68 w 638"/>
                <a:gd name="T51" fmla="*/ 57 h 315"/>
                <a:gd name="T52" fmla="*/ 61 w 638"/>
                <a:gd name="T53" fmla="*/ 61 h 315"/>
                <a:gd name="T54" fmla="*/ 53 w 638"/>
                <a:gd name="T55" fmla="*/ 63 h 315"/>
                <a:gd name="T56" fmla="*/ 45 w 638"/>
                <a:gd name="T57" fmla="*/ 64 h 315"/>
                <a:gd name="T58" fmla="*/ 37 w 638"/>
                <a:gd name="T59" fmla="*/ 64 h 315"/>
                <a:gd name="T60" fmla="*/ 28 w 638"/>
                <a:gd name="T61" fmla="*/ 64 h 315"/>
                <a:gd name="T62" fmla="*/ 19 w 638"/>
                <a:gd name="T63" fmla="*/ 63 h 315"/>
                <a:gd name="T64" fmla="*/ 11 w 638"/>
                <a:gd name="T65" fmla="*/ 61 h 315"/>
                <a:gd name="T66" fmla="*/ 3 w 638"/>
                <a:gd name="T67" fmla="*/ 59 h 315"/>
                <a:gd name="T68" fmla="*/ 15 w 638"/>
                <a:gd name="T69" fmla="*/ 76 h 315"/>
                <a:gd name="T70" fmla="*/ 18 w 638"/>
                <a:gd name="T71" fmla="*/ 77 h 315"/>
                <a:gd name="T72" fmla="*/ 27 w 638"/>
                <a:gd name="T73" fmla="*/ 78 h 315"/>
                <a:gd name="T74" fmla="*/ 42 w 638"/>
                <a:gd name="T75" fmla="*/ 79 h 315"/>
                <a:gd name="T76" fmla="*/ 59 w 638"/>
                <a:gd name="T77" fmla="*/ 77 h 31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638"/>
                <a:gd name="T118" fmla="*/ 0 h 315"/>
                <a:gd name="T119" fmla="*/ 638 w 638"/>
                <a:gd name="T120" fmla="*/ 315 h 31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638" h="315">
                  <a:moveTo>
                    <a:pt x="239" y="308"/>
                  </a:moveTo>
                  <a:lnTo>
                    <a:pt x="265" y="302"/>
                  </a:lnTo>
                  <a:lnTo>
                    <a:pt x="290" y="294"/>
                  </a:lnTo>
                  <a:lnTo>
                    <a:pt x="312" y="282"/>
                  </a:lnTo>
                  <a:lnTo>
                    <a:pt x="334" y="267"/>
                  </a:lnTo>
                  <a:lnTo>
                    <a:pt x="353" y="253"/>
                  </a:lnTo>
                  <a:lnTo>
                    <a:pt x="372" y="236"/>
                  </a:lnTo>
                  <a:lnTo>
                    <a:pt x="389" y="217"/>
                  </a:lnTo>
                  <a:lnTo>
                    <a:pt x="405" y="199"/>
                  </a:lnTo>
                  <a:lnTo>
                    <a:pt x="419" y="180"/>
                  </a:lnTo>
                  <a:lnTo>
                    <a:pt x="432" y="162"/>
                  </a:lnTo>
                  <a:lnTo>
                    <a:pt x="444" y="144"/>
                  </a:lnTo>
                  <a:lnTo>
                    <a:pt x="456" y="126"/>
                  </a:lnTo>
                  <a:lnTo>
                    <a:pt x="467" y="112"/>
                  </a:lnTo>
                  <a:lnTo>
                    <a:pt x="477" y="97"/>
                  </a:lnTo>
                  <a:lnTo>
                    <a:pt x="486" y="86"/>
                  </a:lnTo>
                  <a:lnTo>
                    <a:pt x="496" y="76"/>
                  </a:lnTo>
                  <a:lnTo>
                    <a:pt x="517" y="59"/>
                  </a:lnTo>
                  <a:lnTo>
                    <a:pt x="540" y="45"/>
                  </a:lnTo>
                  <a:lnTo>
                    <a:pt x="564" y="32"/>
                  </a:lnTo>
                  <a:lnTo>
                    <a:pt x="586" y="20"/>
                  </a:lnTo>
                  <a:lnTo>
                    <a:pt x="606" y="12"/>
                  </a:lnTo>
                  <a:lnTo>
                    <a:pt x="623" y="5"/>
                  </a:lnTo>
                  <a:lnTo>
                    <a:pt x="634" y="1"/>
                  </a:lnTo>
                  <a:lnTo>
                    <a:pt x="638" y="0"/>
                  </a:lnTo>
                  <a:lnTo>
                    <a:pt x="637" y="0"/>
                  </a:lnTo>
                  <a:lnTo>
                    <a:pt x="635" y="0"/>
                  </a:lnTo>
                  <a:lnTo>
                    <a:pt x="615" y="1"/>
                  </a:lnTo>
                  <a:lnTo>
                    <a:pt x="596" y="3"/>
                  </a:lnTo>
                  <a:lnTo>
                    <a:pt x="576" y="5"/>
                  </a:lnTo>
                  <a:lnTo>
                    <a:pt x="556" y="7"/>
                  </a:lnTo>
                  <a:lnTo>
                    <a:pt x="538" y="9"/>
                  </a:lnTo>
                  <a:lnTo>
                    <a:pt x="522" y="13"/>
                  </a:lnTo>
                  <a:lnTo>
                    <a:pt x="507" y="16"/>
                  </a:lnTo>
                  <a:lnTo>
                    <a:pt x="496" y="20"/>
                  </a:lnTo>
                  <a:lnTo>
                    <a:pt x="481" y="28"/>
                  </a:lnTo>
                  <a:lnTo>
                    <a:pt x="467" y="37"/>
                  </a:lnTo>
                  <a:lnTo>
                    <a:pt x="452" y="47"/>
                  </a:lnTo>
                  <a:lnTo>
                    <a:pt x="439" y="59"/>
                  </a:lnTo>
                  <a:lnTo>
                    <a:pt x="424" y="74"/>
                  </a:lnTo>
                  <a:lnTo>
                    <a:pt x="410" y="88"/>
                  </a:lnTo>
                  <a:lnTo>
                    <a:pt x="395" y="104"/>
                  </a:lnTo>
                  <a:lnTo>
                    <a:pt x="381" y="120"/>
                  </a:lnTo>
                  <a:lnTo>
                    <a:pt x="366" y="136"/>
                  </a:lnTo>
                  <a:lnTo>
                    <a:pt x="351" y="153"/>
                  </a:lnTo>
                  <a:lnTo>
                    <a:pt x="336" y="169"/>
                  </a:lnTo>
                  <a:lnTo>
                    <a:pt x="320" y="184"/>
                  </a:lnTo>
                  <a:lnTo>
                    <a:pt x="305" y="199"/>
                  </a:lnTo>
                  <a:lnTo>
                    <a:pt x="289" y="212"/>
                  </a:lnTo>
                  <a:lnTo>
                    <a:pt x="273" y="225"/>
                  </a:lnTo>
                  <a:lnTo>
                    <a:pt x="256" y="236"/>
                  </a:lnTo>
                  <a:lnTo>
                    <a:pt x="244" y="242"/>
                  </a:lnTo>
                  <a:lnTo>
                    <a:pt x="229" y="246"/>
                  </a:lnTo>
                  <a:lnTo>
                    <a:pt x="215" y="250"/>
                  </a:lnTo>
                  <a:lnTo>
                    <a:pt x="199" y="253"/>
                  </a:lnTo>
                  <a:lnTo>
                    <a:pt x="183" y="256"/>
                  </a:lnTo>
                  <a:lnTo>
                    <a:pt x="166" y="256"/>
                  </a:lnTo>
                  <a:lnTo>
                    <a:pt x="149" y="256"/>
                  </a:lnTo>
                  <a:lnTo>
                    <a:pt x="131" y="254"/>
                  </a:lnTo>
                  <a:lnTo>
                    <a:pt x="114" y="253"/>
                  </a:lnTo>
                  <a:lnTo>
                    <a:pt x="95" y="252"/>
                  </a:lnTo>
                  <a:lnTo>
                    <a:pt x="78" y="249"/>
                  </a:lnTo>
                  <a:lnTo>
                    <a:pt x="61" y="246"/>
                  </a:lnTo>
                  <a:lnTo>
                    <a:pt x="45" y="242"/>
                  </a:lnTo>
                  <a:lnTo>
                    <a:pt x="29" y="240"/>
                  </a:lnTo>
                  <a:lnTo>
                    <a:pt x="13" y="236"/>
                  </a:lnTo>
                  <a:lnTo>
                    <a:pt x="0" y="233"/>
                  </a:lnTo>
                  <a:lnTo>
                    <a:pt x="62" y="302"/>
                  </a:lnTo>
                  <a:lnTo>
                    <a:pt x="66" y="303"/>
                  </a:lnTo>
                  <a:lnTo>
                    <a:pt x="75" y="306"/>
                  </a:lnTo>
                  <a:lnTo>
                    <a:pt x="91" y="308"/>
                  </a:lnTo>
                  <a:lnTo>
                    <a:pt x="111" y="311"/>
                  </a:lnTo>
                  <a:lnTo>
                    <a:pt x="137" y="314"/>
                  </a:lnTo>
                  <a:lnTo>
                    <a:pt x="168" y="315"/>
                  </a:lnTo>
                  <a:lnTo>
                    <a:pt x="202" y="314"/>
                  </a:lnTo>
                  <a:lnTo>
                    <a:pt x="239" y="308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0" name="Freeform 49"/>
            <p:cNvSpPr>
              <a:spLocks/>
            </p:cNvSpPr>
            <p:nvPr/>
          </p:nvSpPr>
          <p:spPr bwMode="auto">
            <a:xfrm>
              <a:off x="1805" y="2467"/>
              <a:ext cx="202" cy="289"/>
            </a:xfrm>
            <a:custGeom>
              <a:avLst/>
              <a:gdLst>
                <a:gd name="T0" fmla="*/ 78 w 406"/>
                <a:gd name="T1" fmla="*/ 18 h 579"/>
                <a:gd name="T2" fmla="*/ 71 w 406"/>
                <a:gd name="T3" fmla="*/ 13 h 579"/>
                <a:gd name="T4" fmla="*/ 63 w 406"/>
                <a:gd name="T5" fmla="*/ 9 h 579"/>
                <a:gd name="T6" fmla="*/ 54 w 406"/>
                <a:gd name="T7" fmla="*/ 6 h 579"/>
                <a:gd name="T8" fmla="*/ 47 w 406"/>
                <a:gd name="T9" fmla="*/ 3 h 579"/>
                <a:gd name="T10" fmla="*/ 39 w 406"/>
                <a:gd name="T11" fmla="*/ 1 h 579"/>
                <a:gd name="T12" fmla="*/ 32 w 406"/>
                <a:gd name="T13" fmla="*/ 0 h 579"/>
                <a:gd name="T14" fmla="*/ 27 w 406"/>
                <a:gd name="T15" fmla="*/ 0 h 579"/>
                <a:gd name="T16" fmla="*/ 18 w 406"/>
                <a:gd name="T17" fmla="*/ 1 h 579"/>
                <a:gd name="T18" fmla="*/ 11 w 406"/>
                <a:gd name="T19" fmla="*/ 5 h 579"/>
                <a:gd name="T20" fmla="*/ 8 w 406"/>
                <a:gd name="T21" fmla="*/ 11 h 579"/>
                <a:gd name="T22" fmla="*/ 8 w 406"/>
                <a:gd name="T23" fmla="*/ 15 h 579"/>
                <a:gd name="T24" fmla="*/ 0 w 406"/>
                <a:gd name="T25" fmla="*/ 30 h 579"/>
                <a:gd name="T26" fmla="*/ 6 w 406"/>
                <a:gd name="T27" fmla="*/ 36 h 579"/>
                <a:gd name="T28" fmla="*/ 7 w 406"/>
                <a:gd name="T29" fmla="*/ 39 h 579"/>
                <a:gd name="T30" fmla="*/ 10 w 406"/>
                <a:gd name="T31" fmla="*/ 44 h 579"/>
                <a:gd name="T32" fmla="*/ 14 w 406"/>
                <a:gd name="T33" fmla="*/ 50 h 579"/>
                <a:gd name="T34" fmla="*/ 20 w 406"/>
                <a:gd name="T35" fmla="*/ 56 h 579"/>
                <a:gd name="T36" fmla="*/ 28 w 406"/>
                <a:gd name="T37" fmla="*/ 60 h 579"/>
                <a:gd name="T38" fmla="*/ 36 w 406"/>
                <a:gd name="T39" fmla="*/ 63 h 579"/>
                <a:gd name="T40" fmla="*/ 41 w 406"/>
                <a:gd name="T41" fmla="*/ 64 h 579"/>
                <a:gd name="T42" fmla="*/ 41 w 406"/>
                <a:gd name="T43" fmla="*/ 67 h 579"/>
                <a:gd name="T44" fmla="*/ 38 w 406"/>
                <a:gd name="T45" fmla="*/ 74 h 579"/>
                <a:gd name="T46" fmla="*/ 33 w 406"/>
                <a:gd name="T47" fmla="*/ 82 h 579"/>
                <a:gd name="T48" fmla="*/ 29 w 406"/>
                <a:gd name="T49" fmla="*/ 90 h 579"/>
                <a:gd name="T50" fmla="*/ 27 w 406"/>
                <a:gd name="T51" fmla="*/ 99 h 579"/>
                <a:gd name="T52" fmla="*/ 27 w 406"/>
                <a:gd name="T53" fmla="*/ 115 h 579"/>
                <a:gd name="T54" fmla="*/ 32 w 406"/>
                <a:gd name="T55" fmla="*/ 125 h 579"/>
                <a:gd name="T56" fmla="*/ 40 w 406"/>
                <a:gd name="T57" fmla="*/ 125 h 579"/>
                <a:gd name="T58" fmla="*/ 50 w 406"/>
                <a:gd name="T59" fmla="*/ 126 h 579"/>
                <a:gd name="T60" fmla="*/ 61 w 406"/>
                <a:gd name="T61" fmla="*/ 128 h 579"/>
                <a:gd name="T62" fmla="*/ 75 w 406"/>
                <a:gd name="T63" fmla="*/ 132 h 579"/>
                <a:gd name="T64" fmla="*/ 87 w 406"/>
                <a:gd name="T65" fmla="*/ 137 h 579"/>
                <a:gd name="T66" fmla="*/ 93 w 406"/>
                <a:gd name="T67" fmla="*/ 140 h 579"/>
                <a:gd name="T68" fmla="*/ 96 w 406"/>
                <a:gd name="T69" fmla="*/ 143 h 579"/>
                <a:gd name="T70" fmla="*/ 95 w 406"/>
                <a:gd name="T71" fmla="*/ 138 h 579"/>
                <a:gd name="T72" fmla="*/ 91 w 406"/>
                <a:gd name="T73" fmla="*/ 115 h 579"/>
                <a:gd name="T74" fmla="*/ 89 w 406"/>
                <a:gd name="T75" fmla="*/ 92 h 579"/>
                <a:gd name="T76" fmla="*/ 92 w 406"/>
                <a:gd name="T77" fmla="*/ 77 h 579"/>
                <a:gd name="T78" fmla="*/ 95 w 406"/>
                <a:gd name="T79" fmla="*/ 66 h 579"/>
                <a:gd name="T80" fmla="*/ 99 w 406"/>
                <a:gd name="T81" fmla="*/ 56 h 579"/>
                <a:gd name="T82" fmla="*/ 101 w 406"/>
                <a:gd name="T83" fmla="*/ 49 h 579"/>
                <a:gd name="T84" fmla="*/ 99 w 406"/>
                <a:gd name="T85" fmla="*/ 44 h 579"/>
                <a:gd name="T86" fmla="*/ 95 w 406"/>
                <a:gd name="T87" fmla="*/ 35 h 579"/>
                <a:gd name="T88" fmla="*/ 87 w 406"/>
                <a:gd name="T89" fmla="*/ 25 h 57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406"/>
                <a:gd name="T136" fmla="*/ 0 h 579"/>
                <a:gd name="T137" fmla="*/ 406 w 406"/>
                <a:gd name="T138" fmla="*/ 579 h 57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406" h="579">
                  <a:moveTo>
                    <a:pt x="330" y="82"/>
                  </a:moveTo>
                  <a:lnTo>
                    <a:pt x="316" y="72"/>
                  </a:lnTo>
                  <a:lnTo>
                    <a:pt x="302" y="61"/>
                  </a:lnTo>
                  <a:lnTo>
                    <a:pt x="286" y="52"/>
                  </a:lnTo>
                  <a:lnTo>
                    <a:pt x="270" y="44"/>
                  </a:lnTo>
                  <a:lnTo>
                    <a:pt x="253" y="36"/>
                  </a:lnTo>
                  <a:lnTo>
                    <a:pt x="237" y="29"/>
                  </a:lnTo>
                  <a:lnTo>
                    <a:pt x="220" y="24"/>
                  </a:lnTo>
                  <a:lnTo>
                    <a:pt x="204" y="19"/>
                  </a:lnTo>
                  <a:lnTo>
                    <a:pt x="189" y="14"/>
                  </a:lnTo>
                  <a:lnTo>
                    <a:pt x="173" y="10"/>
                  </a:lnTo>
                  <a:lnTo>
                    <a:pt x="157" y="7"/>
                  </a:lnTo>
                  <a:lnTo>
                    <a:pt x="144" y="4"/>
                  </a:lnTo>
                  <a:lnTo>
                    <a:pt x="131" y="2"/>
                  </a:lnTo>
                  <a:lnTo>
                    <a:pt x="119" y="2"/>
                  </a:lnTo>
                  <a:lnTo>
                    <a:pt x="108" y="0"/>
                  </a:lnTo>
                  <a:lnTo>
                    <a:pt x="100" y="0"/>
                  </a:lnTo>
                  <a:lnTo>
                    <a:pt x="75" y="4"/>
                  </a:lnTo>
                  <a:lnTo>
                    <a:pt x="57" y="12"/>
                  </a:lnTo>
                  <a:lnTo>
                    <a:pt x="45" y="23"/>
                  </a:lnTo>
                  <a:lnTo>
                    <a:pt x="37" y="35"/>
                  </a:lnTo>
                  <a:lnTo>
                    <a:pt x="33" y="45"/>
                  </a:lnTo>
                  <a:lnTo>
                    <a:pt x="32" y="56"/>
                  </a:lnTo>
                  <a:lnTo>
                    <a:pt x="32" y="62"/>
                  </a:lnTo>
                  <a:lnTo>
                    <a:pt x="32" y="65"/>
                  </a:lnTo>
                  <a:lnTo>
                    <a:pt x="0" y="120"/>
                  </a:lnTo>
                  <a:lnTo>
                    <a:pt x="23" y="143"/>
                  </a:lnTo>
                  <a:lnTo>
                    <a:pt x="24" y="144"/>
                  </a:lnTo>
                  <a:lnTo>
                    <a:pt x="25" y="149"/>
                  </a:lnTo>
                  <a:lnTo>
                    <a:pt x="29" y="157"/>
                  </a:lnTo>
                  <a:lnTo>
                    <a:pt x="34" y="166"/>
                  </a:lnTo>
                  <a:lnTo>
                    <a:pt x="41" y="177"/>
                  </a:lnTo>
                  <a:lnTo>
                    <a:pt x="49" y="189"/>
                  </a:lnTo>
                  <a:lnTo>
                    <a:pt x="58" y="202"/>
                  </a:lnTo>
                  <a:lnTo>
                    <a:pt x="70" y="214"/>
                  </a:lnTo>
                  <a:lnTo>
                    <a:pt x="83" y="224"/>
                  </a:lnTo>
                  <a:lnTo>
                    <a:pt x="98" y="235"/>
                  </a:lnTo>
                  <a:lnTo>
                    <a:pt x="115" y="243"/>
                  </a:lnTo>
                  <a:lnTo>
                    <a:pt x="131" y="249"/>
                  </a:lnTo>
                  <a:lnTo>
                    <a:pt x="145" y="255"/>
                  </a:lnTo>
                  <a:lnTo>
                    <a:pt x="157" y="259"/>
                  </a:lnTo>
                  <a:lnTo>
                    <a:pt x="165" y="259"/>
                  </a:lnTo>
                  <a:lnTo>
                    <a:pt x="169" y="257"/>
                  </a:lnTo>
                  <a:lnTo>
                    <a:pt x="166" y="268"/>
                  </a:lnTo>
                  <a:lnTo>
                    <a:pt x="160" y="282"/>
                  </a:lnTo>
                  <a:lnTo>
                    <a:pt x="152" y="297"/>
                  </a:lnTo>
                  <a:lnTo>
                    <a:pt x="143" y="313"/>
                  </a:lnTo>
                  <a:lnTo>
                    <a:pt x="133" y="330"/>
                  </a:lnTo>
                  <a:lnTo>
                    <a:pt x="125" y="347"/>
                  </a:lnTo>
                  <a:lnTo>
                    <a:pt x="117" y="363"/>
                  </a:lnTo>
                  <a:lnTo>
                    <a:pt x="114" y="379"/>
                  </a:lnTo>
                  <a:lnTo>
                    <a:pt x="111" y="398"/>
                  </a:lnTo>
                  <a:lnTo>
                    <a:pt x="110" y="426"/>
                  </a:lnTo>
                  <a:lnTo>
                    <a:pt x="111" y="462"/>
                  </a:lnTo>
                  <a:lnTo>
                    <a:pt x="112" y="504"/>
                  </a:lnTo>
                  <a:lnTo>
                    <a:pt x="128" y="502"/>
                  </a:lnTo>
                  <a:lnTo>
                    <a:pt x="145" y="502"/>
                  </a:lnTo>
                  <a:lnTo>
                    <a:pt x="162" y="502"/>
                  </a:lnTo>
                  <a:lnTo>
                    <a:pt x="182" y="504"/>
                  </a:lnTo>
                  <a:lnTo>
                    <a:pt x="202" y="505"/>
                  </a:lnTo>
                  <a:lnTo>
                    <a:pt x="224" y="509"/>
                  </a:lnTo>
                  <a:lnTo>
                    <a:pt x="247" y="513"/>
                  </a:lnTo>
                  <a:lnTo>
                    <a:pt x="272" y="520"/>
                  </a:lnTo>
                  <a:lnTo>
                    <a:pt x="303" y="530"/>
                  </a:lnTo>
                  <a:lnTo>
                    <a:pt x="330" y="539"/>
                  </a:lnTo>
                  <a:lnTo>
                    <a:pt x="349" y="549"/>
                  </a:lnTo>
                  <a:lnTo>
                    <a:pt x="365" y="556"/>
                  </a:lnTo>
                  <a:lnTo>
                    <a:pt x="376" y="563"/>
                  </a:lnTo>
                  <a:lnTo>
                    <a:pt x="384" y="570"/>
                  </a:lnTo>
                  <a:lnTo>
                    <a:pt x="388" y="575"/>
                  </a:lnTo>
                  <a:lnTo>
                    <a:pt x="390" y="579"/>
                  </a:lnTo>
                  <a:lnTo>
                    <a:pt x="384" y="555"/>
                  </a:lnTo>
                  <a:lnTo>
                    <a:pt x="374" y="514"/>
                  </a:lnTo>
                  <a:lnTo>
                    <a:pt x="365" y="463"/>
                  </a:lnTo>
                  <a:lnTo>
                    <a:pt x="360" y="409"/>
                  </a:lnTo>
                  <a:lnTo>
                    <a:pt x="360" y="371"/>
                  </a:lnTo>
                  <a:lnTo>
                    <a:pt x="363" y="339"/>
                  </a:lnTo>
                  <a:lnTo>
                    <a:pt x="369" y="310"/>
                  </a:lnTo>
                  <a:lnTo>
                    <a:pt x="376" y="285"/>
                  </a:lnTo>
                  <a:lnTo>
                    <a:pt x="384" y="264"/>
                  </a:lnTo>
                  <a:lnTo>
                    <a:pt x="393" y="244"/>
                  </a:lnTo>
                  <a:lnTo>
                    <a:pt x="399" y="224"/>
                  </a:lnTo>
                  <a:lnTo>
                    <a:pt x="406" y="206"/>
                  </a:lnTo>
                  <a:lnTo>
                    <a:pt x="406" y="199"/>
                  </a:lnTo>
                  <a:lnTo>
                    <a:pt x="403" y="190"/>
                  </a:lnTo>
                  <a:lnTo>
                    <a:pt x="399" y="176"/>
                  </a:lnTo>
                  <a:lnTo>
                    <a:pt x="391" y="160"/>
                  </a:lnTo>
                  <a:lnTo>
                    <a:pt x="382" y="141"/>
                  </a:lnTo>
                  <a:lnTo>
                    <a:pt x="368" y="122"/>
                  </a:lnTo>
                  <a:lnTo>
                    <a:pt x="351" y="102"/>
                  </a:lnTo>
                  <a:lnTo>
                    <a:pt x="330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1" name="Freeform 50"/>
            <p:cNvSpPr>
              <a:spLocks/>
            </p:cNvSpPr>
            <p:nvPr/>
          </p:nvSpPr>
          <p:spPr bwMode="auto">
            <a:xfrm>
              <a:off x="1782" y="2527"/>
              <a:ext cx="107" cy="211"/>
            </a:xfrm>
            <a:custGeom>
              <a:avLst/>
              <a:gdLst>
                <a:gd name="T0" fmla="*/ 40 w 215"/>
                <a:gd name="T1" fmla="*/ 65 h 422"/>
                <a:gd name="T2" fmla="*/ 40 w 215"/>
                <a:gd name="T3" fmla="*/ 60 h 422"/>
                <a:gd name="T4" fmla="*/ 42 w 215"/>
                <a:gd name="T5" fmla="*/ 56 h 422"/>
                <a:gd name="T6" fmla="*/ 44 w 215"/>
                <a:gd name="T7" fmla="*/ 53 h 422"/>
                <a:gd name="T8" fmla="*/ 47 w 215"/>
                <a:gd name="T9" fmla="*/ 49 h 422"/>
                <a:gd name="T10" fmla="*/ 49 w 215"/>
                <a:gd name="T11" fmla="*/ 45 h 422"/>
                <a:gd name="T12" fmla="*/ 51 w 215"/>
                <a:gd name="T13" fmla="*/ 41 h 422"/>
                <a:gd name="T14" fmla="*/ 53 w 215"/>
                <a:gd name="T15" fmla="*/ 37 h 422"/>
                <a:gd name="T16" fmla="*/ 53 w 215"/>
                <a:gd name="T17" fmla="*/ 35 h 422"/>
                <a:gd name="T18" fmla="*/ 52 w 215"/>
                <a:gd name="T19" fmla="*/ 35 h 422"/>
                <a:gd name="T20" fmla="*/ 50 w 215"/>
                <a:gd name="T21" fmla="*/ 35 h 422"/>
                <a:gd name="T22" fmla="*/ 47 w 215"/>
                <a:gd name="T23" fmla="*/ 34 h 422"/>
                <a:gd name="T24" fmla="*/ 44 w 215"/>
                <a:gd name="T25" fmla="*/ 33 h 422"/>
                <a:gd name="T26" fmla="*/ 40 w 215"/>
                <a:gd name="T27" fmla="*/ 30 h 422"/>
                <a:gd name="T28" fmla="*/ 36 w 215"/>
                <a:gd name="T29" fmla="*/ 28 h 422"/>
                <a:gd name="T30" fmla="*/ 32 w 215"/>
                <a:gd name="T31" fmla="*/ 26 h 422"/>
                <a:gd name="T32" fmla="*/ 29 w 215"/>
                <a:gd name="T33" fmla="*/ 24 h 422"/>
                <a:gd name="T34" fmla="*/ 26 w 215"/>
                <a:gd name="T35" fmla="*/ 21 h 422"/>
                <a:gd name="T36" fmla="*/ 23 w 215"/>
                <a:gd name="T37" fmla="*/ 18 h 422"/>
                <a:gd name="T38" fmla="*/ 21 w 215"/>
                <a:gd name="T39" fmla="*/ 14 h 422"/>
                <a:gd name="T40" fmla="*/ 20 w 215"/>
                <a:gd name="T41" fmla="*/ 12 h 422"/>
                <a:gd name="T42" fmla="*/ 18 w 215"/>
                <a:gd name="T43" fmla="*/ 10 h 422"/>
                <a:gd name="T44" fmla="*/ 17 w 215"/>
                <a:gd name="T45" fmla="*/ 7 h 422"/>
                <a:gd name="T46" fmla="*/ 17 w 215"/>
                <a:gd name="T47" fmla="*/ 6 h 422"/>
                <a:gd name="T48" fmla="*/ 17 w 215"/>
                <a:gd name="T49" fmla="*/ 6 h 422"/>
                <a:gd name="T50" fmla="*/ 11 w 215"/>
                <a:gd name="T51" fmla="*/ 0 h 422"/>
                <a:gd name="T52" fmla="*/ 0 w 215"/>
                <a:gd name="T53" fmla="*/ 21 h 422"/>
                <a:gd name="T54" fmla="*/ 0 w 215"/>
                <a:gd name="T55" fmla="*/ 21 h 422"/>
                <a:gd name="T56" fmla="*/ 2 w 215"/>
                <a:gd name="T57" fmla="*/ 22 h 422"/>
                <a:gd name="T58" fmla="*/ 4 w 215"/>
                <a:gd name="T59" fmla="*/ 23 h 422"/>
                <a:gd name="T60" fmla="*/ 7 w 215"/>
                <a:gd name="T61" fmla="*/ 25 h 422"/>
                <a:gd name="T62" fmla="*/ 10 w 215"/>
                <a:gd name="T63" fmla="*/ 27 h 422"/>
                <a:gd name="T64" fmla="*/ 13 w 215"/>
                <a:gd name="T65" fmla="*/ 31 h 422"/>
                <a:gd name="T66" fmla="*/ 15 w 215"/>
                <a:gd name="T67" fmla="*/ 38 h 422"/>
                <a:gd name="T68" fmla="*/ 17 w 215"/>
                <a:gd name="T69" fmla="*/ 45 h 422"/>
                <a:gd name="T70" fmla="*/ 17 w 215"/>
                <a:gd name="T71" fmla="*/ 62 h 422"/>
                <a:gd name="T72" fmla="*/ 16 w 215"/>
                <a:gd name="T73" fmla="*/ 83 h 422"/>
                <a:gd name="T74" fmla="*/ 14 w 215"/>
                <a:gd name="T75" fmla="*/ 99 h 422"/>
                <a:gd name="T76" fmla="*/ 13 w 215"/>
                <a:gd name="T77" fmla="*/ 106 h 422"/>
                <a:gd name="T78" fmla="*/ 14 w 215"/>
                <a:gd name="T79" fmla="*/ 106 h 422"/>
                <a:gd name="T80" fmla="*/ 15 w 215"/>
                <a:gd name="T81" fmla="*/ 105 h 422"/>
                <a:gd name="T82" fmla="*/ 17 w 215"/>
                <a:gd name="T83" fmla="*/ 103 h 422"/>
                <a:gd name="T84" fmla="*/ 20 w 215"/>
                <a:gd name="T85" fmla="*/ 102 h 422"/>
                <a:gd name="T86" fmla="*/ 23 w 215"/>
                <a:gd name="T87" fmla="*/ 100 h 422"/>
                <a:gd name="T88" fmla="*/ 28 w 215"/>
                <a:gd name="T89" fmla="*/ 99 h 422"/>
                <a:gd name="T90" fmla="*/ 33 w 215"/>
                <a:gd name="T91" fmla="*/ 97 h 422"/>
                <a:gd name="T92" fmla="*/ 39 w 215"/>
                <a:gd name="T93" fmla="*/ 96 h 422"/>
                <a:gd name="T94" fmla="*/ 39 w 215"/>
                <a:gd name="T95" fmla="*/ 86 h 422"/>
                <a:gd name="T96" fmla="*/ 39 w 215"/>
                <a:gd name="T97" fmla="*/ 77 h 422"/>
                <a:gd name="T98" fmla="*/ 39 w 215"/>
                <a:gd name="T99" fmla="*/ 70 h 422"/>
                <a:gd name="T100" fmla="*/ 40 w 215"/>
                <a:gd name="T101" fmla="*/ 65 h 42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5"/>
                <a:gd name="T154" fmla="*/ 0 h 422"/>
                <a:gd name="T155" fmla="*/ 215 w 215"/>
                <a:gd name="T156" fmla="*/ 422 h 42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5" h="422">
                  <a:moveTo>
                    <a:pt x="160" y="259"/>
                  </a:moveTo>
                  <a:lnTo>
                    <a:pt x="163" y="243"/>
                  </a:lnTo>
                  <a:lnTo>
                    <a:pt x="171" y="227"/>
                  </a:lnTo>
                  <a:lnTo>
                    <a:pt x="179" y="210"/>
                  </a:lnTo>
                  <a:lnTo>
                    <a:pt x="189" y="193"/>
                  </a:lnTo>
                  <a:lnTo>
                    <a:pt x="198" y="177"/>
                  </a:lnTo>
                  <a:lnTo>
                    <a:pt x="206" y="162"/>
                  </a:lnTo>
                  <a:lnTo>
                    <a:pt x="212" y="148"/>
                  </a:lnTo>
                  <a:lnTo>
                    <a:pt x="215" y="137"/>
                  </a:lnTo>
                  <a:lnTo>
                    <a:pt x="211" y="139"/>
                  </a:lnTo>
                  <a:lnTo>
                    <a:pt x="203" y="139"/>
                  </a:lnTo>
                  <a:lnTo>
                    <a:pt x="191" y="135"/>
                  </a:lnTo>
                  <a:lnTo>
                    <a:pt x="177" y="129"/>
                  </a:lnTo>
                  <a:lnTo>
                    <a:pt x="161" y="123"/>
                  </a:lnTo>
                  <a:lnTo>
                    <a:pt x="144" y="115"/>
                  </a:lnTo>
                  <a:lnTo>
                    <a:pt x="129" y="104"/>
                  </a:lnTo>
                  <a:lnTo>
                    <a:pt x="116" y="94"/>
                  </a:lnTo>
                  <a:lnTo>
                    <a:pt x="104" y="82"/>
                  </a:lnTo>
                  <a:lnTo>
                    <a:pt x="95" y="69"/>
                  </a:lnTo>
                  <a:lnTo>
                    <a:pt x="87" y="57"/>
                  </a:lnTo>
                  <a:lnTo>
                    <a:pt x="80" y="46"/>
                  </a:lnTo>
                  <a:lnTo>
                    <a:pt x="75" y="37"/>
                  </a:lnTo>
                  <a:lnTo>
                    <a:pt x="71" y="29"/>
                  </a:lnTo>
                  <a:lnTo>
                    <a:pt x="70" y="24"/>
                  </a:lnTo>
                  <a:lnTo>
                    <a:pt x="69" y="23"/>
                  </a:lnTo>
                  <a:lnTo>
                    <a:pt x="46" y="0"/>
                  </a:lnTo>
                  <a:lnTo>
                    <a:pt x="0" y="82"/>
                  </a:lnTo>
                  <a:lnTo>
                    <a:pt x="3" y="83"/>
                  </a:lnTo>
                  <a:lnTo>
                    <a:pt x="9" y="85"/>
                  </a:lnTo>
                  <a:lnTo>
                    <a:pt x="19" y="90"/>
                  </a:lnTo>
                  <a:lnTo>
                    <a:pt x="30" y="98"/>
                  </a:lnTo>
                  <a:lnTo>
                    <a:pt x="42" y="111"/>
                  </a:lnTo>
                  <a:lnTo>
                    <a:pt x="53" y="127"/>
                  </a:lnTo>
                  <a:lnTo>
                    <a:pt x="62" y="149"/>
                  </a:lnTo>
                  <a:lnTo>
                    <a:pt x="69" y="177"/>
                  </a:lnTo>
                  <a:lnTo>
                    <a:pt x="71" y="249"/>
                  </a:lnTo>
                  <a:lnTo>
                    <a:pt x="66" y="330"/>
                  </a:lnTo>
                  <a:lnTo>
                    <a:pt x="59" y="396"/>
                  </a:lnTo>
                  <a:lnTo>
                    <a:pt x="55" y="422"/>
                  </a:lnTo>
                  <a:lnTo>
                    <a:pt x="57" y="421"/>
                  </a:lnTo>
                  <a:lnTo>
                    <a:pt x="62" y="417"/>
                  </a:lnTo>
                  <a:lnTo>
                    <a:pt x="69" y="411"/>
                  </a:lnTo>
                  <a:lnTo>
                    <a:pt x="80" y="406"/>
                  </a:lnTo>
                  <a:lnTo>
                    <a:pt x="95" y="400"/>
                  </a:lnTo>
                  <a:lnTo>
                    <a:pt x="112" y="393"/>
                  </a:lnTo>
                  <a:lnTo>
                    <a:pt x="133" y="388"/>
                  </a:lnTo>
                  <a:lnTo>
                    <a:pt x="158" y="384"/>
                  </a:lnTo>
                  <a:lnTo>
                    <a:pt x="157" y="342"/>
                  </a:lnTo>
                  <a:lnTo>
                    <a:pt x="156" y="306"/>
                  </a:lnTo>
                  <a:lnTo>
                    <a:pt x="157" y="278"/>
                  </a:lnTo>
                  <a:lnTo>
                    <a:pt x="160" y="259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2" name="Freeform 51"/>
            <p:cNvSpPr>
              <a:spLocks/>
            </p:cNvSpPr>
            <p:nvPr/>
          </p:nvSpPr>
          <p:spPr bwMode="auto">
            <a:xfrm>
              <a:off x="2000" y="2756"/>
              <a:ext cx="1" cy="2"/>
            </a:xfrm>
            <a:custGeom>
              <a:avLst/>
              <a:gdLst>
                <a:gd name="T0" fmla="*/ 0 w 1"/>
                <a:gd name="T1" fmla="*/ 0 h 4"/>
                <a:gd name="T2" fmla="*/ 1 w 1"/>
                <a:gd name="T3" fmla="*/ 1 h 4"/>
                <a:gd name="T4" fmla="*/ 1 w 1"/>
                <a:gd name="T5" fmla="*/ 1 h 4"/>
                <a:gd name="T6" fmla="*/ 1 w 1"/>
                <a:gd name="T7" fmla="*/ 1 h 4"/>
                <a:gd name="T8" fmla="*/ 1 w 1"/>
                <a:gd name="T9" fmla="*/ 1 h 4"/>
                <a:gd name="T10" fmla="*/ 1 w 1"/>
                <a:gd name="T11" fmla="*/ 1 h 4"/>
                <a:gd name="T12" fmla="*/ 1 w 1"/>
                <a:gd name="T13" fmla="*/ 1 h 4"/>
                <a:gd name="T14" fmla="*/ 1 w 1"/>
                <a:gd name="T15" fmla="*/ 1 h 4"/>
                <a:gd name="T16" fmla="*/ 0 w 1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4"/>
                <a:gd name="T29" fmla="*/ 1 w 1"/>
                <a:gd name="T30" fmla="*/ 4 h 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4">
                  <a:moveTo>
                    <a:pt x="0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3" name="Freeform 52"/>
            <p:cNvSpPr>
              <a:spLocks/>
            </p:cNvSpPr>
            <p:nvPr/>
          </p:nvSpPr>
          <p:spPr bwMode="auto">
            <a:xfrm>
              <a:off x="1646" y="2467"/>
              <a:ext cx="240" cy="329"/>
            </a:xfrm>
            <a:custGeom>
              <a:avLst/>
              <a:gdLst>
                <a:gd name="T0" fmla="*/ 96 w 479"/>
                <a:gd name="T1" fmla="*/ 0 h 658"/>
                <a:gd name="T2" fmla="*/ 90 w 479"/>
                <a:gd name="T3" fmla="*/ 1 h 658"/>
                <a:gd name="T4" fmla="*/ 79 w 479"/>
                <a:gd name="T5" fmla="*/ 1 h 658"/>
                <a:gd name="T6" fmla="*/ 65 w 479"/>
                <a:gd name="T7" fmla="*/ 5 h 658"/>
                <a:gd name="T8" fmla="*/ 48 w 479"/>
                <a:gd name="T9" fmla="*/ 10 h 658"/>
                <a:gd name="T10" fmla="*/ 32 w 479"/>
                <a:gd name="T11" fmla="*/ 18 h 658"/>
                <a:gd name="T12" fmla="*/ 18 w 479"/>
                <a:gd name="T13" fmla="*/ 29 h 658"/>
                <a:gd name="T14" fmla="*/ 7 w 479"/>
                <a:gd name="T15" fmla="*/ 45 h 658"/>
                <a:gd name="T16" fmla="*/ 1 w 479"/>
                <a:gd name="T17" fmla="*/ 62 h 658"/>
                <a:gd name="T18" fmla="*/ 1 w 479"/>
                <a:gd name="T19" fmla="*/ 76 h 658"/>
                <a:gd name="T20" fmla="*/ 6 w 479"/>
                <a:gd name="T21" fmla="*/ 84 h 658"/>
                <a:gd name="T22" fmla="*/ 13 w 479"/>
                <a:gd name="T23" fmla="*/ 92 h 658"/>
                <a:gd name="T24" fmla="*/ 23 w 479"/>
                <a:gd name="T25" fmla="*/ 99 h 658"/>
                <a:gd name="T26" fmla="*/ 33 w 479"/>
                <a:gd name="T27" fmla="*/ 104 h 658"/>
                <a:gd name="T28" fmla="*/ 42 w 479"/>
                <a:gd name="T29" fmla="*/ 111 h 658"/>
                <a:gd name="T30" fmla="*/ 50 w 479"/>
                <a:gd name="T31" fmla="*/ 119 h 658"/>
                <a:gd name="T32" fmla="*/ 56 w 479"/>
                <a:gd name="T33" fmla="*/ 134 h 658"/>
                <a:gd name="T34" fmla="*/ 55 w 479"/>
                <a:gd name="T35" fmla="*/ 149 h 658"/>
                <a:gd name="T36" fmla="*/ 48 w 479"/>
                <a:gd name="T37" fmla="*/ 159 h 658"/>
                <a:gd name="T38" fmla="*/ 43 w 479"/>
                <a:gd name="T39" fmla="*/ 164 h 658"/>
                <a:gd name="T40" fmla="*/ 44 w 479"/>
                <a:gd name="T41" fmla="*/ 164 h 658"/>
                <a:gd name="T42" fmla="*/ 56 w 479"/>
                <a:gd name="T43" fmla="*/ 158 h 658"/>
                <a:gd name="T44" fmla="*/ 72 w 479"/>
                <a:gd name="T45" fmla="*/ 146 h 658"/>
                <a:gd name="T46" fmla="*/ 83 w 479"/>
                <a:gd name="T47" fmla="*/ 130 h 658"/>
                <a:gd name="T48" fmla="*/ 81 w 479"/>
                <a:gd name="T49" fmla="*/ 108 h 658"/>
                <a:gd name="T50" fmla="*/ 73 w 479"/>
                <a:gd name="T51" fmla="*/ 93 h 658"/>
                <a:gd name="T52" fmla="*/ 63 w 479"/>
                <a:gd name="T53" fmla="*/ 83 h 658"/>
                <a:gd name="T54" fmla="*/ 55 w 479"/>
                <a:gd name="T55" fmla="*/ 76 h 658"/>
                <a:gd name="T56" fmla="*/ 55 w 479"/>
                <a:gd name="T57" fmla="*/ 67 h 658"/>
                <a:gd name="T58" fmla="*/ 61 w 479"/>
                <a:gd name="T59" fmla="*/ 57 h 658"/>
                <a:gd name="T60" fmla="*/ 71 w 479"/>
                <a:gd name="T61" fmla="*/ 52 h 658"/>
                <a:gd name="T62" fmla="*/ 81 w 479"/>
                <a:gd name="T63" fmla="*/ 50 h 658"/>
                <a:gd name="T64" fmla="*/ 91 w 479"/>
                <a:gd name="T65" fmla="*/ 50 h 658"/>
                <a:gd name="T66" fmla="*/ 100 w 479"/>
                <a:gd name="T67" fmla="*/ 46 h 658"/>
                <a:gd name="T68" fmla="*/ 109 w 479"/>
                <a:gd name="T69" fmla="*/ 40 h 658"/>
                <a:gd name="T70" fmla="*/ 116 w 479"/>
                <a:gd name="T71" fmla="*/ 31 h 658"/>
                <a:gd name="T72" fmla="*/ 120 w 479"/>
                <a:gd name="T73" fmla="*/ 22 h 658"/>
                <a:gd name="T74" fmla="*/ 120 w 479"/>
                <a:gd name="T75" fmla="*/ 13 h 658"/>
                <a:gd name="T76" fmla="*/ 115 w 479"/>
                <a:gd name="T77" fmla="*/ 6 h 658"/>
                <a:gd name="T78" fmla="*/ 105 w 479"/>
                <a:gd name="T79" fmla="*/ 1 h 6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79"/>
                <a:gd name="T121" fmla="*/ 0 h 658"/>
                <a:gd name="T122" fmla="*/ 479 w 479"/>
                <a:gd name="T123" fmla="*/ 658 h 658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79" h="658">
                  <a:moveTo>
                    <a:pt x="388" y="0"/>
                  </a:moveTo>
                  <a:lnTo>
                    <a:pt x="384" y="0"/>
                  </a:lnTo>
                  <a:lnTo>
                    <a:pt x="375" y="0"/>
                  </a:lnTo>
                  <a:lnTo>
                    <a:pt x="359" y="2"/>
                  </a:lnTo>
                  <a:lnTo>
                    <a:pt x="338" y="4"/>
                  </a:lnTo>
                  <a:lnTo>
                    <a:pt x="315" y="7"/>
                  </a:lnTo>
                  <a:lnTo>
                    <a:pt x="287" y="12"/>
                  </a:lnTo>
                  <a:lnTo>
                    <a:pt x="257" y="19"/>
                  </a:lnTo>
                  <a:lnTo>
                    <a:pt x="225" y="28"/>
                  </a:lnTo>
                  <a:lnTo>
                    <a:pt x="192" y="40"/>
                  </a:lnTo>
                  <a:lnTo>
                    <a:pt x="159" y="54"/>
                  </a:lnTo>
                  <a:lnTo>
                    <a:pt x="128" y="72"/>
                  </a:lnTo>
                  <a:lnTo>
                    <a:pt x="97" y="93"/>
                  </a:lnTo>
                  <a:lnTo>
                    <a:pt x="70" y="119"/>
                  </a:lnTo>
                  <a:lnTo>
                    <a:pt x="46" y="148"/>
                  </a:lnTo>
                  <a:lnTo>
                    <a:pt x="25" y="182"/>
                  </a:lnTo>
                  <a:lnTo>
                    <a:pt x="9" y="220"/>
                  </a:lnTo>
                  <a:lnTo>
                    <a:pt x="1" y="251"/>
                  </a:lnTo>
                  <a:lnTo>
                    <a:pt x="0" y="277"/>
                  </a:lnTo>
                  <a:lnTo>
                    <a:pt x="2" y="301"/>
                  </a:lnTo>
                  <a:lnTo>
                    <a:pt x="10" y="321"/>
                  </a:lnTo>
                  <a:lnTo>
                    <a:pt x="22" y="339"/>
                  </a:lnTo>
                  <a:lnTo>
                    <a:pt x="35" y="355"/>
                  </a:lnTo>
                  <a:lnTo>
                    <a:pt x="52" y="369"/>
                  </a:lnTo>
                  <a:lnTo>
                    <a:pt x="71" y="383"/>
                  </a:lnTo>
                  <a:lnTo>
                    <a:pt x="91" y="396"/>
                  </a:lnTo>
                  <a:lnTo>
                    <a:pt x="110" y="408"/>
                  </a:lnTo>
                  <a:lnTo>
                    <a:pt x="132" y="419"/>
                  </a:lnTo>
                  <a:lnTo>
                    <a:pt x="151" y="431"/>
                  </a:lnTo>
                  <a:lnTo>
                    <a:pt x="168" y="446"/>
                  </a:lnTo>
                  <a:lnTo>
                    <a:pt x="186" y="460"/>
                  </a:lnTo>
                  <a:lnTo>
                    <a:pt x="199" y="476"/>
                  </a:lnTo>
                  <a:lnTo>
                    <a:pt x="209" y="495"/>
                  </a:lnTo>
                  <a:lnTo>
                    <a:pt x="221" y="533"/>
                  </a:lnTo>
                  <a:lnTo>
                    <a:pt x="224" y="567"/>
                  </a:lnTo>
                  <a:lnTo>
                    <a:pt x="217" y="595"/>
                  </a:lnTo>
                  <a:lnTo>
                    <a:pt x="207" y="617"/>
                  </a:lnTo>
                  <a:lnTo>
                    <a:pt x="192" y="636"/>
                  </a:lnTo>
                  <a:lnTo>
                    <a:pt x="180" y="647"/>
                  </a:lnTo>
                  <a:lnTo>
                    <a:pt x="170" y="655"/>
                  </a:lnTo>
                  <a:lnTo>
                    <a:pt x="166" y="658"/>
                  </a:lnTo>
                  <a:lnTo>
                    <a:pt x="174" y="655"/>
                  </a:lnTo>
                  <a:lnTo>
                    <a:pt x="193" y="646"/>
                  </a:lnTo>
                  <a:lnTo>
                    <a:pt x="222" y="630"/>
                  </a:lnTo>
                  <a:lnTo>
                    <a:pt x="254" y="609"/>
                  </a:lnTo>
                  <a:lnTo>
                    <a:pt x="286" y="584"/>
                  </a:lnTo>
                  <a:lnTo>
                    <a:pt x="312" y="552"/>
                  </a:lnTo>
                  <a:lnTo>
                    <a:pt x="329" y="517"/>
                  </a:lnTo>
                  <a:lnTo>
                    <a:pt x="333" y="477"/>
                  </a:lnTo>
                  <a:lnTo>
                    <a:pt x="324" y="435"/>
                  </a:lnTo>
                  <a:lnTo>
                    <a:pt x="308" y="400"/>
                  </a:lnTo>
                  <a:lnTo>
                    <a:pt x="290" y="372"/>
                  </a:lnTo>
                  <a:lnTo>
                    <a:pt x="269" y="351"/>
                  </a:lnTo>
                  <a:lnTo>
                    <a:pt x="249" y="332"/>
                  </a:lnTo>
                  <a:lnTo>
                    <a:pt x="232" y="317"/>
                  </a:lnTo>
                  <a:lnTo>
                    <a:pt x="220" y="302"/>
                  </a:lnTo>
                  <a:lnTo>
                    <a:pt x="214" y="288"/>
                  </a:lnTo>
                  <a:lnTo>
                    <a:pt x="217" y="265"/>
                  </a:lnTo>
                  <a:lnTo>
                    <a:pt x="228" y="247"/>
                  </a:lnTo>
                  <a:lnTo>
                    <a:pt x="242" y="231"/>
                  </a:lnTo>
                  <a:lnTo>
                    <a:pt x="261" y="219"/>
                  </a:lnTo>
                  <a:lnTo>
                    <a:pt x="282" y="211"/>
                  </a:lnTo>
                  <a:lnTo>
                    <a:pt x="303" y="205"/>
                  </a:lnTo>
                  <a:lnTo>
                    <a:pt x="323" y="202"/>
                  </a:lnTo>
                  <a:lnTo>
                    <a:pt x="340" y="202"/>
                  </a:lnTo>
                  <a:lnTo>
                    <a:pt x="361" y="201"/>
                  </a:lnTo>
                  <a:lnTo>
                    <a:pt x="380" y="195"/>
                  </a:lnTo>
                  <a:lnTo>
                    <a:pt x="400" y="186"/>
                  </a:lnTo>
                  <a:lnTo>
                    <a:pt x="419" y="174"/>
                  </a:lnTo>
                  <a:lnTo>
                    <a:pt x="436" y="160"/>
                  </a:lnTo>
                  <a:lnTo>
                    <a:pt x="450" y="144"/>
                  </a:lnTo>
                  <a:lnTo>
                    <a:pt x="462" y="126"/>
                  </a:lnTo>
                  <a:lnTo>
                    <a:pt x="471" y="107"/>
                  </a:lnTo>
                  <a:lnTo>
                    <a:pt x="477" y="89"/>
                  </a:lnTo>
                  <a:lnTo>
                    <a:pt x="479" y="72"/>
                  </a:lnTo>
                  <a:lnTo>
                    <a:pt x="477" y="54"/>
                  </a:lnTo>
                  <a:lnTo>
                    <a:pt x="470" y="39"/>
                  </a:lnTo>
                  <a:lnTo>
                    <a:pt x="458" y="24"/>
                  </a:lnTo>
                  <a:lnTo>
                    <a:pt x="441" y="14"/>
                  </a:lnTo>
                  <a:lnTo>
                    <a:pt x="417" y="4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4" name="Freeform 53"/>
            <p:cNvSpPr>
              <a:spLocks/>
            </p:cNvSpPr>
            <p:nvPr/>
          </p:nvSpPr>
          <p:spPr bwMode="auto">
            <a:xfrm>
              <a:off x="1645" y="2467"/>
              <a:ext cx="197" cy="329"/>
            </a:xfrm>
            <a:custGeom>
              <a:avLst/>
              <a:gdLst>
                <a:gd name="T0" fmla="*/ 65 w 393"/>
                <a:gd name="T1" fmla="*/ 133 h 658"/>
                <a:gd name="T2" fmla="*/ 62 w 393"/>
                <a:gd name="T3" fmla="*/ 121 h 658"/>
                <a:gd name="T4" fmla="*/ 56 w 393"/>
                <a:gd name="T5" fmla="*/ 111 h 658"/>
                <a:gd name="T6" fmla="*/ 48 w 393"/>
                <a:gd name="T7" fmla="*/ 102 h 658"/>
                <a:gd name="T8" fmla="*/ 38 w 393"/>
                <a:gd name="T9" fmla="*/ 93 h 658"/>
                <a:gd name="T10" fmla="*/ 29 w 393"/>
                <a:gd name="T11" fmla="*/ 86 h 658"/>
                <a:gd name="T12" fmla="*/ 22 w 393"/>
                <a:gd name="T13" fmla="*/ 78 h 658"/>
                <a:gd name="T14" fmla="*/ 21 w 393"/>
                <a:gd name="T15" fmla="*/ 62 h 658"/>
                <a:gd name="T16" fmla="*/ 26 w 393"/>
                <a:gd name="T17" fmla="*/ 45 h 658"/>
                <a:gd name="T18" fmla="*/ 32 w 393"/>
                <a:gd name="T19" fmla="*/ 34 h 658"/>
                <a:gd name="T20" fmla="*/ 42 w 393"/>
                <a:gd name="T21" fmla="*/ 24 h 658"/>
                <a:gd name="T22" fmla="*/ 52 w 393"/>
                <a:gd name="T23" fmla="*/ 17 h 658"/>
                <a:gd name="T24" fmla="*/ 64 w 393"/>
                <a:gd name="T25" fmla="*/ 11 h 658"/>
                <a:gd name="T26" fmla="*/ 75 w 393"/>
                <a:gd name="T27" fmla="*/ 6 h 658"/>
                <a:gd name="T28" fmla="*/ 86 w 393"/>
                <a:gd name="T29" fmla="*/ 3 h 658"/>
                <a:gd name="T30" fmla="*/ 95 w 393"/>
                <a:gd name="T31" fmla="*/ 1 h 658"/>
                <a:gd name="T32" fmla="*/ 98 w 393"/>
                <a:gd name="T33" fmla="*/ 0 h 658"/>
                <a:gd name="T34" fmla="*/ 98 w 393"/>
                <a:gd name="T35" fmla="*/ 0 h 658"/>
                <a:gd name="T36" fmla="*/ 97 w 393"/>
                <a:gd name="T37" fmla="*/ 0 h 658"/>
                <a:gd name="T38" fmla="*/ 91 w 393"/>
                <a:gd name="T39" fmla="*/ 1 h 658"/>
                <a:gd name="T40" fmla="*/ 80 w 393"/>
                <a:gd name="T41" fmla="*/ 1 h 658"/>
                <a:gd name="T42" fmla="*/ 65 w 393"/>
                <a:gd name="T43" fmla="*/ 5 h 658"/>
                <a:gd name="T44" fmla="*/ 49 w 393"/>
                <a:gd name="T45" fmla="*/ 10 h 658"/>
                <a:gd name="T46" fmla="*/ 33 w 393"/>
                <a:gd name="T47" fmla="*/ 18 h 658"/>
                <a:gd name="T48" fmla="*/ 18 w 393"/>
                <a:gd name="T49" fmla="*/ 29 h 658"/>
                <a:gd name="T50" fmla="*/ 7 w 393"/>
                <a:gd name="T51" fmla="*/ 45 h 658"/>
                <a:gd name="T52" fmla="*/ 1 w 393"/>
                <a:gd name="T53" fmla="*/ 62 h 658"/>
                <a:gd name="T54" fmla="*/ 1 w 393"/>
                <a:gd name="T55" fmla="*/ 76 h 658"/>
                <a:gd name="T56" fmla="*/ 6 w 393"/>
                <a:gd name="T57" fmla="*/ 84 h 658"/>
                <a:gd name="T58" fmla="*/ 14 w 393"/>
                <a:gd name="T59" fmla="*/ 92 h 658"/>
                <a:gd name="T60" fmla="*/ 24 w 393"/>
                <a:gd name="T61" fmla="*/ 99 h 658"/>
                <a:gd name="T62" fmla="*/ 33 w 393"/>
                <a:gd name="T63" fmla="*/ 104 h 658"/>
                <a:gd name="T64" fmla="*/ 43 w 393"/>
                <a:gd name="T65" fmla="*/ 111 h 658"/>
                <a:gd name="T66" fmla="*/ 50 w 393"/>
                <a:gd name="T67" fmla="*/ 119 h 658"/>
                <a:gd name="T68" fmla="*/ 56 w 393"/>
                <a:gd name="T69" fmla="*/ 134 h 658"/>
                <a:gd name="T70" fmla="*/ 55 w 393"/>
                <a:gd name="T71" fmla="*/ 149 h 658"/>
                <a:gd name="T72" fmla="*/ 49 w 393"/>
                <a:gd name="T73" fmla="*/ 159 h 658"/>
                <a:gd name="T74" fmla="*/ 43 w 393"/>
                <a:gd name="T75" fmla="*/ 164 h 658"/>
                <a:gd name="T76" fmla="*/ 42 w 393"/>
                <a:gd name="T77" fmla="*/ 165 h 658"/>
                <a:gd name="T78" fmla="*/ 43 w 393"/>
                <a:gd name="T79" fmla="*/ 165 h 658"/>
                <a:gd name="T80" fmla="*/ 47 w 393"/>
                <a:gd name="T81" fmla="*/ 162 h 658"/>
                <a:gd name="T82" fmla="*/ 53 w 393"/>
                <a:gd name="T83" fmla="*/ 156 h 658"/>
                <a:gd name="T84" fmla="*/ 59 w 393"/>
                <a:gd name="T85" fmla="*/ 150 h 658"/>
                <a:gd name="T86" fmla="*/ 63 w 393"/>
                <a:gd name="T87" fmla="*/ 143 h 65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3"/>
                <a:gd name="T133" fmla="*/ 0 h 658"/>
                <a:gd name="T134" fmla="*/ 393 w 393"/>
                <a:gd name="T135" fmla="*/ 658 h 65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3" h="658">
                  <a:moveTo>
                    <a:pt x="256" y="555"/>
                  </a:moveTo>
                  <a:lnTo>
                    <a:pt x="259" y="530"/>
                  </a:lnTo>
                  <a:lnTo>
                    <a:pt x="256" y="508"/>
                  </a:lnTo>
                  <a:lnTo>
                    <a:pt x="248" y="487"/>
                  </a:lnTo>
                  <a:lnTo>
                    <a:pt x="238" y="467"/>
                  </a:lnTo>
                  <a:lnTo>
                    <a:pt x="223" y="447"/>
                  </a:lnTo>
                  <a:lnTo>
                    <a:pt x="207" y="429"/>
                  </a:lnTo>
                  <a:lnTo>
                    <a:pt x="189" y="410"/>
                  </a:lnTo>
                  <a:lnTo>
                    <a:pt x="170" y="390"/>
                  </a:lnTo>
                  <a:lnTo>
                    <a:pt x="151" y="373"/>
                  </a:lnTo>
                  <a:lnTo>
                    <a:pt x="131" y="359"/>
                  </a:lnTo>
                  <a:lnTo>
                    <a:pt x="114" y="346"/>
                  </a:lnTo>
                  <a:lnTo>
                    <a:pt x="98" y="330"/>
                  </a:lnTo>
                  <a:lnTo>
                    <a:pt x="87" y="311"/>
                  </a:lnTo>
                  <a:lnTo>
                    <a:pt x="82" y="285"/>
                  </a:lnTo>
                  <a:lnTo>
                    <a:pt x="83" y="251"/>
                  </a:lnTo>
                  <a:lnTo>
                    <a:pt x="93" y="206"/>
                  </a:lnTo>
                  <a:lnTo>
                    <a:pt x="102" y="181"/>
                  </a:lnTo>
                  <a:lnTo>
                    <a:pt x="114" y="157"/>
                  </a:lnTo>
                  <a:lnTo>
                    <a:pt x="128" y="135"/>
                  </a:lnTo>
                  <a:lnTo>
                    <a:pt x="147" y="116"/>
                  </a:lnTo>
                  <a:lnTo>
                    <a:pt x="165" y="98"/>
                  </a:lnTo>
                  <a:lnTo>
                    <a:pt x="186" y="82"/>
                  </a:lnTo>
                  <a:lnTo>
                    <a:pt x="207" y="68"/>
                  </a:lnTo>
                  <a:lnTo>
                    <a:pt x="231" y="56"/>
                  </a:lnTo>
                  <a:lnTo>
                    <a:pt x="253" y="44"/>
                  </a:lnTo>
                  <a:lnTo>
                    <a:pt x="277" y="35"/>
                  </a:lnTo>
                  <a:lnTo>
                    <a:pt x="299" y="25"/>
                  </a:lnTo>
                  <a:lnTo>
                    <a:pt x="321" y="19"/>
                  </a:lnTo>
                  <a:lnTo>
                    <a:pt x="342" y="12"/>
                  </a:lnTo>
                  <a:lnTo>
                    <a:pt x="361" y="7"/>
                  </a:lnTo>
                  <a:lnTo>
                    <a:pt x="379" y="3"/>
                  </a:lnTo>
                  <a:lnTo>
                    <a:pt x="393" y="0"/>
                  </a:lnTo>
                  <a:lnTo>
                    <a:pt x="392" y="0"/>
                  </a:lnTo>
                  <a:lnTo>
                    <a:pt x="390" y="0"/>
                  </a:lnTo>
                  <a:lnTo>
                    <a:pt x="386" y="0"/>
                  </a:lnTo>
                  <a:lnTo>
                    <a:pt x="377" y="0"/>
                  </a:lnTo>
                  <a:lnTo>
                    <a:pt x="361" y="2"/>
                  </a:lnTo>
                  <a:lnTo>
                    <a:pt x="340" y="4"/>
                  </a:lnTo>
                  <a:lnTo>
                    <a:pt x="317" y="7"/>
                  </a:lnTo>
                  <a:lnTo>
                    <a:pt x="289" y="12"/>
                  </a:lnTo>
                  <a:lnTo>
                    <a:pt x="259" y="19"/>
                  </a:lnTo>
                  <a:lnTo>
                    <a:pt x="226" y="28"/>
                  </a:lnTo>
                  <a:lnTo>
                    <a:pt x="194" y="40"/>
                  </a:lnTo>
                  <a:lnTo>
                    <a:pt x="161" y="54"/>
                  </a:lnTo>
                  <a:lnTo>
                    <a:pt x="130" y="72"/>
                  </a:lnTo>
                  <a:lnTo>
                    <a:pt x="99" y="93"/>
                  </a:lnTo>
                  <a:lnTo>
                    <a:pt x="70" y="119"/>
                  </a:lnTo>
                  <a:lnTo>
                    <a:pt x="47" y="148"/>
                  </a:lnTo>
                  <a:lnTo>
                    <a:pt x="25" y="182"/>
                  </a:lnTo>
                  <a:lnTo>
                    <a:pt x="10" y="220"/>
                  </a:lnTo>
                  <a:lnTo>
                    <a:pt x="3" y="251"/>
                  </a:lnTo>
                  <a:lnTo>
                    <a:pt x="0" y="277"/>
                  </a:lnTo>
                  <a:lnTo>
                    <a:pt x="4" y="301"/>
                  </a:lnTo>
                  <a:lnTo>
                    <a:pt x="12" y="321"/>
                  </a:lnTo>
                  <a:lnTo>
                    <a:pt x="23" y="339"/>
                  </a:lnTo>
                  <a:lnTo>
                    <a:pt x="37" y="355"/>
                  </a:lnTo>
                  <a:lnTo>
                    <a:pt x="54" y="369"/>
                  </a:lnTo>
                  <a:lnTo>
                    <a:pt x="73" y="383"/>
                  </a:lnTo>
                  <a:lnTo>
                    <a:pt x="93" y="396"/>
                  </a:lnTo>
                  <a:lnTo>
                    <a:pt x="112" y="408"/>
                  </a:lnTo>
                  <a:lnTo>
                    <a:pt x="132" y="419"/>
                  </a:lnTo>
                  <a:lnTo>
                    <a:pt x="152" y="431"/>
                  </a:lnTo>
                  <a:lnTo>
                    <a:pt x="170" y="446"/>
                  </a:lnTo>
                  <a:lnTo>
                    <a:pt x="186" y="460"/>
                  </a:lnTo>
                  <a:lnTo>
                    <a:pt x="199" y="476"/>
                  </a:lnTo>
                  <a:lnTo>
                    <a:pt x="210" y="495"/>
                  </a:lnTo>
                  <a:lnTo>
                    <a:pt x="223" y="533"/>
                  </a:lnTo>
                  <a:lnTo>
                    <a:pt x="224" y="567"/>
                  </a:lnTo>
                  <a:lnTo>
                    <a:pt x="219" y="595"/>
                  </a:lnTo>
                  <a:lnTo>
                    <a:pt x="207" y="617"/>
                  </a:lnTo>
                  <a:lnTo>
                    <a:pt x="194" y="636"/>
                  </a:lnTo>
                  <a:lnTo>
                    <a:pt x="181" y="647"/>
                  </a:lnTo>
                  <a:lnTo>
                    <a:pt x="172" y="655"/>
                  </a:lnTo>
                  <a:lnTo>
                    <a:pt x="168" y="658"/>
                  </a:lnTo>
                  <a:lnTo>
                    <a:pt x="169" y="658"/>
                  </a:lnTo>
                  <a:lnTo>
                    <a:pt x="170" y="658"/>
                  </a:lnTo>
                  <a:lnTo>
                    <a:pt x="172" y="657"/>
                  </a:lnTo>
                  <a:lnTo>
                    <a:pt x="185" y="646"/>
                  </a:lnTo>
                  <a:lnTo>
                    <a:pt x="198" y="636"/>
                  </a:lnTo>
                  <a:lnTo>
                    <a:pt x="211" y="624"/>
                  </a:lnTo>
                  <a:lnTo>
                    <a:pt x="224" y="612"/>
                  </a:lnTo>
                  <a:lnTo>
                    <a:pt x="235" y="599"/>
                  </a:lnTo>
                  <a:lnTo>
                    <a:pt x="245" y="584"/>
                  </a:lnTo>
                  <a:lnTo>
                    <a:pt x="252" y="570"/>
                  </a:lnTo>
                  <a:lnTo>
                    <a:pt x="256" y="555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5" name="Freeform 54"/>
            <p:cNvSpPr>
              <a:spLocks/>
            </p:cNvSpPr>
            <p:nvPr/>
          </p:nvSpPr>
          <p:spPr bwMode="auto">
            <a:xfrm>
              <a:off x="1760" y="1946"/>
              <a:ext cx="12" cy="710"/>
            </a:xfrm>
            <a:custGeom>
              <a:avLst/>
              <a:gdLst>
                <a:gd name="T0" fmla="*/ 0 w 24"/>
                <a:gd name="T1" fmla="*/ 0 h 1421"/>
                <a:gd name="T2" fmla="*/ 2 w 24"/>
                <a:gd name="T3" fmla="*/ 355 h 1421"/>
                <a:gd name="T4" fmla="*/ 6 w 24"/>
                <a:gd name="T5" fmla="*/ 355 h 1421"/>
                <a:gd name="T6" fmla="*/ 4 w 24"/>
                <a:gd name="T7" fmla="*/ 0 h 1421"/>
                <a:gd name="T8" fmla="*/ 0 w 24"/>
                <a:gd name="T9" fmla="*/ 0 h 14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1421"/>
                <a:gd name="T17" fmla="*/ 24 w 24"/>
                <a:gd name="T18" fmla="*/ 1421 h 14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1421">
                  <a:moveTo>
                    <a:pt x="0" y="0"/>
                  </a:moveTo>
                  <a:lnTo>
                    <a:pt x="8" y="1421"/>
                  </a:lnTo>
                  <a:lnTo>
                    <a:pt x="24" y="1421"/>
                  </a:lnTo>
                  <a:lnTo>
                    <a:pt x="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6" name="Freeform 55"/>
            <p:cNvSpPr>
              <a:spLocks/>
            </p:cNvSpPr>
            <p:nvPr/>
          </p:nvSpPr>
          <p:spPr bwMode="auto">
            <a:xfrm>
              <a:off x="1738" y="2652"/>
              <a:ext cx="69" cy="57"/>
            </a:xfrm>
            <a:custGeom>
              <a:avLst/>
              <a:gdLst>
                <a:gd name="T0" fmla="*/ 29 w 137"/>
                <a:gd name="T1" fmla="*/ 4 h 113"/>
                <a:gd name="T2" fmla="*/ 27 w 137"/>
                <a:gd name="T3" fmla="*/ 2 h 113"/>
                <a:gd name="T4" fmla="*/ 25 w 137"/>
                <a:gd name="T5" fmla="*/ 1 h 113"/>
                <a:gd name="T6" fmla="*/ 22 w 137"/>
                <a:gd name="T7" fmla="*/ 1 h 113"/>
                <a:gd name="T8" fmla="*/ 20 w 137"/>
                <a:gd name="T9" fmla="*/ 0 h 113"/>
                <a:gd name="T10" fmla="*/ 16 w 137"/>
                <a:gd name="T11" fmla="*/ 1 h 113"/>
                <a:gd name="T12" fmla="*/ 12 w 137"/>
                <a:gd name="T13" fmla="*/ 2 h 113"/>
                <a:gd name="T14" fmla="*/ 9 w 137"/>
                <a:gd name="T15" fmla="*/ 4 h 113"/>
                <a:gd name="T16" fmla="*/ 6 w 137"/>
                <a:gd name="T17" fmla="*/ 7 h 113"/>
                <a:gd name="T18" fmla="*/ 4 w 137"/>
                <a:gd name="T19" fmla="*/ 10 h 113"/>
                <a:gd name="T20" fmla="*/ 2 w 137"/>
                <a:gd name="T21" fmla="*/ 13 h 113"/>
                <a:gd name="T22" fmla="*/ 1 w 137"/>
                <a:gd name="T23" fmla="*/ 18 h 113"/>
                <a:gd name="T24" fmla="*/ 0 w 137"/>
                <a:gd name="T25" fmla="*/ 22 h 113"/>
                <a:gd name="T26" fmla="*/ 1 w 137"/>
                <a:gd name="T27" fmla="*/ 24 h 113"/>
                <a:gd name="T28" fmla="*/ 2 w 137"/>
                <a:gd name="T29" fmla="*/ 26 h 113"/>
                <a:gd name="T30" fmla="*/ 4 w 137"/>
                <a:gd name="T31" fmla="*/ 28 h 113"/>
                <a:gd name="T32" fmla="*/ 4 w 137"/>
                <a:gd name="T33" fmla="*/ 29 h 113"/>
                <a:gd name="T34" fmla="*/ 4 w 137"/>
                <a:gd name="T35" fmla="*/ 27 h 113"/>
                <a:gd name="T36" fmla="*/ 4 w 137"/>
                <a:gd name="T37" fmla="*/ 25 h 113"/>
                <a:gd name="T38" fmla="*/ 4 w 137"/>
                <a:gd name="T39" fmla="*/ 24 h 113"/>
                <a:gd name="T40" fmla="*/ 4 w 137"/>
                <a:gd name="T41" fmla="*/ 22 h 113"/>
                <a:gd name="T42" fmla="*/ 4 w 137"/>
                <a:gd name="T43" fmla="*/ 18 h 113"/>
                <a:gd name="T44" fmla="*/ 5 w 137"/>
                <a:gd name="T45" fmla="*/ 15 h 113"/>
                <a:gd name="T46" fmla="*/ 7 w 137"/>
                <a:gd name="T47" fmla="*/ 11 h 113"/>
                <a:gd name="T48" fmla="*/ 10 w 137"/>
                <a:gd name="T49" fmla="*/ 9 h 113"/>
                <a:gd name="T50" fmla="*/ 11 w 137"/>
                <a:gd name="T51" fmla="*/ 8 h 113"/>
                <a:gd name="T52" fmla="*/ 12 w 137"/>
                <a:gd name="T53" fmla="*/ 7 h 113"/>
                <a:gd name="T54" fmla="*/ 13 w 137"/>
                <a:gd name="T55" fmla="*/ 6 h 113"/>
                <a:gd name="T56" fmla="*/ 14 w 137"/>
                <a:gd name="T57" fmla="*/ 5 h 113"/>
                <a:gd name="T58" fmla="*/ 16 w 137"/>
                <a:gd name="T59" fmla="*/ 5 h 113"/>
                <a:gd name="T60" fmla="*/ 17 w 137"/>
                <a:gd name="T61" fmla="*/ 5 h 113"/>
                <a:gd name="T62" fmla="*/ 19 w 137"/>
                <a:gd name="T63" fmla="*/ 4 h 113"/>
                <a:gd name="T64" fmla="*/ 20 w 137"/>
                <a:gd name="T65" fmla="*/ 4 h 113"/>
                <a:gd name="T66" fmla="*/ 22 w 137"/>
                <a:gd name="T67" fmla="*/ 5 h 113"/>
                <a:gd name="T68" fmla="*/ 24 w 137"/>
                <a:gd name="T69" fmla="*/ 5 h 113"/>
                <a:gd name="T70" fmla="*/ 26 w 137"/>
                <a:gd name="T71" fmla="*/ 6 h 113"/>
                <a:gd name="T72" fmla="*/ 29 w 137"/>
                <a:gd name="T73" fmla="*/ 7 h 113"/>
                <a:gd name="T74" fmla="*/ 30 w 137"/>
                <a:gd name="T75" fmla="*/ 9 h 113"/>
                <a:gd name="T76" fmla="*/ 32 w 137"/>
                <a:gd name="T77" fmla="*/ 10 h 113"/>
                <a:gd name="T78" fmla="*/ 34 w 137"/>
                <a:gd name="T79" fmla="*/ 13 h 113"/>
                <a:gd name="T80" fmla="*/ 35 w 137"/>
                <a:gd name="T81" fmla="*/ 15 h 113"/>
                <a:gd name="T82" fmla="*/ 34 w 137"/>
                <a:gd name="T83" fmla="*/ 14 h 113"/>
                <a:gd name="T84" fmla="*/ 33 w 137"/>
                <a:gd name="T85" fmla="*/ 11 h 113"/>
                <a:gd name="T86" fmla="*/ 32 w 137"/>
                <a:gd name="T87" fmla="*/ 7 h 113"/>
                <a:gd name="T88" fmla="*/ 29 w 137"/>
                <a:gd name="T89" fmla="*/ 4 h 11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37"/>
                <a:gd name="T136" fmla="*/ 0 h 113"/>
                <a:gd name="T137" fmla="*/ 137 w 137"/>
                <a:gd name="T138" fmla="*/ 113 h 11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37" h="113">
                  <a:moveTo>
                    <a:pt x="115" y="13"/>
                  </a:moveTo>
                  <a:lnTo>
                    <a:pt x="107" y="6"/>
                  </a:lnTo>
                  <a:lnTo>
                    <a:pt x="98" y="2"/>
                  </a:lnTo>
                  <a:lnTo>
                    <a:pt x="87" y="1"/>
                  </a:lnTo>
                  <a:lnTo>
                    <a:pt x="78" y="0"/>
                  </a:lnTo>
                  <a:lnTo>
                    <a:pt x="62" y="1"/>
                  </a:lnTo>
                  <a:lnTo>
                    <a:pt x="48" y="6"/>
                  </a:lnTo>
                  <a:lnTo>
                    <a:pt x="34" y="14"/>
                  </a:lnTo>
                  <a:lnTo>
                    <a:pt x="23" y="25"/>
                  </a:lnTo>
                  <a:lnTo>
                    <a:pt x="13" y="38"/>
                  </a:lnTo>
                  <a:lnTo>
                    <a:pt x="7" y="52"/>
                  </a:lnTo>
                  <a:lnTo>
                    <a:pt x="2" y="69"/>
                  </a:lnTo>
                  <a:lnTo>
                    <a:pt x="0" y="87"/>
                  </a:lnTo>
                  <a:lnTo>
                    <a:pt x="3" y="95"/>
                  </a:lnTo>
                  <a:lnTo>
                    <a:pt x="8" y="104"/>
                  </a:lnTo>
                  <a:lnTo>
                    <a:pt x="13" y="110"/>
                  </a:lnTo>
                  <a:lnTo>
                    <a:pt x="16" y="113"/>
                  </a:lnTo>
                  <a:lnTo>
                    <a:pt x="15" y="106"/>
                  </a:lnTo>
                  <a:lnTo>
                    <a:pt x="15" y="100"/>
                  </a:lnTo>
                  <a:lnTo>
                    <a:pt x="15" y="93"/>
                  </a:lnTo>
                  <a:lnTo>
                    <a:pt x="15" y="87"/>
                  </a:lnTo>
                  <a:lnTo>
                    <a:pt x="16" y="72"/>
                  </a:lnTo>
                  <a:lnTo>
                    <a:pt x="20" y="58"/>
                  </a:lnTo>
                  <a:lnTo>
                    <a:pt x="28" y="44"/>
                  </a:lnTo>
                  <a:lnTo>
                    <a:pt x="37" y="33"/>
                  </a:lnTo>
                  <a:lnTo>
                    <a:pt x="41" y="29"/>
                  </a:lnTo>
                  <a:lnTo>
                    <a:pt x="46" y="26"/>
                  </a:lnTo>
                  <a:lnTo>
                    <a:pt x="50" y="22"/>
                  </a:lnTo>
                  <a:lnTo>
                    <a:pt x="56" y="19"/>
                  </a:lnTo>
                  <a:lnTo>
                    <a:pt x="61" y="18"/>
                  </a:lnTo>
                  <a:lnTo>
                    <a:pt x="66" y="17"/>
                  </a:lnTo>
                  <a:lnTo>
                    <a:pt x="73" y="15"/>
                  </a:lnTo>
                  <a:lnTo>
                    <a:pt x="78" y="15"/>
                  </a:lnTo>
                  <a:lnTo>
                    <a:pt x="87" y="17"/>
                  </a:lnTo>
                  <a:lnTo>
                    <a:pt x="96" y="18"/>
                  </a:lnTo>
                  <a:lnTo>
                    <a:pt x="104" y="22"/>
                  </a:lnTo>
                  <a:lnTo>
                    <a:pt x="113" y="27"/>
                  </a:lnTo>
                  <a:lnTo>
                    <a:pt x="120" y="34"/>
                  </a:lnTo>
                  <a:lnTo>
                    <a:pt x="127" y="40"/>
                  </a:lnTo>
                  <a:lnTo>
                    <a:pt x="133" y="50"/>
                  </a:lnTo>
                  <a:lnTo>
                    <a:pt x="137" y="59"/>
                  </a:lnTo>
                  <a:lnTo>
                    <a:pt x="136" y="54"/>
                  </a:lnTo>
                  <a:lnTo>
                    <a:pt x="132" y="42"/>
                  </a:lnTo>
                  <a:lnTo>
                    <a:pt x="125" y="27"/>
                  </a:lnTo>
                  <a:lnTo>
                    <a:pt x="115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7" name="Freeform 56"/>
            <p:cNvSpPr>
              <a:spLocks/>
            </p:cNvSpPr>
            <p:nvPr/>
          </p:nvSpPr>
          <p:spPr bwMode="auto">
            <a:xfrm>
              <a:off x="2087" y="1988"/>
              <a:ext cx="84" cy="528"/>
            </a:xfrm>
            <a:custGeom>
              <a:avLst/>
              <a:gdLst>
                <a:gd name="T0" fmla="*/ 0 w 168"/>
                <a:gd name="T1" fmla="*/ 1 h 1056"/>
                <a:gd name="T2" fmla="*/ 23 w 168"/>
                <a:gd name="T3" fmla="*/ 232 h 1056"/>
                <a:gd name="T4" fmla="*/ 24 w 168"/>
                <a:gd name="T5" fmla="*/ 230 h 1056"/>
                <a:gd name="T6" fmla="*/ 21 w 168"/>
                <a:gd name="T7" fmla="*/ 232 h 1056"/>
                <a:gd name="T8" fmla="*/ 20 w 168"/>
                <a:gd name="T9" fmla="*/ 233 h 1056"/>
                <a:gd name="T10" fmla="*/ 18 w 168"/>
                <a:gd name="T11" fmla="*/ 235 h 1056"/>
                <a:gd name="T12" fmla="*/ 16 w 168"/>
                <a:gd name="T13" fmla="*/ 237 h 1056"/>
                <a:gd name="T14" fmla="*/ 15 w 168"/>
                <a:gd name="T15" fmla="*/ 240 h 1056"/>
                <a:gd name="T16" fmla="*/ 14 w 168"/>
                <a:gd name="T17" fmla="*/ 242 h 1056"/>
                <a:gd name="T18" fmla="*/ 13 w 168"/>
                <a:gd name="T19" fmla="*/ 245 h 1056"/>
                <a:gd name="T20" fmla="*/ 13 w 168"/>
                <a:gd name="T21" fmla="*/ 247 h 1056"/>
                <a:gd name="T22" fmla="*/ 14 w 168"/>
                <a:gd name="T23" fmla="*/ 251 h 1056"/>
                <a:gd name="T24" fmla="*/ 15 w 168"/>
                <a:gd name="T25" fmla="*/ 254 h 1056"/>
                <a:gd name="T26" fmla="*/ 18 w 168"/>
                <a:gd name="T27" fmla="*/ 258 h 1056"/>
                <a:gd name="T28" fmla="*/ 21 w 168"/>
                <a:gd name="T29" fmla="*/ 260 h 1056"/>
                <a:gd name="T30" fmla="*/ 23 w 168"/>
                <a:gd name="T31" fmla="*/ 262 h 1056"/>
                <a:gd name="T32" fmla="*/ 26 w 168"/>
                <a:gd name="T33" fmla="*/ 264 h 1056"/>
                <a:gd name="T34" fmla="*/ 30 w 168"/>
                <a:gd name="T35" fmla="*/ 264 h 1056"/>
                <a:gd name="T36" fmla="*/ 35 w 168"/>
                <a:gd name="T37" fmla="*/ 264 h 1056"/>
                <a:gd name="T38" fmla="*/ 37 w 168"/>
                <a:gd name="T39" fmla="*/ 264 h 1056"/>
                <a:gd name="T40" fmla="*/ 39 w 168"/>
                <a:gd name="T41" fmla="*/ 263 h 1056"/>
                <a:gd name="T42" fmla="*/ 41 w 168"/>
                <a:gd name="T43" fmla="*/ 262 h 1056"/>
                <a:gd name="T44" fmla="*/ 42 w 168"/>
                <a:gd name="T45" fmla="*/ 261 h 1056"/>
                <a:gd name="T46" fmla="*/ 41 w 168"/>
                <a:gd name="T47" fmla="*/ 261 h 1056"/>
                <a:gd name="T48" fmla="*/ 39 w 168"/>
                <a:gd name="T49" fmla="*/ 261 h 1056"/>
                <a:gd name="T50" fmla="*/ 37 w 168"/>
                <a:gd name="T51" fmla="*/ 260 h 1056"/>
                <a:gd name="T52" fmla="*/ 35 w 168"/>
                <a:gd name="T53" fmla="*/ 260 h 1056"/>
                <a:gd name="T54" fmla="*/ 31 w 168"/>
                <a:gd name="T55" fmla="*/ 260 h 1056"/>
                <a:gd name="T56" fmla="*/ 28 w 168"/>
                <a:gd name="T57" fmla="*/ 260 h 1056"/>
                <a:gd name="T58" fmla="*/ 25 w 168"/>
                <a:gd name="T59" fmla="*/ 259 h 1056"/>
                <a:gd name="T60" fmla="*/ 23 w 168"/>
                <a:gd name="T61" fmla="*/ 257 h 1056"/>
                <a:gd name="T62" fmla="*/ 21 w 168"/>
                <a:gd name="T63" fmla="*/ 255 h 1056"/>
                <a:gd name="T64" fmla="*/ 20 w 168"/>
                <a:gd name="T65" fmla="*/ 252 h 1056"/>
                <a:gd name="T66" fmla="*/ 19 w 168"/>
                <a:gd name="T67" fmla="*/ 250 h 1056"/>
                <a:gd name="T68" fmla="*/ 18 w 168"/>
                <a:gd name="T69" fmla="*/ 247 h 1056"/>
                <a:gd name="T70" fmla="*/ 18 w 168"/>
                <a:gd name="T71" fmla="*/ 243 h 1056"/>
                <a:gd name="T72" fmla="*/ 20 w 168"/>
                <a:gd name="T73" fmla="*/ 239 h 1056"/>
                <a:gd name="T74" fmla="*/ 22 w 168"/>
                <a:gd name="T75" fmla="*/ 236 h 1056"/>
                <a:gd name="T76" fmla="*/ 25 w 168"/>
                <a:gd name="T77" fmla="*/ 234 h 1056"/>
                <a:gd name="T78" fmla="*/ 27 w 168"/>
                <a:gd name="T79" fmla="*/ 232 h 1056"/>
                <a:gd name="T80" fmla="*/ 4 w 168"/>
                <a:gd name="T81" fmla="*/ 0 h 1056"/>
                <a:gd name="T82" fmla="*/ 0 w 168"/>
                <a:gd name="T83" fmla="*/ 1 h 105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8"/>
                <a:gd name="T127" fmla="*/ 0 h 1056"/>
                <a:gd name="T128" fmla="*/ 168 w 168"/>
                <a:gd name="T129" fmla="*/ 1056 h 105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8" h="1056">
                  <a:moveTo>
                    <a:pt x="0" y="2"/>
                  </a:moveTo>
                  <a:lnTo>
                    <a:pt x="93" y="929"/>
                  </a:lnTo>
                  <a:lnTo>
                    <a:pt x="97" y="921"/>
                  </a:lnTo>
                  <a:lnTo>
                    <a:pt x="87" y="928"/>
                  </a:lnTo>
                  <a:lnTo>
                    <a:pt x="78" y="935"/>
                  </a:lnTo>
                  <a:lnTo>
                    <a:pt x="70" y="943"/>
                  </a:lnTo>
                  <a:lnTo>
                    <a:pt x="64" y="950"/>
                  </a:lnTo>
                  <a:lnTo>
                    <a:pt x="60" y="960"/>
                  </a:lnTo>
                  <a:lnTo>
                    <a:pt x="56" y="970"/>
                  </a:lnTo>
                  <a:lnTo>
                    <a:pt x="54" y="981"/>
                  </a:lnTo>
                  <a:lnTo>
                    <a:pt x="54" y="991"/>
                  </a:lnTo>
                  <a:lnTo>
                    <a:pt x="57" y="1006"/>
                  </a:lnTo>
                  <a:lnTo>
                    <a:pt x="62" y="1019"/>
                  </a:lnTo>
                  <a:lnTo>
                    <a:pt x="70" y="1030"/>
                  </a:lnTo>
                  <a:lnTo>
                    <a:pt x="81" y="1040"/>
                  </a:lnTo>
                  <a:lnTo>
                    <a:pt x="94" y="1048"/>
                  </a:lnTo>
                  <a:lnTo>
                    <a:pt x="107" y="1053"/>
                  </a:lnTo>
                  <a:lnTo>
                    <a:pt x="123" y="1056"/>
                  </a:lnTo>
                  <a:lnTo>
                    <a:pt x="139" y="1056"/>
                  </a:lnTo>
                  <a:lnTo>
                    <a:pt x="147" y="1055"/>
                  </a:lnTo>
                  <a:lnTo>
                    <a:pt x="153" y="1051"/>
                  </a:lnTo>
                  <a:lnTo>
                    <a:pt x="161" y="1048"/>
                  </a:lnTo>
                  <a:lnTo>
                    <a:pt x="168" y="1044"/>
                  </a:lnTo>
                  <a:lnTo>
                    <a:pt x="164" y="1043"/>
                  </a:lnTo>
                  <a:lnTo>
                    <a:pt x="156" y="1041"/>
                  </a:lnTo>
                  <a:lnTo>
                    <a:pt x="147" y="1040"/>
                  </a:lnTo>
                  <a:lnTo>
                    <a:pt x="137" y="1040"/>
                  </a:lnTo>
                  <a:lnTo>
                    <a:pt x="124" y="1040"/>
                  </a:lnTo>
                  <a:lnTo>
                    <a:pt x="112" y="1037"/>
                  </a:lnTo>
                  <a:lnTo>
                    <a:pt x="102" y="1033"/>
                  </a:lnTo>
                  <a:lnTo>
                    <a:pt x="93" y="1027"/>
                  </a:lnTo>
                  <a:lnTo>
                    <a:pt x="83" y="1020"/>
                  </a:lnTo>
                  <a:lnTo>
                    <a:pt x="77" y="1011"/>
                  </a:lnTo>
                  <a:lnTo>
                    <a:pt x="73" y="1001"/>
                  </a:lnTo>
                  <a:lnTo>
                    <a:pt x="70" y="990"/>
                  </a:lnTo>
                  <a:lnTo>
                    <a:pt x="72" y="974"/>
                  </a:lnTo>
                  <a:lnTo>
                    <a:pt x="77" y="958"/>
                  </a:lnTo>
                  <a:lnTo>
                    <a:pt x="89" y="945"/>
                  </a:lnTo>
                  <a:lnTo>
                    <a:pt x="103" y="936"/>
                  </a:lnTo>
                  <a:lnTo>
                    <a:pt x="108" y="928"/>
                  </a:lnTo>
                  <a:lnTo>
                    <a:pt x="1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8" name="Rectangle 57"/>
            <p:cNvSpPr>
              <a:spLocks noChangeArrowheads="1"/>
            </p:cNvSpPr>
            <p:nvPr/>
          </p:nvSpPr>
          <p:spPr bwMode="auto">
            <a:xfrm>
              <a:off x="1810" y="2086"/>
              <a:ext cx="8" cy="382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9" name="Rectangle 58"/>
            <p:cNvSpPr>
              <a:spLocks noChangeArrowheads="1"/>
            </p:cNvSpPr>
            <p:nvPr/>
          </p:nvSpPr>
          <p:spPr bwMode="auto">
            <a:xfrm>
              <a:off x="1940" y="2049"/>
              <a:ext cx="8" cy="24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0" name="Freeform 59"/>
            <p:cNvSpPr>
              <a:spLocks/>
            </p:cNvSpPr>
            <p:nvPr/>
          </p:nvSpPr>
          <p:spPr bwMode="auto">
            <a:xfrm>
              <a:off x="2028" y="1723"/>
              <a:ext cx="346" cy="195"/>
            </a:xfrm>
            <a:custGeom>
              <a:avLst/>
              <a:gdLst>
                <a:gd name="T0" fmla="*/ 22 w 693"/>
                <a:gd name="T1" fmla="*/ 19 h 390"/>
                <a:gd name="T2" fmla="*/ 20 w 693"/>
                <a:gd name="T3" fmla="*/ 24 h 390"/>
                <a:gd name="T4" fmla="*/ 17 w 693"/>
                <a:gd name="T5" fmla="*/ 29 h 390"/>
                <a:gd name="T6" fmla="*/ 14 w 693"/>
                <a:gd name="T7" fmla="*/ 35 h 390"/>
                <a:gd name="T8" fmla="*/ 10 w 693"/>
                <a:gd name="T9" fmla="*/ 39 h 390"/>
                <a:gd name="T10" fmla="*/ 6 w 693"/>
                <a:gd name="T11" fmla="*/ 42 h 390"/>
                <a:gd name="T12" fmla="*/ 3 w 693"/>
                <a:gd name="T13" fmla="*/ 44 h 390"/>
                <a:gd name="T14" fmla="*/ 1 w 693"/>
                <a:gd name="T15" fmla="*/ 46 h 390"/>
                <a:gd name="T16" fmla="*/ 0 w 693"/>
                <a:gd name="T17" fmla="*/ 46 h 390"/>
                <a:gd name="T18" fmla="*/ 0 w 693"/>
                <a:gd name="T19" fmla="*/ 47 h 390"/>
                <a:gd name="T20" fmla="*/ 0 w 693"/>
                <a:gd name="T21" fmla="*/ 49 h 390"/>
                <a:gd name="T22" fmla="*/ 1 w 693"/>
                <a:gd name="T23" fmla="*/ 52 h 390"/>
                <a:gd name="T24" fmla="*/ 3 w 693"/>
                <a:gd name="T25" fmla="*/ 56 h 390"/>
                <a:gd name="T26" fmla="*/ 6 w 693"/>
                <a:gd name="T27" fmla="*/ 62 h 390"/>
                <a:gd name="T28" fmla="*/ 10 w 693"/>
                <a:gd name="T29" fmla="*/ 69 h 390"/>
                <a:gd name="T30" fmla="*/ 16 w 693"/>
                <a:gd name="T31" fmla="*/ 75 h 390"/>
                <a:gd name="T32" fmla="*/ 25 w 693"/>
                <a:gd name="T33" fmla="*/ 82 h 390"/>
                <a:gd name="T34" fmla="*/ 34 w 693"/>
                <a:gd name="T35" fmla="*/ 89 h 390"/>
                <a:gd name="T36" fmla="*/ 43 w 693"/>
                <a:gd name="T37" fmla="*/ 93 h 390"/>
                <a:gd name="T38" fmla="*/ 50 w 693"/>
                <a:gd name="T39" fmla="*/ 96 h 390"/>
                <a:gd name="T40" fmla="*/ 57 w 693"/>
                <a:gd name="T41" fmla="*/ 98 h 390"/>
                <a:gd name="T42" fmla="*/ 61 w 693"/>
                <a:gd name="T43" fmla="*/ 98 h 390"/>
                <a:gd name="T44" fmla="*/ 65 w 693"/>
                <a:gd name="T45" fmla="*/ 98 h 390"/>
                <a:gd name="T46" fmla="*/ 67 w 693"/>
                <a:gd name="T47" fmla="*/ 98 h 390"/>
                <a:gd name="T48" fmla="*/ 68 w 693"/>
                <a:gd name="T49" fmla="*/ 97 h 390"/>
                <a:gd name="T50" fmla="*/ 68 w 693"/>
                <a:gd name="T51" fmla="*/ 97 h 390"/>
                <a:gd name="T52" fmla="*/ 70 w 693"/>
                <a:gd name="T53" fmla="*/ 95 h 390"/>
                <a:gd name="T54" fmla="*/ 72 w 693"/>
                <a:gd name="T55" fmla="*/ 92 h 390"/>
                <a:gd name="T56" fmla="*/ 75 w 693"/>
                <a:gd name="T57" fmla="*/ 89 h 390"/>
                <a:gd name="T58" fmla="*/ 79 w 693"/>
                <a:gd name="T59" fmla="*/ 85 h 390"/>
                <a:gd name="T60" fmla="*/ 83 w 693"/>
                <a:gd name="T61" fmla="*/ 83 h 390"/>
                <a:gd name="T62" fmla="*/ 88 w 693"/>
                <a:gd name="T63" fmla="*/ 81 h 390"/>
                <a:gd name="T64" fmla="*/ 93 w 693"/>
                <a:gd name="T65" fmla="*/ 80 h 390"/>
                <a:gd name="T66" fmla="*/ 95 w 693"/>
                <a:gd name="T67" fmla="*/ 80 h 390"/>
                <a:gd name="T68" fmla="*/ 98 w 693"/>
                <a:gd name="T69" fmla="*/ 79 h 390"/>
                <a:gd name="T70" fmla="*/ 102 w 693"/>
                <a:gd name="T71" fmla="*/ 76 h 390"/>
                <a:gd name="T72" fmla="*/ 106 w 693"/>
                <a:gd name="T73" fmla="*/ 73 h 390"/>
                <a:gd name="T74" fmla="*/ 110 w 693"/>
                <a:gd name="T75" fmla="*/ 69 h 390"/>
                <a:gd name="T76" fmla="*/ 115 w 693"/>
                <a:gd name="T77" fmla="*/ 65 h 390"/>
                <a:gd name="T78" fmla="*/ 120 w 693"/>
                <a:gd name="T79" fmla="*/ 59 h 390"/>
                <a:gd name="T80" fmla="*/ 125 w 693"/>
                <a:gd name="T81" fmla="*/ 53 h 390"/>
                <a:gd name="T82" fmla="*/ 131 w 693"/>
                <a:gd name="T83" fmla="*/ 48 h 390"/>
                <a:gd name="T84" fmla="*/ 137 w 693"/>
                <a:gd name="T85" fmla="*/ 41 h 390"/>
                <a:gd name="T86" fmla="*/ 143 w 693"/>
                <a:gd name="T87" fmla="*/ 35 h 390"/>
                <a:gd name="T88" fmla="*/ 149 w 693"/>
                <a:gd name="T89" fmla="*/ 27 h 390"/>
                <a:gd name="T90" fmla="*/ 155 w 693"/>
                <a:gd name="T91" fmla="*/ 21 h 390"/>
                <a:gd name="T92" fmla="*/ 161 w 693"/>
                <a:gd name="T93" fmla="*/ 13 h 390"/>
                <a:gd name="T94" fmla="*/ 167 w 693"/>
                <a:gd name="T95" fmla="*/ 6 h 390"/>
                <a:gd name="T96" fmla="*/ 173 w 693"/>
                <a:gd name="T97" fmla="*/ 0 h 390"/>
                <a:gd name="T98" fmla="*/ 29 w 693"/>
                <a:gd name="T99" fmla="*/ 0 h 390"/>
                <a:gd name="T100" fmla="*/ 27 w 693"/>
                <a:gd name="T101" fmla="*/ 5 h 390"/>
                <a:gd name="T102" fmla="*/ 25 w 693"/>
                <a:gd name="T103" fmla="*/ 9 h 390"/>
                <a:gd name="T104" fmla="*/ 23 w 693"/>
                <a:gd name="T105" fmla="*/ 14 h 390"/>
                <a:gd name="T106" fmla="*/ 22 w 693"/>
                <a:gd name="T107" fmla="*/ 19 h 39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693"/>
                <a:gd name="T163" fmla="*/ 0 h 390"/>
                <a:gd name="T164" fmla="*/ 693 w 693"/>
                <a:gd name="T165" fmla="*/ 390 h 39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693" h="390">
                  <a:moveTo>
                    <a:pt x="89" y="74"/>
                  </a:moveTo>
                  <a:lnTo>
                    <a:pt x="81" y="98"/>
                  </a:lnTo>
                  <a:lnTo>
                    <a:pt x="71" y="119"/>
                  </a:lnTo>
                  <a:lnTo>
                    <a:pt x="56" y="137"/>
                  </a:lnTo>
                  <a:lnTo>
                    <a:pt x="41" y="153"/>
                  </a:lnTo>
                  <a:lnTo>
                    <a:pt x="25" y="166"/>
                  </a:lnTo>
                  <a:lnTo>
                    <a:pt x="12" y="176"/>
                  </a:lnTo>
                  <a:lnTo>
                    <a:pt x="4" y="181"/>
                  </a:lnTo>
                  <a:lnTo>
                    <a:pt x="0" y="183"/>
                  </a:lnTo>
                  <a:lnTo>
                    <a:pt x="0" y="186"/>
                  </a:lnTo>
                  <a:lnTo>
                    <a:pt x="1" y="195"/>
                  </a:lnTo>
                  <a:lnTo>
                    <a:pt x="5" y="208"/>
                  </a:lnTo>
                  <a:lnTo>
                    <a:pt x="12" y="227"/>
                  </a:lnTo>
                  <a:lnTo>
                    <a:pt x="24" y="248"/>
                  </a:lnTo>
                  <a:lnTo>
                    <a:pt x="42" y="273"/>
                  </a:lnTo>
                  <a:lnTo>
                    <a:pt x="67" y="299"/>
                  </a:lnTo>
                  <a:lnTo>
                    <a:pt x="101" y="328"/>
                  </a:lnTo>
                  <a:lnTo>
                    <a:pt x="139" y="355"/>
                  </a:lnTo>
                  <a:lnTo>
                    <a:pt x="174" y="372"/>
                  </a:lnTo>
                  <a:lnTo>
                    <a:pt x="203" y="382"/>
                  </a:lnTo>
                  <a:lnTo>
                    <a:pt x="228" y="389"/>
                  </a:lnTo>
                  <a:lnTo>
                    <a:pt x="247" y="390"/>
                  </a:lnTo>
                  <a:lnTo>
                    <a:pt x="262" y="390"/>
                  </a:lnTo>
                  <a:lnTo>
                    <a:pt x="271" y="389"/>
                  </a:lnTo>
                  <a:lnTo>
                    <a:pt x="274" y="388"/>
                  </a:lnTo>
                  <a:lnTo>
                    <a:pt x="275" y="385"/>
                  </a:lnTo>
                  <a:lnTo>
                    <a:pt x="282" y="377"/>
                  </a:lnTo>
                  <a:lnTo>
                    <a:pt x="290" y="365"/>
                  </a:lnTo>
                  <a:lnTo>
                    <a:pt x="303" y="353"/>
                  </a:lnTo>
                  <a:lnTo>
                    <a:pt x="317" y="340"/>
                  </a:lnTo>
                  <a:lnTo>
                    <a:pt x="334" y="330"/>
                  </a:lnTo>
                  <a:lnTo>
                    <a:pt x="354" y="322"/>
                  </a:lnTo>
                  <a:lnTo>
                    <a:pt x="375" y="319"/>
                  </a:lnTo>
                  <a:lnTo>
                    <a:pt x="383" y="318"/>
                  </a:lnTo>
                  <a:lnTo>
                    <a:pt x="395" y="313"/>
                  </a:lnTo>
                  <a:lnTo>
                    <a:pt x="408" y="303"/>
                  </a:lnTo>
                  <a:lnTo>
                    <a:pt x="424" y="290"/>
                  </a:lnTo>
                  <a:lnTo>
                    <a:pt x="441" y="274"/>
                  </a:lnTo>
                  <a:lnTo>
                    <a:pt x="461" y="257"/>
                  </a:lnTo>
                  <a:lnTo>
                    <a:pt x="481" y="236"/>
                  </a:lnTo>
                  <a:lnTo>
                    <a:pt x="503" y="214"/>
                  </a:lnTo>
                  <a:lnTo>
                    <a:pt x="525" y="190"/>
                  </a:lnTo>
                  <a:lnTo>
                    <a:pt x="549" y="164"/>
                  </a:lnTo>
                  <a:lnTo>
                    <a:pt x="573" y="137"/>
                  </a:lnTo>
                  <a:lnTo>
                    <a:pt x="598" y="110"/>
                  </a:lnTo>
                  <a:lnTo>
                    <a:pt x="622" y="82"/>
                  </a:lnTo>
                  <a:lnTo>
                    <a:pt x="647" y="54"/>
                  </a:lnTo>
                  <a:lnTo>
                    <a:pt x="670" y="27"/>
                  </a:lnTo>
                  <a:lnTo>
                    <a:pt x="693" y="0"/>
                  </a:lnTo>
                  <a:lnTo>
                    <a:pt x="116" y="0"/>
                  </a:lnTo>
                  <a:lnTo>
                    <a:pt x="108" y="17"/>
                  </a:lnTo>
                  <a:lnTo>
                    <a:pt x="101" y="36"/>
                  </a:lnTo>
                  <a:lnTo>
                    <a:pt x="95" y="56"/>
                  </a:lnTo>
                  <a:lnTo>
                    <a:pt x="89" y="7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1" name="Freeform 60"/>
            <p:cNvSpPr>
              <a:spLocks/>
            </p:cNvSpPr>
            <p:nvPr/>
          </p:nvSpPr>
          <p:spPr bwMode="auto">
            <a:xfrm>
              <a:off x="2090" y="1723"/>
              <a:ext cx="268" cy="178"/>
            </a:xfrm>
            <a:custGeom>
              <a:avLst/>
              <a:gdLst>
                <a:gd name="T0" fmla="*/ 24 w 535"/>
                <a:gd name="T1" fmla="*/ 47 h 357"/>
                <a:gd name="T2" fmla="*/ 21 w 535"/>
                <a:gd name="T3" fmla="*/ 48 h 357"/>
                <a:gd name="T4" fmla="*/ 18 w 535"/>
                <a:gd name="T5" fmla="*/ 51 h 357"/>
                <a:gd name="T6" fmla="*/ 16 w 535"/>
                <a:gd name="T7" fmla="*/ 54 h 357"/>
                <a:gd name="T8" fmla="*/ 12 w 535"/>
                <a:gd name="T9" fmla="*/ 58 h 357"/>
                <a:gd name="T10" fmla="*/ 9 w 535"/>
                <a:gd name="T11" fmla="*/ 63 h 357"/>
                <a:gd name="T12" fmla="*/ 6 w 535"/>
                <a:gd name="T13" fmla="*/ 67 h 357"/>
                <a:gd name="T14" fmla="*/ 3 w 535"/>
                <a:gd name="T15" fmla="*/ 72 h 357"/>
                <a:gd name="T16" fmla="*/ 0 w 535"/>
                <a:gd name="T17" fmla="*/ 76 h 357"/>
                <a:gd name="T18" fmla="*/ 9 w 535"/>
                <a:gd name="T19" fmla="*/ 81 h 357"/>
                <a:gd name="T20" fmla="*/ 17 w 535"/>
                <a:gd name="T21" fmla="*/ 85 h 357"/>
                <a:gd name="T22" fmla="*/ 23 w 535"/>
                <a:gd name="T23" fmla="*/ 87 h 357"/>
                <a:gd name="T24" fmla="*/ 28 w 535"/>
                <a:gd name="T25" fmla="*/ 89 h 357"/>
                <a:gd name="T26" fmla="*/ 33 w 535"/>
                <a:gd name="T27" fmla="*/ 89 h 357"/>
                <a:gd name="T28" fmla="*/ 36 w 535"/>
                <a:gd name="T29" fmla="*/ 89 h 357"/>
                <a:gd name="T30" fmla="*/ 38 w 535"/>
                <a:gd name="T31" fmla="*/ 89 h 357"/>
                <a:gd name="T32" fmla="*/ 39 w 535"/>
                <a:gd name="T33" fmla="*/ 88 h 357"/>
                <a:gd name="T34" fmla="*/ 39 w 535"/>
                <a:gd name="T35" fmla="*/ 88 h 357"/>
                <a:gd name="T36" fmla="*/ 40 w 535"/>
                <a:gd name="T37" fmla="*/ 86 h 357"/>
                <a:gd name="T38" fmla="*/ 42 w 535"/>
                <a:gd name="T39" fmla="*/ 83 h 357"/>
                <a:gd name="T40" fmla="*/ 45 w 535"/>
                <a:gd name="T41" fmla="*/ 80 h 357"/>
                <a:gd name="T42" fmla="*/ 48 w 535"/>
                <a:gd name="T43" fmla="*/ 77 h 357"/>
                <a:gd name="T44" fmla="*/ 52 w 535"/>
                <a:gd name="T45" fmla="*/ 75 h 357"/>
                <a:gd name="T46" fmla="*/ 57 w 535"/>
                <a:gd name="T47" fmla="*/ 73 h 357"/>
                <a:gd name="T48" fmla="*/ 62 w 535"/>
                <a:gd name="T49" fmla="*/ 73 h 357"/>
                <a:gd name="T50" fmla="*/ 64 w 535"/>
                <a:gd name="T51" fmla="*/ 72 h 357"/>
                <a:gd name="T52" fmla="*/ 66 w 535"/>
                <a:gd name="T53" fmla="*/ 71 h 357"/>
                <a:gd name="T54" fmla="*/ 69 w 535"/>
                <a:gd name="T55" fmla="*/ 69 h 357"/>
                <a:gd name="T56" fmla="*/ 72 w 535"/>
                <a:gd name="T57" fmla="*/ 66 h 357"/>
                <a:gd name="T58" fmla="*/ 76 w 535"/>
                <a:gd name="T59" fmla="*/ 63 h 357"/>
                <a:gd name="T60" fmla="*/ 81 w 535"/>
                <a:gd name="T61" fmla="*/ 59 h 357"/>
                <a:gd name="T62" fmla="*/ 85 w 535"/>
                <a:gd name="T63" fmla="*/ 54 h 357"/>
                <a:gd name="T64" fmla="*/ 91 w 535"/>
                <a:gd name="T65" fmla="*/ 49 h 357"/>
                <a:gd name="T66" fmla="*/ 96 w 535"/>
                <a:gd name="T67" fmla="*/ 43 h 357"/>
                <a:gd name="T68" fmla="*/ 101 w 535"/>
                <a:gd name="T69" fmla="*/ 37 h 357"/>
                <a:gd name="T70" fmla="*/ 106 w 535"/>
                <a:gd name="T71" fmla="*/ 31 h 357"/>
                <a:gd name="T72" fmla="*/ 112 w 535"/>
                <a:gd name="T73" fmla="*/ 25 h 357"/>
                <a:gd name="T74" fmla="*/ 118 w 535"/>
                <a:gd name="T75" fmla="*/ 19 h 357"/>
                <a:gd name="T76" fmla="*/ 123 w 535"/>
                <a:gd name="T77" fmla="*/ 12 h 357"/>
                <a:gd name="T78" fmla="*/ 129 w 535"/>
                <a:gd name="T79" fmla="*/ 6 h 357"/>
                <a:gd name="T80" fmla="*/ 134 w 535"/>
                <a:gd name="T81" fmla="*/ 0 h 357"/>
                <a:gd name="T82" fmla="*/ 76 w 535"/>
                <a:gd name="T83" fmla="*/ 0 h 357"/>
                <a:gd name="T84" fmla="*/ 72 w 535"/>
                <a:gd name="T85" fmla="*/ 5 h 357"/>
                <a:gd name="T86" fmla="*/ 68 w 535"/>
                <a:gd name="T87" fmla="*/ 10 h 357"/>
                <a:gd name="T88" fmla="*/ 64 w 535"/>
                <a:gd name="T89" fmla="*/ 14 h 357"/>
                <a:gd name="T90" fmla="*/ 61 w 535"/>
                <a:gd name="T91" fmla="*/ 18 h 357"/>
                <a:gd name="T92" fmla="*/ 57 w 535"/>
                <a:gd name="T93" fmla="*/ 22 h 357"/>
                <a:gd name="T94" fmla="*/ 53 w 535"/>
                <a:gd name="T95" fmla="*/ 26 h 357"/>
                <a:gd name="T96" fmla="*/ 50 w 535"/>
                <a:gd name="T97" fmla="*/ 29 h 357"/>
                <a:gd name="T98" fmla="*/ 46 w 535"/>
                <a:gd name="T99" fmla="*/ 32 h 357"/>
                <a:gd name="T100" fmla="*/ 43 w 535"/>
                <a:gd name="T101" fmla="*/ 35 h 357"/>
                <a:gd name="T102" fmla="*/ 40 w 535"/>
                <a:gd name="T103" fmla="*/ 38 h 357"/>
                <a:gd name="T104" fmla="*/ 37 w 535"/>
                <a:gd name="T105" fmla="*/ 40 h 357"/>
                <a:gd name="T106" fmla="*/ 34 w 535"/>
                <a:gd name="T107" fmla="*/ 42 h 357"/>
                <a:gd name="T108" fmla="*/ 32 w 535"/>
                <a:gd name="T109" fmla="*/ 44 h 357"/>
                <a:gd name="T110" fmla="*/ 29 w 535"/>
                <a:gd name="T111" fmla="*/ 45 h 357"/>
                <a:gd name="T112" fmla="*/ 26 w 535"/>
                <a:gd name="T113" fmla="*/ 46 h 357"/>
                <a:gd name="T114" fmla="*/ 24 w 535"/>
                <a:gd name="T115" fmla="*/ 47 h 35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35"/>
                <a:gd name="T175" fmla="*/ 0 h 357"/>
                <a:gd name="T176" fmla="*/ 535 w 535"/>
                <a:gd name="T177" fmla="*/ 357 h 35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35" h="357">
                  <a:moveTo>
                    <a:pt x="93" y="190"/>
                  </a:moveTo>
                  <a:lnTo>
                    <a:pt x="84" y="195"/>
                  </a:lnTo>
                  <a:lnTo>
                    <a:pt x="72" y="205"/>
                  </a:lnTo>
                  <a:lnTo>
                    <a:pt x="61" y="218"/>
                  </a:lnTo>
                  <a:lnTo>
                    <a:pt x="47" y="234"/>
                  </a:lnTo>
                  <a:lnTo>
                    <a:pt x="34" y="252"/>
                  </a:lnTo>
                  <a:lnTo>
                    <a:pt x="22" y="270"/>
                  </a:lnTo>
                  <a:lnTo>
                    <a:pt x="10" y="288"/>
                  </a:lnTo>
                  <a:lnTo>
                    <a:pt x="0" y="305"/>
                  </a:lnTo>
                  <a:lnTo>
                    <a:pt x="34" y="327"/>
                  </a:lnTo>
                  <a:lnTo>
                    <a:pt x="65" y="342"/>
                  </a:lnTo>
                  <a:lnTo>
                    <a:pt x="91" y="351"/>
                  </a:lnTo>
                  <a:lnTo>
                    <a:pt x="112" y="356"/>
                  </a:lnTo>
                  <a:lnTo>
                    <a:pt x="130" y="357"/>
                  </a:lnTo>
                  <a:lnTo>
                    <a:pt x="142" y="357"/>
                  </a:lnTo>
                  <a:lnTo>
                    <a:pt x="150" y="356"/>
                  </a:lnTo>
                  <a:lnTo>
                    <a:pt x="153" y="355"/>
                  </a:lnTo>
                  <a:lnTo>
                    <a:pt x="154" y="352"/>
                  </a:lnTo>
                  <a:lnTo>
                    <a:pt x="159" y="344"/>
                  </a:lnTo>
                  <a:lnTo>
                    <a:pt x="167" y="335"/>
                  </a:lnTo>
                  <a:lnTo>
                    <a:pt x="179" y="323"/>
                  </a:lnTo>
                  <a:lnTo>
                    <a:pt x="192" y="311"/>
                  </a:lnTo>
                  <a:lnTo>
                    <a:pt x="208" y="301"/>
                  </a:lnTo>
                  <a:lnTo>
                    <a:pt x="225" y="294"/>
                  </a:lnTo>
                  <a:lnTo>
                    <a:pt x="245" y="293"/>
                  </a:lnTo>
                  <a:lnTo>
                    <a:pt x="253" y="291"/>
                  </a:lnTo>
                  <a:lnTo>
                    <a:pt x="262" y="286"/>
                  </a:lnTo>
                  <a:lnTo>
                    <a:pt x="274" y="277"/>
                  </a:lnTo>
                  <a:lnTo>
                    <a:pt x="288" y="266"/>
                  </a:lnTo>
                  <a:lnTo>
                    <a:pt x="304" y="252"/>
                  </a:lnTo>
                  <a:lnTo>
                    <a:pt x="321" y="236"/>
                  </a:lnTo>
                  <a:lnTo>
                    <a:pt x="340" y="216"/>
                  </a:lnTo>
                  <a:lnTo>
                    <a:pt x="361" y="197"/>
                  </a:lnTo>
                  <a:lnTo>
                    <a:pt x="381" y="174"/>
                  </a:lnTo>
                  <a:lnTo>
                    <a:pt x="403" y="150"/>
                  </a:lnTo>
                  <a:lnTo>
                    <a:pt x="424" y="127"/>
                  </a:lnTo>
                  <a:lnTo>
                    <a:pt x="447" y="102"/>
                  </a:lnTo>
                  <a:lnTo>
                    <a:pt x="469" y="77"/>
                  </a:lnTo>
                  <a:lnTo>
                    <a:pt x="491" y="50"/>
                  </a:lnTo>
                  <a:lnTo>
                    <a:pt x="514" y="25"/>
                  </a:lnTo>
                  <a:lnTo>
                    <a:pt x="535" y="0"/>
                  </a:lnTo>
                  <a:lnTo>
                    <a:pt x="304" y="0"/>
                  </a:lnTo>
                  <a:lnTo>
                    <a:pt x="287" y="20"/>
                  </a:lnTo>
                  <a:lnTo>
                    <a:pt x="271" y="40"/>
                  </a:lnTo>
                  <a:lnTo>
                    <a:pt x="256" y="57"/>
                  </a:lnTo>
                  <a:lnTo>
                    <a:pt x="241" y="74"/>
                  </a:lnTo>
                  <a:lnTo>
                    <a:pt x="225" y="90"/>
                  </a:lnTo>
                  <a:lnTo>
                    <a:pt x="212" y="104"/>
                  </a:lnTo>
                  <a:lnTo>
                    <a:pt x="198" y="119"/>
                  </a:lnTo>
                  <a:lnTo>
                    <a:pt x="184" y="131"/>
                  </a:lnTo>
                  <a:lnTo>
                    <a:pt x="171" y="143"/>
                  </a:lnTo>
                  <a:lnTo>
                    <a:pt x="159" y="153"/>
                  </a:lnTo>
                  <a:lnTo>
                    <a:pt x="147" y="162"/>
                  </a:lnTo>
                  <a:lnTo>
                    <a:pt x="136" y="170"/>
                  </a:lnTo>
                  <a:lnTo>
                    <a:pt x="125" y="177"/>
                  </a:lnTo>
                  <a:lnTo>
                    <a:pt x="115" y="182"/>
                  </a:lnTo>
                  <a:lnTo>
                    <a:pt x="104" y="187"/>
                  </a:lnTo>
                  <a:lnTo>
                    <a:pt x="93" y="190"/>
                  </a:lnTo>
                  <a:close/>
                </a:path>
              </a:pathLst>
            </a:custGeom>
            <a:solidFill>
              <a:srgbClr val="DBDBD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2" name="Freeform 61"/>
            <p:cNvSpPr>
              <a:spLocks/>
            </p:cNvSpPr>
            <p:nvPr/>
          </p:nvSpPr>
          <p:spPr bwMode="auto">
            <a:xfrm>
              <a:off x="1872" y="2462"/>
              <a:ext cx="10" cy="10"/>
            </a:xfrm>
            <a:custGeom>
              <a:avLst/>
              <a:gdLst>
                <a:gd name="T0" fmla="*/ 3 w 20"/>
                <a:gd name="T1" fmla="*/ 5 h 20"/>
                <a:gd name="T2" fmla="*/ 3 w 20"/>
                <a:gd name="T3" fmla="*/ 5 h 20"/>
                <a:gd name="T4" fmla="*/ 5 w 20"/>
                <a:gd name="T5" fmla="*/ 4 h 20"/>
                <a:gd name="T6" fmla="*/ 5 w 20"/>
                <a:gd name="T7" fmla="*/ 3 h 20"/>
                <a:gd name="T8" fmla="*/ 5 w 20"/>
                <a:gd name="T9" fmla="*/ 3 h 20"/>
                <a:gd name="T10" fmla="*/ 5 w 20"/>
                <a:gd name="T11" fmla="*/ 1 h 20"/>
                <a:gd name="T12" fmla="*/ 5 w 20"/>
                <a:gd name="T13" fmla="*/ 1 h 20"/>
                <a:gd name="T14" fmla="*/ 3 w 20"/>
                <a:gd name="T15" fmla="*/ 1 h 20"/>
                <a:gd name="T16" fmla="*/ 3 w 20"/>
                <a:gd name="T17" fmla="*/ 0 h 20"/>
                <a:gd name="T18" fmla="*/ 1 w 20"/>
                <a:gd name="T19" fmla="*/ 1 h 20"/>
                <a:gd name="T20" fmla="*/ 1 w 20"/>
                <a:gd name="T21" fmla="*/ 1 h 20"/>
                <a:gd name="T22" fmla="*/ 1 w 20"/>
                <a:gd name="T23" fmla="*/ 1 h 20"/>
                <a:gd name="T24" fmla="*/ 0 w 20"/>
                <a:gd name="T25" fmla="*/ 3 h 20"/>
                <a:gd name="T26" fmla="*/ 1 w 20"/>
                <a:gd name="T27" fmla="*/ 3 h 20"/>
                <a:gd name="T28" fmla="*/ 1 w 20"/>
                <a:gd name="T29" fmla="*/ 4 h 20"/>
                <a:gd name="T30" fmla="*/ 1 w 20"/>
                <a:gd name="T31" fmla="*/ 5 h 20"/>
                <a:gd name="T32" fmla="*/ 3 w 20"/>
                <a:gd name="T33" fmla="*/ 5 h 2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20"/>
                <a:gd name="T53" fmla="*/ 20 w 20"/>
                <a:gd name="T54" fmla="*/ 20 h 2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20">
                  <a:moveTo>
                    <a:pt x="9" y="20"/>
                  </a:moveTo>
                  <a:lnTo>
                    <a:pt x="13" y="18"/>
                  </a:lnTo>
                  <a:lnTo>
                    <a:pt x="17" y="16"/>
                  </a:lnTo>
                  <a:lnTo>
                    <a:pt x="18" y="13"/>
                  </a:lnTo>
                  <a:lnTo>
                    <a:pt x="20" y="9"/>
                  </a:lnTo>
                  <a:lnTo>
                    <a:pt x="18" y="5"/>
                  </a:lnTo>
                  <a:lnTo>
                    <a:pt x="17" y="2"/>
                  </a:lnTo>
                  <a:lnTo>
                    <a:pt x="13" y="1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3" y="16"/>
                  </a:lnTo>
                  <a:lnTo>
                    <a:pt x="5" y="18"/>
                  </a:lnTo>
                  <a:lnTo>
                    <a:pt x="9" y="20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3" name="Freeform 62"/>
            <p:cNvSpPr>
              <a:spLocks/>
            </p:cNvSpPr>
            <p:nvPr/>
          </p:nvSpPr>
          <p:spPr bwMode="auto">
            <a:xfrm>
              <a:off x="1900" y="2472"/>
              <a:ext cx="10" cy="10"/>
            </a:xfrm>
            <a:custGeom>
              <a:avLst/>
              <a:gdLst>
                <a:gd name="T0" fmla="*/ 3 w 20"/>
                <a:gd name="T1" fmla="*/ 5 h 19"/>
                <a:gd name="T2" fmla="*/ 3 w 20"/>
                <a:gd name="T3" fmla="*/ 5 h 19"/>
                <a:gd name="T4" fmla="*/ 5 w 20"/>
                <a:gd name="T5" fmla="*/ 5 h 19"/>
                <a:gd name="T6" fmla="*/ 5 w 20"/>
                <a:gd name="T7" fmla="*/ 4 h 19"/>
                <a:gd name="T8" fmla="*/ 5 w 20"/>
                <a:gd name="T9" fmla="*/ 3 h 19"/>
                <a:gd name="T10" fmla="*/ 5 w 20"/>
                <a:gd name="T11" fmla="*/ 2 h 19"/>
                <a:gd name="T12" fmla="*/ 5 w 20"/>
                <a:gd name="T13" fmla="*/ 1 h 19"/>
                <a:gd name="T14" fmla="*/ 3 w 20"/>
                <a:gd name="T15" fmla="*/ 1 h 19"/>
                <a:gd name="T16" fmla="*/ 3 w 20"/>
                <a:gd name="T17" fmla="*/ 0 h 19"/>
                <a:gd name="T18" fmla="*/ 1 w 20"/>
                <a:gd name="T19" fmla="*/ 1 h 19"/>
                <a:gd name="T20" fmla="*/ 1 w 20"/>
                <a:gd name="T21" fmla="*/ 1 h 19"/>
                <a:gd name="T22" fmla="*/ 1 w 20"/>
                <a:gd name="T23" fmla="*/ 2 h 19"/>
                <a:gd name="T24" fmla="*/ 0 w 20"/>
                <a:gd name="T25" fmla="*/ 3 h 19"/>
                <a:gd name="T26" fmla="*/ 1 w 20"/>
                <a:gd name="T27" fmla="*/ 4 h 19"/>
                <a:gd name="T28" fmla="*/ 1 w 20"/>
                <a:gd name="T29" fmla="*/ 5 h 19"/>
                <a:gd name="T30" fmla="*/ 1 w 20"/>
                <a:gd name="T31" fmla="*/ 5 h 19"/>
                <a:gd name="T32" fmla="*/ 3 w 20"/>
                <a:gd name="T33" fmla="*/ 5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9"/>
                <a:gd name="T53" fmla="*/ 20 w 20"/>
                <a:gd name="T54" fmla="*/ 19 h 1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9">
                  <a:moveTo>
                    <a:pt x="11" y="19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19" y="14"/>
                  </a:lnTo>
                  <a:lnTo>
                    <a:pt x="20" y="10"/>
                  </a:lnTo>
                  <a:lnTo>
                    <a:pt x="19" y="6"/>
                  </a:lnTo>
                  <a:lnTo>
                    <a:pt x="17" y="2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2" y="6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7"/>
                  </a:lnTo>
                  <a:lnTo>
                    <a:pt x="7" y="18"/>
                  </a:lnTo>
                  <a:lnTo>
                    <a:pt x="11" y="19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4" name="Freeform 63"/>
            <p:cNvSpPr>
              <a:spLocks/>
            </p:cNvSpPr>
            <p:nvPr/>
          </p:nvSpPr>
          <p:spPr bwMode="auto">
            <a:xfrm>
              <a:off x="1914" y="2501"/>
              <a:ext cx="10" cy="10"/>
            </a:xfrm>
            <a:custGeom>
              <a:avLst/>
              <a:gdLst>
                <a:gd name="T0" fmla="*/ 3 w 20"/>
                <a:gd name="T1" fmla="*/ 6 h 18"/>
                <a:gd name="T2" fmla="*/ 3 w 20"/>
                <a:gd name="T3" fmla="*/ 5 h 18"/>
                <a:gd name="T4" fmla="*/ 5 w 20"/>
                <a:gd name="T5" fmla="*/ 5 h 18"/>
                <a:gd name="T6" fmla="*/ 5 w 20"/>
                <a:gd name="T7" fmla="*/ 4 h 18"/>
                <a:gd name="T8" fmla="*/ 5 w 20"/>
                <a:gd name="T9" fmla="*/ 3 h 18"/>
                <a:gd name="T10" fmla="*/ 5 w 20"/>
                <a:gd name="T11" fmla="*/ 2 h 18"/>
                <a:gd name="T12" fmla="*/ 5 w 20"/>
                <a:gd name="T13" fmla="*/ 1 h 18"/>
                <a:gd name="T14" fmla="*/ 3 w 20"/>
                <a:gd name="T15" fmla="*/ 1 h 18"/>
                <a:gd name="T16" fmla="*/ 3 w 20"/>
                <a:gd name="T17" fmla="*/ 0 h 18"/>
                <a:gd name="T18" fmla="*/ 1 w 20"/>
                <a:gd name="T19" fmla="*/ 1 h 18"/>
                <a:gd name="T20" fmla="*/ 1 w 20"/>
                <a:gd name="T21" fmla="*/ 1 h 18"/>
                <a:gd name="T22" fmla="*/ 1 w 20"/>
                <a:gd name="T23" fmla="*/ 2 h 18"/>
                <a:gd name="T24" fmla="*/ 0 w 20"/>
                <a:gd name="T25" fmla="*/ 3 h 18"/>
                <a:gd name="T26" fmla="*/ 1 w 20"/>
                <a:gd name="T27" fmla="*/ 4 h 18"/>
                <a:gd name="T28" fmla="*/ 1 w 20"/>
                <a:gd name="T29" fmla="*/ 5 h 18"/>
                <a:gd name="T30" fmla="*/ 1 w 20"/>
                <a:gd name="T31" fmla="*/ 5 h 18"/>
                <a:gd name="T32" fmla="*/ 3 w 20"/>
                <a:gd name="T33" fmla="*/ 6 h 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8"/>
                <a:gd name="T53" fmla="*/ 20 w 20"/>
                <a:gd name="T54" fmla="*/ 18 h 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8">
                  <a:moveTo>
                    <a:pt x="9" y="18"/>
                  </a:moveTo>
                  <a:lnTo>
                    <a:pt x="13" y="17"/>
                  </a:lnTo>
                  <a:lnTo>
                    <a:pt x="17" y="16"/>
                  </a:lnTo>
                  <a:lnTo>
                    <a:pt x="18" y="13"/>
                  </a:lnTo>
                  <a:lnTo>
                    <a:pt x="20" y="9"/>
                  </a:lnTo>
                  <a:lnTo>
                    <a:pt x="18" y="5"/>
                  </a:lnTo>
                  <a:lnTo>
                    <a:pt x="17" y="3"/>
                  </a:lnTo>
                  <a:lnTo>
                    <a:pt x="13" y="1"/>
                  </a:lnTo>
                  <a:lnTo>
                    <a:pt x="9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9" y="18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5" name="Freeform 64"/>
            <p:cNvSpPr>
              <a:spLocks/>
            </p:cNvSpPr>
            <p:nvPr/>
          </p:nvSpPr>
          <p:spPr bwMode="auto">
            <a:xfrm>
              <a:off x="1923" y="2532"/>
              <a:ext cx="9" cy="10"/>
            </a:xfrm>
            <a:custGeom>
              <a:avLst/>
              <a:gdLst>
                <a:gd name="T0" fmla="*/ 2 w 20"/>
                <a:gd name="T1" fmla="*/ 6 h 18"/>
                <a:gd name="T2" fmla="*/ 3 w 20"/>
                <a:gd name="T3" fmla="*/ 5 h 18"/>
                <a:gd name="T4" fmla="*/ 4 w 20"/>
                <a:gd name="T5" fmla="*/ 5 h 18"/>
                <a:gd name="T6" fmla="*/ 4 w 20"/>
                <a:gd name="T7" fmla="*/ 4 h 18"/>
                <a:gd name="T8" fmla="*/ 4 w 20"/>
                <a:gd name="T9" fmla="*/ 3 h 18"/>
                <a:gd name="T10" fmla="*/ 4 w 20"/>
                <a:gd name="T11" fmla="*/ 2 h 18"/>
                <a:gd name="T12" fmla="*/ 4 w 20"/>
                <a:gd name="T13" fmla="*/ 1 h 18"/>
                <a:gd name="T14" fmla="*/ 3 w 20"/>
                <a:gd name="T15" fmla="*/ 1 h 18"/>
                <a:gd name="T16" fmla="*/ 2 w 20"/>
                <a:gd name="T17" fmla="*/ 0 h 18"/>
                <a:gd name="T18" fmla="*/ 1 w 20"/>
                <a:gd name="T19" fmla="*/ 1 h 18"/>
                <a:gd name="T20" fmla="*/ 1 w 20"/>
                <a:gd name="T21" fmla="*/ 1 h 18"/>
                <a:gd name="T22" fmla="*/ 0 w 20"/>
                <a:gd name="T23" fmla="*/ 2 h 18"/>
                <a:gd name="T24" fmla="*/ 0 w 20"/>
                <a:gd name="T25" fmla="*/ 3 h 18"/>
                <a:gd name="T26" fmla="*/ 0 w 20"/>
                <a:gd name="T27" fmla="*/ 4 h 18"/>
                <a:gd name="T28" fmla="*/ 1 w 20"/>
                <a:gd name="T29" fmla="*/ 5 h 18"/>
                <a:gd name="T30" fmla="*/ 1 w 20"/>
                <a:gd name="T31" fmla="*/ 5 h 18"/>
                <a:gd name="T32" fmla="*/ 2 w 20"/>
                <a:gd name="T33" fmla="*/ 6 h 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8"/>
                <a:gd name="T53" fmla="*/ 20 w 20"/>
                <a:gd name="T54" fmla="*/ 18 h 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8">
                  <a:moveTo>
                    <a:pt x="11" y="18"/>
                  </a:moveTo>
                  <a:lnTo>
                    <a:pt x="15" y="17"/>
                  </a:lnTo>
                  <a:lnTo>
                    <a:pt x="17" y="16"/>
                  </a:lnTo>
                  <a:lnTo>
                    <a:pt x="18" y="13"/>
                  </a:lnTo>
                  <a:lnTo>
                    <a:pt x="20" y="9"/>
                  </a:lnTo>
                  <a:lnTo>
                    <a:pt x="18" y="5"/>
                  </a:lnTo>
                  <a:lnTo>
                    <a:pt x="17" y="2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4" y="16"/>
                  </a:lnTo>
                  <a:lnTo>
                    <a:pt x="7" y="17"/>
                  </a:lnTo>
                  <a:lnTo>
                    <a:pt x="11" y="18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6" name="Freeform 65"/>
            <p:cNvSpPr>
              <a:spLocks/>
            </p:cNvSpPr>
            <p:nvPr/>
          </p:nvSpPr>
          <p:spPr bwMode="auto">
            <a:xfrm>
              <a:off x="1935" y="2559"/>
              <a:ext cx="10" cy="10"/>
            </a:xfrm>
            <a:custGeom>
              <a:avLst/>
              <a:gdLst>
                <a:gd name="T0" fmla="*/ 3 w 20"/>
                <a:gd name="T1" fmla="*/ 5 h 19"/>
                <a:gd name="T2" fmla="*/ 3 w 20"/>
                <a:gd name="T3" fmla="*/ 5 h 19"/>
                <a:gd name="T4" fmla="*/ 5 w 20"/>
                <a:gd name="T5" fmla="*/ 5 h 19"/>
                <a:gd name="T6" fmla="*/ 5 w 20"/>
                <a:gd name="T7" fmla="*/ 4 h 19"/>
                <a:gd name="T8" fmla="*/ 5 w 20"/>
                <a:gd name="T9" fmla="*/ 3 h 19"/>
                <a:gd name="T10" fmla="*/ 5 w 20"/>
                <a:gd name="T11" fmla="*/ 2 h 19"/>
                <a:gd name="T12" fmla="*/ 5 w 20"/>
                <a:gd name="T13" fmla="*/ 1 h 19"/>
                <a:gd name="T14" fmla="*/ 3 w 20"/>
                <a:gd name="T15" fmla="*/ 1 h 19"/>
                <a:gd name="T16" fmla="*/ 3 w 20"/>
                <a:gd name="T17" fmla="*/ 0 h 19"/>
                <a:gd name="T18" fmla="*/ 1 w 20"/>
                <a:gd name="T19" fmla="*/ 1 h 19"/>
                <a:gd name="T20" fmla="*/ 1 w 20"/>
                <a:gd name="T21" fmla="*/ 1 h 19"/>
                <a:gd name="T22" fmla="*/ 1 w 20"/>
                <a:gd name="T23" fmla="*/ 2 h 19"/>
                <a:gd name="T24" fmla="*/ 0 w 20"/>
                <a:gd name="T25" fmla="*/ 3 h 19"/>
                <a:gd name="T26" fmla="*/ 1 w 20"/>
                <a:gd name="T27" fmla="*/ 4 h 19"/>
                <a:gd name="T28" fmla="*/ 1 w 20"/>
                <a:gd name="T29" fmla="*/ 5 h 19"/>
                <a:gd name="T30" fmla="*/ 1 w 20"/>
                <a:gd name="T31" fmla="*/ 5 h 19"/>
                <a:gd name="T32" fmla="*/ 3 w 20"/>
                <a:gd name="T33" fmla="*/ 5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9"/>
                <a:gd name="T53" fmla="*/ 20 w 20"/>
                <a:gd name="T54" fmla="*/ 19 h 1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9">
                  <a:moveTo>
                    <a:pt x="11" y="19"/>
                  </a:moveTo>
                  <a:lnTo>
                    <a:pt x="15" y="18"/>
                  </a:lnTo>
                  <a:lnTo>
                    <a:pt x="17" y="17"/>
                  </a:lnTo>
                  <a:lnTo>
                    <a:pt x="19" y="13"/>
                  </a:lnTo>
                  <a:lnTo>
                    <a:pt x="20" y="9"/>
                  </a:lnTo>
                  <a:lnTo>
                    <a:pt x="19" y="5"/>
                  </a:lnTo>
                  <a:lnTo>
                    <a:pt x="17" y="2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4" y="2"/>
                  </a:lnTo>
                  <a:lnTo>
                    <a:pt x="1" y="5"/>
                  </a:lnTo>
                  <a:lnTo>
                    <a:pt x="0" y="9"/>
                  </a:lnTo>
                  <a:lnTo>
                    <a:pt x="1" y="13"/>
                  </a:lnTo>
                  <a:lnTo>
                    <a:pt x="4" y="17"/>
                  </a:lnTo>
                  <a:lnTo>
                    <a:pt x="7" y="18"/>
                  </a:lnTo>
                  <a:lnTo>
                    <a:pt x="11" y="19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7" name="Freeform 66"/>
            <p:cNvSpPr>
              <a:spLocks/>
            </p:cNvSpPr>
            <p:nvPr/>
          </p:nvSpPr>
          <p:spPr bwMode="auto">
            <a:xfrm>
              <a:off x="1963" y="2573"/>
              <a:ext cx="10" cy="9"/>
            </a:xfrm>
            <a:custGeom>
              <a:avLst/>
              <a:gdLst>
                <a:gd name="T0" fmla="*/ 3 w 20"/>
                <a:gd name="T1" fmla="*/ 4 h 19"/>
                <a:gd name="T2" fmla="*/ 3 w 20"/>
                <a:gd name="T3" fmla="*/ 4 h 19"/>
                <a:gd name="T4" fmla="*/ 5 w 20"/>
                <a:gd name="T5" fmla="*/ 4 h 19"/>
                <a:gd name="T6" fmla="*/ 5 w 20"/>
                <a:gd name="T7" fmla="*/ 3 h 19"/>
                <a:gd name="T8" fmla="*/ 5 w 20"/>
                <a:gd name="T9" fmla="*/ 2 h 19"/>
                <a:gd name="T10" fmla="*/ 5 w 20"/>
                <a:gd name="T11" fmla="*/ 1 h 19"/>
                <a:gd name="T12" fmla="*/ 5 w 20"/>
                <a:gd name="T13" fmla="*/ 0 h 19"/>
                <a:gd name="T14" fmla="*/ 3 w 20"/>
                <a:gd name="T15" fmla="*/ 0 h 19"/>
                <a:gd name="T16" fmla="*/ 3 w 20"/>
                <a:gd name="T17" fmla="*/ 0 h 19"/>
                <a:gd name="T18" fmla="*/ 1 w 20"/>
                <a:gd name="T19" fmla="*/ 0 h 19"/>
                <a:gd name="T20" fmla="*/ 1 w 20"/>
                <a:gd name="T21" fmla="*/ 0 h 19"/>
                <a:gd name="T22" fmla="*/ 1 w 20"/>
                <a:gd name="T23" fmla="*/ 1 h 19"/>
                <a:gd name="T24" fmla="*/ 0 w 20"/>
                <a:gd name="T25" fmla="*/ 2 h 19"/>
                <a:gd name="T26" fmla="*/ 1 w 20"/>
                <a:gd name="T27" fmla="*/ 3 h 19"/>
                <a:gd name="T28" fmla="*/ 1 w 20"/>
                <a:gd name="T29" fmla="*/ 4 h 19"/>
                <a:gd name="T30" fmla="*/ 1 w 20"/>
                <a:gd name="T31" fmla="*/ 4 h 19"/>
                <a:gd name="T32" fmla="*/ 3 w 20"/>
                <a:gd name="T33" fmla="*/ 4 h 1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9"/>
                <a:gd name="T53" fmla="*/ 20 w 20"/>
                <a:gd name="T54" fmla="*/ 19 h 1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9">
                  <a:moveTo>
                    <a:pt x="10" y="19"/>
                  </a:moveTo>
                  <a:lnTo>
                    <a:pt x="14" y="17"/>
                  </a:lnTo>
                  <a:lnTo>
                    <a:pt x="18" y="16"/>
                  </a:lnTo>
                  <a:lnTo>
                    <a:pt x="19" y="13"/>
                  </a:lnTo>
                  <a:lnTo>
                    <a:pt x="20" y="9"/>
                  </a:lnTo>
                  <a:lnTo>
                    <a:pt x="19" y="5"/>
                  </a:lnTo>
                  <a:lnTo>
                    <a:pt x="18" y="3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9"/>
                  </a:lnTo>
                  <a:lnTo>
                    <a:pt x="2" y="13"/>
                  </a:lnTo>
                  <a:lnTo>
                    <a:pt x="3" y="16"/>
                  </a:lnTo>
                  <a:lnTo>
                    <a:pt x="6" y="17"/>
                  </a:lnTo>
                  <a:lnTo>
                    <a:pt x="10" y="19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8" name="Freeform 67"/>
            <p:cNvSpPr>
              <a:spLocks/>
            </p:cNvSpPr>
            <p:nvPr/>
          </p:nvSpPr>
          <p:spPr bwMode="auto">
            <a:xfrm>
              <a:off x="1980" y="2550"/>
              <a:ext cx="10" cy="10"/>
            </a:xfrm>
            <a:custGeom>
              <a:avLst/>
              <a:gdLst>
                <a:gd name="T0" fmla="*/ 3 w 19"/>
                <a:gd name="T1" fmla="*/ 5 h 20"/>
                <a:gd name="T2" fmla="*/ 4 w 19"/>
                <a:gd name="T3" fmla="*/ 5 h 20"/>
                <a:gd name="T4" fmla="*/ 5 w 19"/>
                <a:gd name="T5" fmla="*/ 4 h 20"/>
                <a:gd name="T6" fmla="*/ 5 w 19"/>
                <a:gd name="T7" fmla="*/ 3 h 20"/>
                <a:gd name="T8" fmla="*/ 5 w 19"/>
                <a:gd name="T9" fmla="*/ 3 h 20"/>
                <a:gd name="T10" fmla="*/ 5 w 19"/>
                <a:gd name="T11" fmla="*/ 1 h 20"/>
                <a:gd name="T12" fmla="*/ 5 w 19"/>
                <a:gd name="T13" fmla="*/ 1 h 20"/>
                <a:gd name="T14" fmla="*/ 4 w 19"/>
                <a:gd name="T15" fmla="*/ 1 h 20"/>
                <a:gd name="T16" fmla="*/ 3 w 19"/>
                <a:gd name="T17" fmla="*/ 0 h 20"/>
                <a:gd name="T18" fmla="*/ 2 w 19"/>
                <a:gd name="T19" fmla="*/ 1 h 20"/>
                <a:gd name="T20" fmla="*/ 1 w 19"/>
                <a:gd name="T21" fmla="*/ 1 h 20"/>
                <a:gd name="T22" fmla="*/ 1 w 19"/>
                <a:gd name="T23" fmla="*/ 1 h 20"/>
                <a:gd name="T24" fmla="*/ 0 w 19"/>
                <a:gd name="T25" fmla="*/ 3 h 20"/>
                <a:gd name="T26" fmla="*/ 1 w 19"/>
                <a:gd name="T27" fmla="*/ 3 h 20"/>
                <a:gd name="T28" fmla="*/ 1 w 19"/>
                <a:gd name="T29" fmla="*/ 4 h 20"/>
                <a:gd name="T30" fmla="*/ 2 w 19"/>
                <a:gd name="T31" fmla="*/ 5 h 20"/>
                <a:gd name="T32" fmla="*/ 3 w 19"/>
                <a:gd name="T33" fmla="*/ 5 h 2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9"/>
                <a:gd name="T52" fmla="*/ 0 h 20"/>
                <a:gd name="T53" fmla="*/ 19 w 19"/>
                <a:gd name="T54" fmla="*/ 20 h 2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9" h="20">
                  <a:moveTo>
                    <a:pt x="10" y="20"/>
                  </a:moveTo>
                  <a:lnTo>
                    <a:pt x="14" y="19"/>
                  </a:lnTo>
                  <a:lnTo>
                    <a:pt x="17" y="16"/>
                  </a:lnTo>
                  <a:lnTo>
                    <a:pt x="18" y="14"/>
                  </a:lnTo>
                  <a:lnTo>
                    <a:pt x="19" y="10"/>
                  </a:lnTo>
                  <a:lnTo>
                    <a:pt x="18" y="6"/>
                  </a:lnTo>
                  <a:lnTo>
                    <a:pt x="17" y="3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4" y="16"/>
                  </a:lnTo>
                  <a:lnTo>
                    <a:pt x="6" y="19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59" name="Freeform 68"/>
            <p:cNvSpPr>
              <a:spLocks/>
            </p:cNvSpPr>
            <p:nvPr/>
          </p:nvSpPr>
          <p:spPr bwMode="auto">
            <a:xfrm>
              <a:off x="1977" y="2520"/>
              <a:ext cx="10" cy="9"/>
            </a:xfrm>
            <a:custGeom>
              <a:avLst/>
              <a:gdLst>
                <a:gd name="T0" fmla="*/ 3 w 20"/>
                <a:gd name="T1" fmla="*/ 5 h 18"/>
                <a:gd name="T2" fmla="*/ 3 w 20"/>
                <a:gd name="T3" fmla="*/ 5 h 18"/>
                <a:gd name="T4" fmla="*/ 5 w 20"/>
                <a:gd name="T5" fmla="*/ 4 h 18"/>
                <a:gd name="T6" fmla="*/ 5 w 20"/>
                <a:gd name="T7" fmla="*/ 3 h 18"/>
                <a:gd name="T8" fmla="*/ 5 w 20"/>
                <a:gd name="T9" fmla="*/ 2 h 18"/>
                <a:gd name="T10" fmla="*/ 5 w 20"/>
                <a:gd name="T11" fmla="*/ 1 h 18"/>
                <a:gd name="T12" fmla="*/ 5 w 20"/>
                <a:gd name="T13" fmla="*/ 1 h 18"/>
                <a:gd name="T14" fmla="*/ 3 w 20"/>
                <a:gd name="T15" fmla="*/ 1 h 18"/>
                <a:gd name="T16" fmla="*/ 3 w 20"/>
                <a:gd name="T17" fmla="*/ 0 h 18"/>
                <a:gd name="T18" fmla="*/ 1 w 20"/>
                <a:gd name="T19" fmla="*/ 1 h 18"/>
                <a:gd name="T20" fmla="*/ 1 w 20"/>
                <a:gd name="T21" fmla="*/ 1 h 18"/>
                <a:gd name="T22" fmla="*/ 1 w 20"/>
                <a:gd name="T23" fmla="*/ 1 h 18"/>
                <a:gd name="T24" fmla="*/ 0 w 20"/>
                <a:gd name="T25" fmla="*/ 2 h 18"/>
                <a:gd name="T26" fmla="*/ 1 w 20"/>
                <a:gd name="T27" fmla="*/ 3 h 18"/>
                <a:gd name="T28" fmla="*/ 1 w 20"/>
                <a:gd name="T29" fmla="*/ 4 h 18"/>
                <a:gd name="T30" fmla="*/ 1 w 20"/>
                <a:gd name="T31" fmla="*/ 5 h 18"/>
                <a:gd name="T32" fmla="*/ 3 w 20"/>
                <a:gd name="T33" fmla="*/ 5 h 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18"/>
                <a:gd name="T53" fmla="*/ 20 w 20"/>
                <a:gd name="T54" fmla="*/ 18 h 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18">
                  <a:moveTo>
                    <a:pt x="10" y="18"/>
                  </a:moveTo>
                  <a:lnTo>
                    <a:pt x="14" y="17"/>
                  </a:lnTo>
                  <a:lnTo>
                    <a:pt x="18" y="16"/>
                  </a:lnTo>
                  <a:lnTo>
                    <a:pt x="19" y="13"/>
                  </a:lnTo>
                  <a:lnTo>
                    <a:pt x="20" y="9"/>
                  </a:lnTo>
                  <a:lnTo>
                    <a:pt x="19" y="5"/>
                  </a:lnTo>
                  <a:lnTo>
                    <a:pt x="18" y="2"/>
                  </a:lnTo>
                  <a:lnTo>
                    <a:pt x="14" y="1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2"/>
                  </a:lnTo>
                  <a:lnTo>
                    <a:pt x="2" y="5"/>
                  </a:lnTo>
                  <a:lnTo>
                    <a:pt x="0" y="9"/>
                  </a:lnTo>
                  <a:lnTo>
                    <a:pt x="2" y="13"/>
                  </a:lnTo>
                  <a:lnTo>
                    <a:pt x="3" y="16"/>
                  </a:lnTo>
                  <a:lnTo>
                    <a:pt x="6" y="17"/>
                  </a:lnTo>
                  <a:lnTo>
                    <a:pt x="10" y="18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0" name="Freeform 69"/>
            <p:cNvSpPr>
              <a:spLocks/>
            </p:cNvSpPr>
            <p:nvPr/>
          </p:nvSpPr>
          <p:spPr bwMode="auto">
            <a:xfrm>
              <a:off x="1959" y="2492"/>
              <a:ext cx="10" cy="10"/>
            </a:xfrm>
            <a:custGeom>
              <a:avLst/>
              <a:gdLst>
                <a:gd name="T0" fmla="*/ 3 w 20"/>
                <a:gd name="T1" fmla="*/ 5 h 20"/>
                <a:gd name="T2" fmla="*/ 3 w 20"/>
                <a:gd name="T3" fmla="*/ 5 h 20"/>
                <a:gd name="T4" fmla="*/ 5 w 20"/>
                <a:gd name="T5" fmla="*/ 5 h 20"/>
                <a:gd name="T6" fmla="*/ 5 w 20"/>
                <a:gd name="T7" fmla="*/ 3 h 20"/>
                <a:gd name="T8" fmla="*/ 5 w 20"/>
                <a:gd name="T9" fmla="*/ 3 h 20"/>
                <a:gd name="T10" fmla="*/ 5 w 20"/>
                <a:gd name="T11" fmla="*/ 1 h 20"/>
                <a:gd name="T12" fmla="*/ 5 w 20"/>
                <a:gd name="T13" fmla="*/ 1 h 20"/>
                <a:gd name="T14" fmla="*/ 3 w 20"/>
                <a:gd name="T15" fmla="*/ 1 h 20"/>
                <a:gd name="T16" fmla="*/ 3 w 20"/>
                <a:gd name="T17" fmla="*/ 0 h 20"/>
                <a:gd name="T18" fmla="*/ 1 w 20"/>
                <a:gd name="T19" fmla="*/ 1 h 20"/>
                <a:gd name="T20" fmla="*/ 1 w 20"/>
                <a:gd name="T21" fmla="*/ 1 h 20"/>
                <a:gd name="T22" fmla="*/ 1 w 20"/>
                <a:gd name="T23" fmla="*/ 1 h 20"/>
                <a:gd name="T24" fmla="*/ 0 w 20"/>
                <a:gd name="T25" fmla="*/ 3 h 20"/>
                <a:gd name="T26" fmla="*/ 1 w 20"/>
                <a:gd name="T27" fmla="*/ 3 h 20"/>
                <a:gd name="T28" fmla="*/ 1 w 20"/>
                <a:gd name="T29" fmla="*/ 5 h 20"/>
                <a:gd name="T30" fmla="*/ 1 w 20"/>
                <a:gd name="T31" fmla="*/ 5 h 20"/>
                <a:gd name="T32" fmla="*/ 3 w 20"/>
                <a:gd name="T33" fmla="*/ 5 h 2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0"/>
                <a:gd name="T52" fmla="*/ 0 h 20"/>
                <a:gd name="T53" fmla="*/ 20 w 20"/>
                <a:gd name="T54" fmla="*/ 20 h 2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0" h="20">
                  <a:moveTo>
                    <a:pt x="10" y="20"/>
                  </a:moveTo>
                  <a:lnTo>
                    <a:pt x="14" y="19"/>
                  </a:lnTo>
                  <a:lnTo>
                    <a:pt x="18" y="18"/>
                  </a:lnTo>
                  <a:lnTo>
                    <a:pt x="19" y="15"/>
                  </a:lnTo>
                  <a:lnTo>
                    <a:pt x="20" y="11"/>
                  </a:lnTo>
                  <a:lnTo>
                    <a:pt x="19" y="7"/>
                  </a:lnTo>
                  <a:lnTo>
                    <a:pt x="18" y="3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3" y="3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3" y="18"/>
                  </a:lnTo>
                  <a:lnTo>
                    <a:pt x="6" y="19"/>
                  </a:lnTo>
                  <a:lnTo>
                    <a:pt x="10" y="20"/>
                  </a:lnTo>
                  <a:close/>
                </a:path>
              </a:pathLst>
            </a:custGeom>
            <a:solidFill>
              <a:srgbClr val="9633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61" name="Rectangle 70"/>
          <p:cNvSpPr>
            <a:spLocks noChangeArrowheads="1"/>
          </p:cNvSpPr>
          <p:nvPr/>
        </p:nvSpPr>
        <p:spPr bwMode="auto">
          <a:xfrm>
            <a:off x="1281113" y="2355850"/>
            <a:ext cx="719137" cy="433388"/>
          </a:xfrm>
          <a:prstGeom prst="rect">
            <a:avLst/>
          </a:prstGeom>
          <a:solidFill>
            <a:srgbClr val="339966"/>
          </a:solidFill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162" name="Rectangle 71"/>
          <p:cNvSpPr>
            <a:spLocks noChangeArrowheads="1"/>
          </p:cNvSpPr>
          <p:nvPr/>
        </p:nvSpPr>
        <p:spPr bwMode="auto">
          <a:xfrm>
            <a:off x="2214563" y="2355850"/>
            <a:ext cx="719137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163" name="Rectangle 72"/>
          <p:cNvSpPr>
            <a:spLocks noChangeArrowheads="1"/>
          </p:cNvSpPr>
          <p:nvPr/>
        </p:nvSpPr>
        <p:spPr bwMode="auto">
          <a:xfrm>
            <a:off x="3071813" y="2355850"/>
            <a:ext cx="719137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164" name="Rectangle 73"/>
          <p:cNvSpPr>
            <a:spLocks noChangeArrowheads="1"/>
          </p:cNvSpPr>
          <p:nvPr/>
        </p:nvSpPr>
        <p:spPr bwMode="auto">
          <a:xfrm>
            <a:off x="1727200" y="1590675"/>
            <a:ext cx="719138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165" name="Rectangle 74"/>
          <p:cNvSpPr>
            <a:spLocks noChangeArrowheads="1"/>
          </p:cNvSpPr>
          <p:nvPr/>
        </p:nvSpPr>
        <p:spPr bwMode="auto">
          <a:xfrm>
            <a:off x="3073400" y="1590675"/>
            <a:ext cx="719138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166" name="Rectangle 75"/>
          <p:cNvSpPr>
            <a:spLocks noChangeArrowheads="1"/>
          </p:cNvSpPr>
          <p:nvPr/>
        </p:nvSpPr>
        <p:spPr bwMode="auto">
          <a:xfrm>
            <a:off x="1727200" y="511175"/>
            <a:ext cx="719138" cy="793750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grpSp>
        <p:nvGrpSpPr>
          <p:cNvPr id="167" name="Group 76"/>
          <p:cNvGrpSpPr>
            <a:grpSpLocks noChangeAspect="1"/>
          </p:cNvGrpSpPr>
          <p:nvPr/>
        </p:nvGrpSpPr>
        <p:grpSpPr bwMode="auto">
          <a:xfrm>
            <a:off x="1798638" y="582613"/>
            <a:ext cx="546100" cy="658812"/>
            <a:chOff x="2581" y="1117"/>
            <a:chExt cx="344" cy="415"/>
          </a:xfrm>
        </p:grpSpPr>
        <p:sp>
          <p:nvSpPr>
            <p:cNvPr id="168" name="AutoShape 77"/>
            <p:cNvSpPr>
              <a:spLocks noChangeAspect="1" noChangeArrowheads="1" noTextEdit="1"/>
            </p:cNvSpPr>
            <p:nvPr/>
          </p:nvSpPr>
          <p:spPr bwMode="auto">
            <a:xfrm>
              <a:off x="2581" y="1117"/>
              <a:ext cx="344" cy="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69" name="Freeform 78"/>
            <p:cNvSpPr>
              <a:spLocks/>
            </p:cNvSpPr>
            <p:nvPr/>
          </p:nvSpPr>
          <p:spPr bwMode="auto">
            <a:xfrm>
              <a:off x="2585" y="1134"/>
              <a:ext cx="310" cy="398"/>
            </a:xfrm>
            <a:custGeom>
              <a:avLst/>
              <a:gdLst>
                <a:gd name="T0" fmla="*/ 54 w 1549"/>
                <a:gd name="T1" fmla="*/ 57 h 1992"/>
                <a:gd name="T2" fmla="*/ 56 w 1549"/>
                <a:gd name="T3" fmla="*/ 53 h 1992"/>
                <a:gd name="T4" fmla="*/ 57 w 1549"/>
                <a:gd name="T5" fmla="*/ 47 h 1992"/>
                <a:gd name="T6" fmla="*/ 59 w 1549"/>
                <a:gd name="T7" fmla="*/ 40 h 1992"/>
                <a:gd name="T8" fmla="*/ 61 w 1549"/>
                <a:gd name="T9" fmla="*/ 33 h 1992"/>
                <a:gd name="T10" fmla="*/ 62 w 1549"/>
                <a:gd name="T11" fmla="*/ 24 h 1992"/>
                <a:gd name="T12" fmla="*/ 62 w 1549"/>
                <a:gd name="T13" fmla="*/ 17 h 1992"/>
                <a:gd name="T14" fmla="*/ 61 w 1549"/>
                <a:gd name="T15" fmla="*/ 10 h 1992"/>
                <a:gd name="T16" fmla="*/ 59 w 1549"/>
                <a:gd name="T17" fmla="*/ 6 h 1992"/>
                <a:gd name="T18" fmla="*/ 58 w 1549"/>
                <a:gd name="T19" fmla="*/ 5 h 1992"/>
                <a:gd name="T20" fmla="*/ 58 w 1549"/>
                <a:gd name="T21" fmla="*/ 4 h 1992"/>
                <a:gd name="T22" fmla="*/ 57 w 1549"/>
                <a:gd name="T23" fmla="*/ 3 h 1992"/>
                <a:gd name="T24" fmla="*/ 56 w 1549"/>
                <a:gd name="T25" fmla="*/ 3 h 1992"/>
                <a:gd name="T26" fmla="*/ 55 w 1549"/>
                <a:gd name="T27" fmla="*/ 2 h 1992"/>
                <a:gd name="T28" fmla="*/ 54 w 1549"/>
                <a:gd name="T29" fmla="*/ 1 h 1992"/>
                <a:gd name="T30" fmla="*/ 52 w 1549"/>
                <a:gd name="T31" fmla="*/ 1 h 1992"/>
                <a:gd name="T32" fmla="*/ 50 w 1549"/>
                <a:gd name="T33" fmla="*/ 0 h 1992"/>
                <a:gd name="T34" fmla="*/ 47 w 1549"/>
                <a:gd name="T35" fmla="*/ 0 h 1992"/>
                <a:gd name="T36" fmla="*/ 44 w 1549"/>
                <a:gd name="T37" fmla="*/ 0 h 1992"/>
                <a:gd name="T38" fmla="*/ 40 w 1549"/>
                <a:gd name="T39" fmla="*/ 0 h 1992"/>
                <a:gd name="T40" fmla="*/ 37 w 1549"/>
                <a:gd name="T41" fmla="*/ 1 h 1992"/>
                <a:gd name="T42" fmla="*/ 33 w 1549"/>
                <a:gd name="T43" fmla="*/ 2 h 1992"/>
                <a:gd name="T44" fmla="*/ 30 w 1549"/>
                <a:gd name="T45" fmla="*/ 3 h 1992"/>
                <a:gd name="T46" fmla="*/ 27 w 1549"/>
                <a:gd name="T47" fmla="*/ 5 h 1992"/>
                <a:gd name="T48" fmla="*/ 23 w 1549"/>
                <a:gd name="T49" fmla="*/ 6 h 1992"/>
                <a:gd name="T50" fmla="*/ 20 w 1549"/>
                <a:gd name="T51" fmla="*/ 8 h 1992"/>
                <a:gd name="T52" fmla="*/ 17 w 1549"/>
                <a:gd name="T53" fmla="*/ 10 h 1992"/>
                <a:gd name="T54" fmla="*/ 14 w 1549"/>
                <a:gd name="T55" fmla="*/ 12 h 1992"/>
                <a:gd name="T56" fmla="*/ 11 w 1549"/>
                <a:gd name="T57" fmla="*/ 14 h 1992"/>
                <a:gd name="T58" fmla="*/ 9 w 1549"/>
                <a:gd name="T59" fmla="*/ 16 h 1992"/>
                <a:gd name="T60" fmla="*/ 6 w 1549"/>
                <a:gd name="T61" fmla="*/ 18 h 1992"/>
                <a:gd name="T62" fmla="*/ 4 w 1549"/>
                <a:gd name="T63" fmla="*/ 20 h 1992"/>
                <a:gd name="T64" fmla="*/ 2 w 1549"/>
                <a:gd name="T65" fmla="*/ 23 h 1992"/>
                <a:gd name="T66" fmla="*/ 1 w 1549"/>
                <a:gd name="T67" fmla="*/ 26 h 1992"/>
                <a:gd name="T68" fmla="*/ 0 w 1549"/>
                <a:gd name="T69" fmla="*/ 28 h 1992"/>
                <a:gd name="T70" fmla="*/ 0 w 1549"/>
                <a:gd name="T71" fmla="*/ 31 h 1992"/>
                <a:gd name="T72" fmla="*/ 1 w 1549"/>
                <a:gd name="T73" fmla="*/ 33 h 1992"/>
                <a:gd name="T74" fmla="*/ 4 w 1549"/>
                <a:gd name="T75" fmla="*/ 36 h 1992"/>
                <a:gd name="T76" fmla="*/ 6 w 1549"/>
                <a:gd name="T77" fmla="*/ 38 h 1992"/>
                <a:gd name="T78" fmla="*/ 8 w 1549"/>
                <a:gd name="T79" fmla="*/ 39 h 1992"/>
                <a:gd name="T80" fmla="*/ 11 w 1549"/>
                <a:gd name="T81" fmla="*/ 40 h 1992"/>
                <a:gd name="T82" fmla="*/ 13 w 1549"/>
                <a:gd name="T83" fmla="*/ 40 h 1992"/>
                <a:gd name="T84" fmla="*/ 15 w 1549"/>
                <a:gd name="T85" fmla="*/ 41 h 1992"/>
                <a:gd name="T86" fmla="*/ 17 w 1549"/>
                <a:gd name="T87" fmla="*/ 41 h 1992"/>
                <a:gd name="T88" fmla="*/ 14 w 1549"/>
                <a:gd name="T89" fmla="*/ 67 h 1992"/>
                <a:gd name="T90" fmla="*/ 17 w 1549"/>
                <a:gd name="T91" fmla="*/ 72 h 1992"/>
                <a:gd name="T92" fmla="*/ 54 w 1549"/>
                <a:gd name="T93" fmla="*/ 65 h 199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549"/>
                <a:gd name="T142" fmla="*/ 0 h 1992"/>
                <a:gd name="T143" fmla="*/ 1549 w 1549"/>
                <a:gd name="T144" fmla="*/ 1992 h 199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549" h="1992">
                  <a:moveTo>
                    <a:pt x="1346" y="1444"/>
                  </a:moveTo>
                  <a:lnTo>
                    <a:pt x="1355" y="1420"/>
                  </a:lnTo>
                  <a:lnTo>
                    <a:pt x="1369" y="1381"/>
                  </a:lnTo>
                  <a:lnTo>
                    <a:pt x="1387" y="1327"/>
                  </a:lnTo>
                  <a:lnTo>
                    <a:pt x="1408" y="1262"/>
                  </a:lnTo>
                  <a:lnTo>
                    <a:pt x="1430" y="1185"/>
                  </a:lnTo>
                  <a:lnTo>
                    <a:pt x="1454" y="1101"/>
                  </a:lnTo>
                  <a:lnTo>
                    <a:pt x="1477" y="1010"/>
                  </a:lnTo>
                  <a:lnTo>
                    <a:pt x="1499" y="914"/>
                  </a:lnTo>
                  <a:lnTo>
                    <a:pt x="1518" y="814"/>
                  </a:lnTo>
                  <a:lnTo>
                    <a:pt x="1533" y="713"/>
                  </a:lnTo>
                  <a:lnTo>
                    <a:pt x="1544" y="612"/>
                  </a:lnTo>
                  <a:lnTo>
                    <a:pt x="1549" y="513"/>
                  </a:lnTo>
                  <a:lnTo>
                    <a:pt x="1546" y="419"/>
                  </a:lnTo>
                  <a:lnTo>
                    <a:pt x="1536" y="329"/>
                  </a:lnTo>
                  <a:lnTo>
                    <a:pt x="1517" y="248"/>
                  </a:lnTo>
                  <a:lnTo>
                    <a:pt x="1487" y="174"/>
                  </a:lnTo>
                  <a:lnTo>
                    <a:pt x="1479" y="159"/>
                  </a:lnTo>
                  <a:lnTo>
                    <a:pt x="1470" y="145"/>
                  </a:lnTo>
                  <a:lnTo>
                    <a:pt x="1460" y="131"/>
                  </a:lnTo>
                  <a:lnTo>
                    <a:pt x="1451" y="118"/>
                  </a:lnTo>
                  <a:lnTo>
                    <a:pt x="1440" y="106"/>
                  </a:lnTo>
                  <a:lnTo>
                    <a:pt x="1429" y="94"/>
                  </a:lnTo>
                  <a:lnTo>
                    <a:pt x="1418" y="84"/>
                  </a:lnTo>
                  <a:lnTo>
                    <a:pt x="1406" y="73"/>
                  </a:lnTo>
                  <a:lnTo>
                    <a:pt x="1394" y="64"/>
                  </a:lnTo>
                  <a:lnTo>
                    <a:pt x="1381" y="55"/>
                  </a:lnTo>
                  <a:lnTo>
                    <a:pt x="1367" y="47"/>
                  </a:lnTo>
                  <a:lnTo>
                    <a:pt x="1354" y="40"/>
                  </a:lnTo>
                  <a:lnTo>
                    <a:pt x="1339" y="34"/>
                  </a:lnTo>
                  <a:lnTo>
                    <a:pt x="1324" y="28"/>
                  </a:lnTo>
                  <a:lnTo>
                    <a:pt x="1309" y="22"/>
                  </a:lnTo>
                  <a:lnTo>
                    <a:pt x="1293" y="18"/>
                  </a:lnTo>
                  <a:lnTo>
                    <a:pt x="1254" y="10"/>
                  </a:lnTo>
                  <a:lnTo>
                    <a:pt x="1215" y="4"/>
                  </a:lnTo>
                  <a:lnTo>
                    <a:pt x="1175" y="1"/>
                  </a:lnTo>
                  <a:lnTo>
                    <a:pt x="1135" y="0"/>
                  </a:lnTo>
                  <a:lnTo>
                    <a:pt x="1093" y="1"/>
                  </a:lnTo>
                  <a:lnTo>
                    <a:pt x="1051" y="5"/>
                  </a:lnTo>
                  <a:lnTo>
                    <a:pt x="1009" y="10"/>
                  </a:lnTo>
                  <a:lnTo>
                    <a:pt x="966" y="18"/>
                  </a:lnTo>
                  <a:lnTo>
                    <a:pt x="923" y="27"/>
                  </a:lnTo>
                  <a:lnTo>
                    <a:pt x="879" y="38"/>
                  </a:lnTo>
                  <a:lnTo>
                    <a:pt x="836" y="51"/>
                  </a:lnTo>
                  <a:lnTo>
                    <a:pt x="793" y="65"/>
                  </a:lnTo>
                  <a:lnTo>
                    <a:pt x="749" y="81"/>
                  </a:lnTo>
                  <a:lnTo>
                    <a:pt x="706" y="98"/>
                  </a:lnTo>
                  <a:lnTo>
                    <a:pt x="664" y="116"/>
                  </a:lnTo>
                  <a:lnTo>
                    <a:pt x="622" y="136"/>
                  </a:lnTo>
                  <a:lnTo>
                    <a:pt x="580" y="156"/>
                  </a:lnTo>
                  <a:lnTo>
                    <a:pt x="539" y="179"/>
                  </a:lnTo>
                  <a:lnTo>
                    <a:pt x="498" y="202"/>
                  </a:lnTo>
                  <a:lnTo>
                    <a:pt x="459" y="225"/>
                  </a:lnTo>
                  <a:lnTo>
                    <a:pt x="420" y="249"/>
                  </a:lnTo>
                  <a:lnTo>
                    <a:pt x="382" y="274"/>
                  </a:lnTo>
                  <a:lnTo>
                    <a:pt x="346" y="299"/>
                  </a:lnTo>
                  <a:lnTo>
                    <a:pt x="311" y="325"/>
                  </a:lnTo>
                  <a:lnTo>
                    <a:pt x="277" y="351"/>
                  </a:lnTo>
                  <a:lnTo>
                    <a:pt x="245" y="377"/>
                  </a:lnTo>
                  <a:lnTo>
                    <a:pt x="214" y="403"/>
                  </a:lnTo>
                  <a:lnTo>
                    <a:pt x="185" y="430"/>
                  </a:lnTo>
                  <a:lnTo>
                    <a:pt x="158" y="456"/>
                  </a:lnTo>
                  <a:lnTo>
                    <a:pt x="133" y="482"/>
                  </a:lnTo>
                  <a:lnTo>
                    <a:pt x="109" y="508"/>
                  </a:lnTo>
                  <a:lnTo>
                    <a:pt x="88" y="534"/>
                  </a:lnTo>
                  <a:lnTo>
                    <a:pt x="60" y="572"/>
                  </a:lnTo>
                  <a:lnTo>
                    <a:pt x="37" y="609"/>
                  </a:lnTo>
                  <a:lnTo>
                    <a:pt x="20" y="644"/>
                  </a:lnTo>
                  <a:lnTo>
                    <a:pt x="8" y="678"/>
                  </a:lnTo>
                  <a:lnTo>
                    <a:pt x="1" y="710"/>
                  </a:lnTo>
                  <a:lnTo>
                    <a:pt x="0" y="740"/>
                  </a:lnTo>
                  <a:lnTo>
                    <a:pt x="4" y="768"/>
                  </a:lnTo>
                  <a:lnTo>
                    <a:pt x="14" y="793"/>
                  </a:lnTo>
                  <a:lnTo>
                    <a:pt x="36" y="831"/>
                  </a:lnTo>
                  <a:lnTo>
                    <a:pt x="61" y="865"/>
                  </a:lnTo>
                  <a:lnTo>
                    <a:pt x="88" y="894"/>
                  </a:lnTo>
                  <a:lnTo>
                    <a:pt x="117" y="920"/>
                  </a:lnTo>
                  <a:lnTo>
                    <a:pt x="147" y="942"/>
                  </a:lnTo>
                  <a:lnTo>
                    <a:pt x="177" y="961"/>
                  </a:lnTo>
                  <a:lnTo>
                    <a:pt x="209" y="976"/>
                  </a:lnTo>
                  <a:lnTo>
                    <a:pt x="240" y="989"/>
                  </a:lnTo>
                  <a:lnTo>
                    <a:pt x="271" y="999"/>
                  </a:lnTo>
                  <a:lnTo>
                    <a:pt x="302" y="1006"/>
                  </a:lnTo>
                  <a:lnTo>
                    <a:pt x="332" y="1012"/>
                  </a:lnTo>
                  <a:lnTo>
                    <a:pt x="360" y="1016"/>
                  </a:lnTo>
                  <a:lnTo>
                    <a:pt x="386" y="1019"/>
                  </a:lnTo>
                  <a:lnTo>
                    <a:pt x="411" y="1020"/>
                  </a:lnTo>
                  <a:lnTo>
                    <a:pt x="433" y="1020"/>
                  </a:lnTo>
                  <a:lnTo>
                    <a:pt x="451" y="1020"/>
                  </a:lnTo>
                  <a:lnTo>
                    <a:pt x="342" y="1680"/>
                  </a:lnTo>
                  <a:lnTo>
                    <a:pt x="253" y="1899"/>
                  </a:lnTo>
                  <a:lnTo>
                    <a:pt x="436" y="1794"/>
                  </a:lnTo>
                  <a:lnTo>
                    <a:pt x="494" y="1992"/>
                  </a:lnTo>
                  <a:lnTo>
                    <a:pt x="1356" y="1618"/>
                  </a:lnTo>
                  <a:lnTo>
                    <a:pt x="1346" y="14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0" name="Freeform 79"/>
            <p:cNvSpPr>
              <a:spLocks/>
            </p:cNvSpPr>
            <p:nvPr/>
          </p:nvSpPr>
          <p:spPr bwMode="auto">
            <a:xfrm>
              <a:off x="2596" y="1145"/>
              <a:ext cx="288" cy="319"/>
            </a:xfrm>
            <a:custGeom>
              <a:avLst/>
              <a:gdLst>
                <a:gd name="T0" fmla="*/ 19 w 1438"/>
                <a:gd name="T1" fmla="*/ 36 h 1595"/>
                <a:gd name="T2" fmla="*/ 16 w 1438"/>
                <a:gd name="T3" fmla="*/ 36 h 1595"/>
                <a:gd name="T4" fmla="*/ 14 w 1438"/>
                <a:gd name="T5" fmla="*/ 36 h 1595"/>
                <a:gd name="T6" fmla="*/ 10 w 1438"/>
                <a:gd name="T7" fmla="*/ 36 h 1595"/>
                <a:gd name="T8" fmla="*/ 6 w 1438"/>
                <a:gd name="T9" fmla="*/ 34 h 1595"/>
                <a:gd name="T10" fmla="*/ 2 w 1438"/>
                <a:gd name="T11" fmla="*/ 32 h 1595"/>
                <a:gd name="T12" fmla="*/ 0 w 1438"/>
                <a:gd name="T13" fmla="*/ 28 h 1595"/>
                <a:gd name="T14" fmla="*/ 0 w 1438"/>
                <a:gd name="T15" fmla="*/ 25 h 1595"/>
                <a:gd name="T16" fmla="*/ 2 w 1438"/>
                <a:gd name="T17" fmla="*/ 22 h 1595"/>
                <a:gd name="T18" fmla="*/ 4 w 1438"/>
                <a:gd name="T19" fmla="*/ 19 h 1595"/>
                <a:gd name="T20" fmla="*/ 7 w 1438"/>
                <a:gd name="T21" fmla="*/ 17 h 1595"/>
                <a:gd name="T22" fmla="*/ 9 w 1438"/>
                <a:gd name="T23" fmla="*/ 14 h 1595"/>
                <a:gd name="T24" fmla="*/ 12 w 1438"/>
                <a:gd name="T25" fmla="*/ 12 h 1595"/>
                <a:gd name="T26" fmla="*/ 15 w 1438"/>
                <a:gd name="T27" fmla="*/ 10 h 1595"/>
                <a:gd name="T28" fmla="*/ 17 w 1438"/>
                <a:gd name="T29" fmla="*/ 9 h 1595"/>
                <a:gd name="T30" fmla="*/ 19 w 1438"/>
                <a:gd name="T31" fmla="*/ 8 h 1595"/>
                <a:gd name="T32" fmla="*/ 21 w 1438"/>
                <a:gd name="T33" fmla="*/ 7 h 1595"/>
                <a:gd name="T34" fmla="*/ 23 w 1438"/>
                <a:gd name="T35" fmla="*/ 6 h 1595"/>
                <a:gd name="T36" fmla="*/ 24 w 1438"/>
                <a:gd name="T37" fmla="*/ 7 h 1595"/>
                <a:gd name="T38" fmla="*/ 27 w 1438"/>
                <a:gd name="T39" fmla="*/ 4 h 1595"/>
                <a:gd name="T40" fmla="*/ 31 w 1438"/>
                <a:gd name="T41" fmla="*/ 2 h 1595"/>
                <a:gd name="T42" fmla="*/ 35 w 1438"/>
                <a:gd name="T43" fmla="*/ 1 h 1595"/>
                <a:gd name="T44" fmla="*/ 39 w 1438"/>
                <a:gd name="T45" fmla="*/ 0 h 1595"/>
                <a:gd name="T46" fmla="*/ 42 w 1438"/>
                <a:gd name="T47" fmla="*/ 0 h 1595"/>
                <a:gd name="T48" fmla="*/ 44 w 1438"/>
                <a:gd name="T49" fmla="*/ 0 h 1595"/>
                <a:gd name="T50" fmla="*/ 47 w 1438"/>
                <a:gd name="T51" fmla="*/ 0 h 1595"/>
                <a:gd name="T52" fmla="*/ 48 w 1438"/>
                <a:gd name="T53" fmla="*/ 0 h 1595"/>
                <a:gd name="T54" fmla="*/ 49 w 1438"/>
                <a:gd name="T55" fmla="*/ 1 h 1595"/>
                <a:gd name="T56" fmla="*/ 51 w 1438"/>
                <a:gd name="T57" fmla="*/ 1 h 1595"/>
                <a:gd name="T58" fmla="*/ 54 w 1438"/>
                <a:gd name="T59" fmla="*/ 3 h 1595"/>
                <a:gd name="T60" fmla="*/ 55 w 1438"/>
                <a:gd name="T61" fmla="*/ 6 h 1595"/>
                <a:gd name="T62" fmla="*/ 56 w 1438"/>
                <a:gd name="T63" fmla="*/ 8 h 1595"/>
                <a:gd name="T64" fmla="*/ 57 w 1438"/>
                <a:gd name="T65" fmla="*/ 10 h 1595"/>
                <a:gd name="T66" fmla="*/ 56 w 1438"/>
                <a:gd name="T67" fmla="*/ 12 h 1595"/>
                <a:gd name="T68" fmla="*/ 58 w 1438"/>
                <a:gd name="T69" fmla="*/ 15 h 1595"/>
                <a:gd name="T70" fmla="*/ 57 w 1438"/>
                <a:gd name="T71" fmla="*/ 26 h 1595"/>
                <a:gd name="T72" fmla="*/ 57 w 1438"/>
                <a:gd name="T73" fmla="*/ 27 h 1595"/>
                <a:gd name="T74" fmla="*/ 56 w 1438"/>
                <a:gd name="T75" fmla="*/ 32 h 1595"/>
                <a:gd name="T76" fmla="*/ 55 w 1438"/>
                <a:gd name="T77" fmla="*/ 36 h 1595"/>
                <a:gd name="T78" fmla="*/ 52 w 1438"/>
                <a:gd name="T79" fmla="*/ 39 h 1595"/>
                <a:gd name="T80" fmla="*/ 54 w 1438"/>
                <a:gd name="T81" fmla="*/ 42 h 1595"/>
                <a:gd name="T82" fmla="*/ 52 w 1438"/>
                <a:gd name="T83" fmla="*/ 49 h 1595"/>
                <a:gd name="T84" fmla="*/ 50 w 1438"/>
                <a:gd name="T85" fmla="*/ 54 h 159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438"/>
                <a:gd name="T130" fmla="*/ 0 h 1595"/>
                <a:gd name="T131" fmla="*/ 1438 w 1438"/>
                <a:gd name="T132" fmla="*/ 1595 h 159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438" h="1595">
                  <a:moveTo>
                    <a:pt x="1242" y="1362"/>
                  </a:moveTo>
                  <a:lnTo>
                    <a:pt x="347" y="1595"/>
                  </a:lnTo>
                  <a:lnTo>
                    <a:pt x="462" y="903"/>
                  </a:lnTo>
                  <a:lnTo>
                    <a:pt x="425" y="909"/>
                  </a:lnTo>
                  <a:lnTo>
                    <a:pt x="420" y="910"/>
                  </a:lnTo>
                  <a:lnTo>
                    <a:pt x="409" y="910"/>
                  </a:lnTo>
                  <a:lnTo>
                    <a:pt x="393" y="911"/>
                  </a:lnTo>
                  <a:lnTo>
                    <a:pt x="372" y="912"/>
                  </a:lnTo>
                  <a:lnTo>
                    <a:pt x="347" y="911"/>
                  </a:lnTo>
                  <a:lnTo>
                    <a:pt x="319" y="909"/>
                  </a:lnTo>
                  <a:lnTo>
                    <a:pt x="289" y="905"/>
                  </a:lnTo>
                  <a:lnTo>
                    <a:pt x="257" y="899"/>
                  </a:lnTo>
                  <a:lnTo>
                    <a:pt x="224" y="890"/>
                  </a:lnTo>
                  <a:lnTo>
                    <a:pt x="190" y="878"/>
                  </a:lnTo>
                  <a:lnTo>
                    <a:pt x="156" y="862"/>
                  </a:lnTo>
                  <a:lnTo>
                    <a:pt x="123" y="842"/>
                  </a:lnTo>
                  <a:lnTo>
                    <a:pt x="91" y="818"/>
                  </a:lnTo>
                  <a:lnTo>
                    <a:pt x="60" y="788"/>
                  </a:lnTo>
                  <a:lnTo>
                    <a:pt x="33" y="753"/>
                  </a:lnTo>
                  <a:lnTo>
                    <a:pt x="8" y="712"/>
                  </a:lnTo>
                  <a:lnTo>
                    <a:pt x="2" y="695"/>
                  </a:lnTo>
                  <a:lnTo>
                    <a:pt x="0" y="675"/>
                  </a:lnTo>
                  <a:lnTo>
                    <a:pt x="2" y="653"/>
                  </a:lnTo>
                  <a:lnTo>
                    <a:pt x="9" y="627"/>
                  </a:lnTo>
                  <a:lnTo>
                    <a:pt x="19" y="601"/>
                  </a:lnTo>
                  <a:lnTo>
                    <a:pt x="34" y="573"/>
                  </a:lnTo>
                  <a:lnTo>
                    <a:pt x="53" y="544"/>
                  </a:lnTo>
                  <a:lnTo>
                    <a:pt x="76" y="513"/>
                  </a:lnTo>
                  <a:lnTo>
                    <a:pt x="91" y="494"/>
                  </a:lnTo>
                  <a:lnTo>
                    <a:pt x="108" y="476"/>
                  </a:lnTo>
                  <a:lnTo>
                    <a:pt x="125" y="457"/>
                  </a:lnTo>
                  <a:lnTo>
                    <a:pt x="144" y="438"/>
                  </a:lnTo>
                  <a:lnTo>
                    <a:pt x="163" y="419"/>
                  </a:lnTo>
                  <a:lnTo>
                    <a:pt x="184" y="400"/>
                  </a:lnTo>
                  <a:lnTo>
                    <a:pt x="206" y="381"/>
                  </a:lnTo>
                  <a:lnTo>
                    <a:pt x="228" y="362"/>
                  </a:lnTo>
                  <a:lnTo>
                    <a:pt x="251" y="343"/>
                  </a:lnTo>
                  <a:lnTo>
                    <a:pt x="275" y="324"/>
                  </a:lnTo>
                  <a:lnTo>
                    <a:pt x="300" y="306"/>
                  </a:lnTo>
                  <a:lnTo>
                    <a:pt x="326" y="287"/>
                  </a:lnTo>
                  <a:lnTo>
                    <a:pt x="352" y="269"/>
                  </a:lnTo>
                  <a:lnTo>
                    <a:pt x="380" y="251"/>
                  </a:lnTo>
                  <a:lnTo>
                    <a:pt x="407" y="234"/>
                  </a:lnTo>
                  <a:lnTo>
                    <a:pt x="435" y="217"/>
                  </a:lnTo>
                  <a:lnTo>
                    <a:pt x="435" y="235"/>
                  </a:lnTo>
                  <a:lnTo>
                    <a:pt x="451" y="235"/>
                  </a:lnTo>
                  <a:lnTo>
                    <a:pt x="451" y="207"/>
                  </a:lnTo>
                  <a:lnTo>
                    <a:pt x="467" y="198"/>
                  </a:lnTo>
                  <a:lnTo>
                    <a:pt x="483" y="189"/>
                  </a:lnTo>
                  <a:lnTo>
                    <a:pt x="499" y="180"/>
                  </a:lnTo>
                  <a:lnTo>
                    <a:pt x="515" y="171"/>
                  </a:lnTo>
                  <a:lnTo>
                    <a:pt x="532" y="162"/>
                  </a:lnTo>
                  <a:lnTo>
                    <a:pt x="548" y="154"/>
                  </a:lnTo>
                  <a:lnTo>
                    <a:pt x="565" y="145"/>
                  </a:lnTo>
                  <a:lnTo>
                    <a:pt x="582" y="137"/>
                  </a:lnTo>
                  <a:lnTo>
                    <a:pt x="582" y="165"/>
                  </a:lnTo>
                  <a:lnTo>
                    <a:pt x="598" y="165"/>
                  </a:lnTo>
                  <a:lnTo>
                    <a:pt x="598" y="129"/>
                  </a:lnTo>
                  <a:lnTo>
                    <a:pt x="631" y="113"/>
                  </a:lnTo>
                  <a:lnTo>
                    <a:pt x="664" y="98"/>
                  </a:lnTo>
                  <a:lnTo>
                    <a:pt x="697" y="85"/>
                  </a:lnTo>
                  <a:lnTo>
                    <a:pt x="731" y="72"/>
                  </a:lnTo>
                  <a:lnTo>
                    <a:pt x="764" y="60"/>
                  </a:lnTo>
                  <a:lnTo>
                    <a:pt x="798" y="49"/>
                  </a:lnTo>
                  <a:lnTo>
                    <a:pt x="831" y="39"/>
                  </a:lnTo>
                  <a:lnTo>
                    <a:pt x="865" y="30"/>
                  </a:lnTo>
                  <a:lnTo>
                    <a:pt x="898" y="23"/>
                  </a:lnTo>
                  <a:lnTo>
                    <a:pt x="931" y="16"/>
                  </a:lnTo>
                  <a:lnTo>
                    <a:pt x="964" y="10"/>
                  </a:lnTo>
                  <a:lnTo>
                    <a:pt x="996" y="6"/>
                  </a:lnTo>
                  <a:lnTo>
                    <a:pt x="1028" y="3"/>
                  </a:lnTo>
                  <a:lnTo>
                    <a:pt x="1060" y="1"/>
                  </a:lnTo>
                  <a:lnTo>
                    <a:pt x="1091" y="0"/>
                  </a:lnTo>
                  <a:lnTo>
                    <a:pt x="1122" y="1"/>
                  </a:lnTo>
                  <a:lnTo>
                    <a:pt x="1106" y="10"/>
                  </a:lnTo>
                  <a:lnTo>
                    <a:pt x="1114" y="24"/>
                  </a:lnTo>
                  <a:lnTo>
                    <a:pt x="1152" y="4"/>
                  </a:lnTo>
                  <a:lnTo>
                    <a:pt x="1161" y="5"/>
                  </a:lnTo>
                  <a:lnTo>
                    <a:pt x="1171" y="6"/>
                  </a:lnTo>
                  <a:lnTo>
                    <a:pt x="1180" y="7"/>
                  </a:lnTo>
                  <a:lnTo>
                    <a:pt x="1189" y="9"/>
                  </a:lnTo>
                  <a:lnTo>
                    <a:pt x="1197" y="11"/>
                  </a:lnTo>
                  <a:lnTo>
                    <a:pt x="1206" y="12"/>
                  </a:lnTo>
                  <a:lnTo>
                    <a:pt x="1216" y="14"/>
                  </a:lnTo>
                  <a:lnTo>
                    <a:pt x="1224" y="16"/>
                  </a:lnTo>
                  <a:lnTo>
                    <a:pt x="1250" y="24"/>
                  </a:lnTo>
                  <a:lnTo>
                    <a:pt x="1274" y="34"/>
                  </a:lnTo>
                  <a:lnTo>
                    <a:pt x="1296" y="47"/>
                  </a:lnTo>
                  <a:lnTo>
                    <a:pt x="1317" y="61"/>
                  </a:lnTo>
                  <a:lnTo>
                    <a:pt x="1336" y="79"/>
                  </a:lnTo>
                  <a:lnTo>
                    <a:pt x="1353" y="98"/>
                  </a:lnTo>
                  <a:lnTo>
                    <a:pt x="1369" y="120"/>
                  </a:lnTo>
                  <a:lnTo>
                    <a:pt x="1383" y="146"/>
                  </a:lnTo>
                  <a:lnTo>
                    <a:pt x="1390" y="161"/>
                  </a:lnTo>
                  <a:lnTo>
                    <a:pt x="1397" y="176"/>
                  </a:lnTo>
                  <a:lnTo>
                    <a:pt x="1403" y="192"/>
                  </a:lnTo>
                  <a:lnTo>
                    <a:pt x="1409" y="208"/>
                  </a:lnTo>
                  <a:lnTo>
                    <a:pt x="1414" y="225"/>
                  </a:lnTo>
                  <a:lnTo>
                    <a:pt x="1418" y="242"/>
                  </a:lnTo>
                  <a:lnTo>
                    <a:pt x="1422" y="260"/>
                  </a:lnTo>
                  <a:lnTo>
                    <a:pt x="1426" y="278"/>
                  </a:lnTo>
                  <a:lnTo>
                    <a:pt x="1405" y="312"/>
                  </a:lnTo>
                  <a:lnTo>
                    <a:pt x="1420" y="320"/>
                  </a:lnTo>
                  <a:lnTo>
                    <a:pt x="1430" y="303"/>
                  </a:lnTo>
                  <a:lnTo>
                    <a:pt x="1437" y="386"/>
                  </a:lnTo>
                  <a:lnTo>
                    <a:pt x="1438" y="474"/>
                  </a:lnTo>
                  <a:lnTo>
                    <a:pt x="1433" y="566"/>
                  </a:lnTo>
                  <a:lnTo>
                    <a:pt x="1422" y="660"/>
                  </a:lnTo>
                  <a:lnTo>
                    <a:pt x="1399" y="644"/>
                  </a:lnTo>
                  <a:lnTo>
                    <a:pt x="1389" y="658"/>
                  </a:lnTo>
                  <a:lnTo>
                    <a:pt x="1419" y="679"/>
                  </a:lnTo>
                  <a:lnTo>
                    <a:pt x="1413" y="717"/>
                  </a:lnTo>
                  <a:lnTo>
                    <a:pt x="1407" y="754"/>
                  </a:lnTo>
                  <a:lnTo>
                    <a:pt x="1400" y="791"/>
                  </a:lnTo>
                  <a:lnTo>
                    <a:pt x="1393" y="828"/>
                  </a:lnTo>
                  <a:lnTo>
                    <a:pt x="1385" y="865"/>
                  </a:lnTo>
                  <a:lnTo>
                    <a:pt x="1377" y="901"/>
                  </a:lnTo>
                  <a:lnTo>
                    <a:pt x="1369" y="936"/>
                  </a:lnTo>
                  <a:lnTo>
                    <a:pt x="1360" y="971"/>
                  </a:lnTo>
                  <a:lnTo>
                    <a:pt x="1307" y="971"/>
                  </a:lnTo>
                  <a:lnTo>
                    <a:pt x="1307" y="992"/>
                  </a:lnTo>
                  <a:lnTo>
                    <a:pt x="1355" y="992"/>
                  </a:lnTo>
                  <a:lnTo>
                    <a:pt x="1338" y="1058"/>
                  </a:lnTo>
                  <a:lnTo>
                    <a:pt x="1320" y="1120"/>
                  </a:lnTo>
                  <a:lnTo>
                    <a:pt x="1303" y="1178"/>
                  </a:lnTo>
                  <a:lnTo>
                    <a:pt x="1287" y="1229"/>
                  </a:lnTo>
                  <a:lnTo>
                    <a:pt x="1273" y="1274"/>
                  </a:lnTo>
                  <a:lnTo>
                    <a:pt x="1260" y="1312"/>
                  </a:lnTo>
                  <a:lnTo>
                    <a:pt x="1250" y="1341"/>
                  </a:lnTo>
                  <a:lnTo>
                    <a:pt x="1242" y="13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1" name="Freeform 80"/>
            <p:cNvSpPr>
              <a:spLocks/>
            </p:cNvSpPr>
            <p:nvPr/>
          </p:nvSpPr>
          <p:spPr bwMode="auto">
            <a:xfrm>
              <a:off x="2658" y="1429"/>
              <a:ext cx="187" cy="88"/>
            </a:xfrm>
            <a:custGeom>
              <a:avLst/>
              <a:gdLst>
                <a:gd name="T0" fmla="*/ 7 w 934"/>
                <a:gd name="T1" fmla="*/ 18 h 442"/>
                <a:gd name="T2" fmla="*/ 4 w 934"/>
                <a:gd name="T3" fmla="*/ 9 h 442"/>
                <a:gd name="T4" fmla="*/ 0 w 934"/>
                <a:gd name="T5" fmla="*/ 12 h 442"/>
                <a:gd name="T6" fmla="*/ 1 w 934"/>
                <a:gd name="T7" fmla="*/ 9 h 442"/>
                <a:gd name="T8" fmla="*/ 37 w 934"/>
                <a:gd name="T9" fmla="*/ 0 h 442"/>
                <a:gd name="T10" fmla="*/ 37 w 934"/>
                <a:gd name="T11" fmla="*/ 4 h 442"/>
                <a:gd name="T12" fmla="*/ 7 w 934"/>
                <a:gd name="T13" fmla="*/ 18 h 4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4"/>
                <a:gd name="T22" fmla="*/ 0 h 442"/>
                <a:gd name="T23" fmla="*/ 934 w 934"/>
                <a:gd name="T24" fmla="*/ 442 h 4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4" h="442">
                  <a:moveTo>
                    <a:pt x="164" y="442"/>
                  </a:moveTo>
                  <a:lnTo>
                    <a:pt x="103" y="235"/>
                  </a:lnTo>
                  <a:lnTo>
                    <a:pt x="0" y="296"/>
                  </a:lnTo>
                  <a:lnTo>
                    <a:pt x="24" y="236"/>
                  </a:lnTo>
                  <a:lnTo>
                    <a:pt x="928" y="0"/>
                  </a:lnTo>
                  <a:lnTo>
                    <a:pt x="934" y="108"/>
                  </a:lnTo>
                  <a:lnTo>
                    <a:pt x="164" y="4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2" name="Freeform 81"/>
            <p:cNvSpPr>
              <a:spLocks/>
            </p:cNvSpPr>
            <p:nvPr/>
          </p:nvSpPr>
          <p:spPr bwMode="auto">
            <a:xfrm>
              <a:off x="2713" y="1181"/>
              <a:ext cx="4" cy="9"/>
            </a:xfrm>
            <a:custGeom>
              <a:avLst/>
              <a:gdLst>
                <a:gd name="T0" fmla="*/ 1 w 21"/>
                <a:gd name="T1" fmla="*/ 2 h 46"/>
                <a:gd name="T2" fmla="*/ 1 w 21"/>
                <a:gd name="T3" fmla="*/ 0 h 46"/>
                <a:gd name="T4" fmla="*/ 0 w 21"/>
                <a:gd name="T5" fmla="*/ 0 h 46"/>
                <a:gd name="T6" fmla="*/ 0 w 21"/>
                <a:gd name="T7" fmla="*/ 2 h 46"/>
                <a:gd name="T8" fmla="*/ 1 w 21"/>
                <a:gd name="T9" fmla="*/ 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46"/>
                <a:gd name="T17" fmla="*/ 21 w 21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46">
                  <a:moveTo>
                    <a:pt x="21" y="44"/>
                  </a:moveTo>
                  <a:lnTo>
                    <a:pt x="16" y="0"/>
                  </a:lnTo>
                  <a:lnTo>
                    <a:pt x="0" y="2"/>
                  </a:lnTo>
                  <a:lnTo>
                    <a:pt x="5" y="46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3" name="Freeform 82"/>
            <p:cNvSpPr>
              <a:spLocks/>
            </p:cNvSpPr>
            <p:nvPr/>
          </p:nvSpPr>
          <p:spPr bwMode="auto">
            <a:xfrm>
              <a:off x="2715" y="1193"/>
              <a:ext cx="5" cy="10"/>
            </a:xfrm>
            <a:custGeom>
              <a:avLst/>
              <a:gdLst>
                <a:gd name="T0" fmla="*/ 0 w 27"/>
                <a:gd name="T1" fmla="*/ 2 h 47"/>
                <a:gd name="T2" fmla="*/ 1 w 27"/>
                <a:gd name="T3" fmla="*/ 2 h 47"/>
                <a:gd name="T4" fmla="*/ 1 w 27"/>
                <a:gd name="T5" fmla="*/ 0 h 47"/>
                <a:gd name="T6" fmla="*/ 0 w 27"/>
                <a:gd name="T7" fmla="*/ 0 h 47"/>
                <a:gd name="T8" fmla="*/ 0 w 27"/>
                <a:gd name="T9" fmla="*/ 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47"/>
                <a:gd name="T17" fmla="*/ 27 w 27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47">
                  <a:moveTo>
                    <a:pt x="11" y="47"/>
                  </a:moveTo>
                  <a:lnTo>
                    <a:pt x="27" y="43"/>
                  </a:lnTo>
                  <a:lnTo>
                    <a:pt x="16" y="0"/>
                  </a:lnTo>
                  <a:lnTo>
                    <a:pt x="0" y="4"/>
                  </a:lnTo>
                  <a:lnTo>
                    <a:pt x="11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4" name="Freeform 83"/>
            <p:cNvSpPr>
              <a:spLocks/>
            </p:cNvSpPr>
            <p:nvPr/>
          </p:nvSpPr>
          <p:spPr bwMode="auto">
            <a:xfrm>
              <a:off x="2719" y="1205"/>
              <a:ext cx="6" cy="10"/>
            </a:xfrm>
            <a:custGeom>
              <a:avLst/>
              <a:gdLst>
                <a:gd name="T0" fmla="*/ 1 w 32"/>
                <a:gd name="T1" fmla="*/ 2 h 47"/>
                <a:gd name="T2" fmla="*/ 1 w 32"/>
                <a:gd name="T3" fmla="*/ 2 h 47"/>
                <a:gd name="T4" fmla="*/ 1 w 32"/>
                <a:gd name="T5" fmla="*/ 0 h 47"/>
                <a:gd name="T6" fmla="*/ 0 w 32"/>
                <a:gd name="T7" fmla="*/ 0 h 47"/>
                <a:gd name="T8" fmla="*/ 1 w 32"/>
                <a:gd name="T9" fmla="*/ 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47"/>
                <a:gd name="T17" fmla="*/ 32 w 32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47">
                  <a:moveTo>
                    <a:pt x="16" y="47"/>
                  </a:moveTo>
                  <a:lnTo>
                    <a:pt x="32" y="41"/>
                  </a:lnTo>
                  <a:lnTo>
                    <a:pt x="16" y="0"/>
                  </a:lnTo>
                  <a:lnTo>
                    <a:pt x="0" y="6"/>
                  </a:lnTo>
                  <a:lnTo>
                    <a:pt x="16" y="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5" name="Freeform 84"/>
            <p:cNvSpPr>
              <a:spLocks/>
            </p:cNvSpPr>
            <p:nvPr/>
          </p:nvSpPr>
          <p:spPr bwMode="auto">
            <a:xfrm>
              <a:off x="2724" y="1217"/>
              <a:ext cx="7" cy="9"/>
            </a:xfrm>
            <a:custGeom>
              <a:avLst/>
              <a:gdLst>
                <a:gd name="T0" fmla="*/ 1 w 35"/>
                <a:gd name="T1" fmla="*/ 2 h 46"/>
                <a:gd name="T2" fmla="*/ 1 w 35"/>
                <a:gd name="T3" fmla="*/ 2 h 46"/>
                <a:gd name="T4" fmla="*/ 1 w 35"/>
                <a:gd name="T5" fmla="*/ 0 h 46"/>
                <a:gd name="T6" fmla="*/ 0 w 35"/>
                <a:gd name="T7" fmla="*/ 0 h 46"/>
                <a:gd name="T8" fmla="*/ 1 w 35"/>
                <a:gd name="T9" fmla="*/ 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6"/>
                <a:gd name="T17" fmla="*/ 35 w 35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6">
                  <a:moveTo>
                    <a:pt x="21" y="46"/>
                  </a:moveTo>
                  <a:lnTo>
                    <a:pt x="35" y="39"/>
                  </a:lnTo>
                  <a:lnTo>
                    <a:pt x="15" y="0"/>
                  </a:lnTo>
                  <a:lnTo>
                    <a:pt x="0" y="8"/>
                  </a:lnTo>
                  <a:lnTo>
                    <a:pt x="21" y="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6" name="Freeform 85"/>
            <p:cNvSpPr>
              <a:spLocks/>
            </p:cNvSpPr>
            <p:nvPr/>
          </p:nvSpPr>
          <p:spPr bwMode="auto">
            <a:xfrm>
              <a:off x="2729" y="1272"/>
              <a:ext cx="8" cy="10"/>
            </a:xfrm>
            <a:custGeom>
              <a:avLst/>
              <a:gdLst>
                <a:gd name="T0" fmla="*/ 0 w 39"/>
                <a:gd name="T1" fmla="*/ 0 h 46"/>
                <a:gd name="T2" fmla="*/ 1 w 39"/>
                <a:gd name="T3" fmla="*/ 2 h 46"/>
                <a:gd name="T4" fmla="*/ 2 w 39"/>
                <a:gd name="T5" fmla="*/ 2 h 46"/>
                <a:gd name="T6" fmla="*/ 1 w 39"/>
                <a:gd name="T7" fmla="*/ 0 h 46"/>
                <a:gd name="T8" fmla="*/ 0 w 39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46"/>
                <a:gd name="T17" fmla="*/ 39 w 39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46">
                  <a:moveTo>
                    <a:pt x="0" y="11"/>
                  </a:moveTo>
                  <a:lnTo>
                    <a:pt x="25" y="46"/>
                  </a:lnTo>
                  <a:lnTo>
                    <a:pt x="39" y="37"/>
                  </a:lnTo>
                  <a:lnTo>
                    <a:pt x="13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7" name="Freeform 86"/>
            <p:cNvSpPr>
              <a:spLocks/>
            </p:cNvSpPr>
            <p:nvPr/>
          </p:nvSpPr>
          <p:spPr bwMode="auto">
            <a:xfrm>
              <a:off x="2737" y="1282"/>
              <a:ext cx="9" cy="9"/>
            </a:xfrm>
            <a:custGeom>
              <a:avLst/>
              <a:gdLst>
                <a:gd name="T0" fmla="*/ 0 w 42"/>
                <a:gd name="T1" fmla="*/ 0 h 44"/>
                <a:gd name="T2" fmla="*/ 1 w 42"/>
                <a:gd name="T3" fmla="*/ 2 h 44"/>
                <a:gd name="T4" fmla="*/ 2 w 42"/>
                <a:gd name="T5" fmla="*/ 1 h 44"/>
                <a:gd name="T6" fmla="*/ 1 w 42"/>
                <a:gd name="T7" fmla="*/ 0 h 44"/>
                <a:gd name="T8" fmla="*/ 0 w 4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44"/>
                <a:gd name="T17" fmla="*/ 42 w 42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44">
                  <a:moveTo>
                    <a:pt x="0" y="11"/>
                  </a:moveTo>
                  <a:lnTo>
                    <a:pt x="30" y="44"/>
                  </a:lnTo>
                  <a:lnTo>
                    <a:pt x="42" y="33"/>
                  </a:lnTo>
                  <a:lnTo>
                    <a:pt x="12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8" name="Freeform 87"/>
            <p:cNvSpPr>
              <a:spLocks/>
            </p:cNvSpPr>
            <p:nvPr/>
          </p:nvSpPr>
          <p:spPr bwMode="auto">
            <a:xfrm>
              <a:off x="2746" y="1291"/>
              <a:ext cx="9" cy="8"/>
            </a:xfrm>
            <a:custGeom>
              <a:avLst/>
              <a:gdLst>
                <a:gd name="T0" fmla="*/ 0 w 44"/>
                <a:gd name="T1" fmla="*/ 1 h 41"/>
                <a:gd name="T2" fmla="*/ 1 w 44"/>
                <a:gd name="T3" fmla="*/ 2 h 41"/>
                <a:gd name="T4" fmla="*/ 2 w 44"/>
                <a:gd name="T5" fmla="*/ 1 h 41"/>
                <a:gd name="T6" fmla="*/ 0 w 44"/>
                <a:gd name="T7" fmla="*/ 0 h 41"/>
                <a:gd name="T8" fmla="*/ 0 w 44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41"/>
                <a:gd name="T17" fmla="*/ 44 w 44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41">
                  <a:moveTo>
                    <a:pt x="0" y="13"/>
                  </a:moveTo>
                  <a:lnTo>
                    <a:pt x="33" y="41"/>
                  </a:lnTo>
                  <a:lnTo>
                    <a:pt x="44" y="29"/>
                  </a:lnTo>
                  <a:lnTo>
                    <a:pt x="11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79" name="Freeform 88"/>
            <p:cNvSpPr>
              <a:spLocks/>
            </p:cNvSpPr>
            <p:nvPr/>
          </p:nvSpPr>
          <p:spPr bwMode="auto">
            <a:xfrm>
              <a:off x="2756" y="1299"/>
              <a:ext cx="9" cy="7"/>
            </a:xfrm>
            <a:custGeom>
              <a:avLst/>
              <a:gdLst>
                <a:gd name="T0" fmla="*/ 0 w 46"/>
                <a:gd name="T1" fmla="*/ 0 h 37"/>
                <a:gd name="T2" fmla="*/ 1 w 46"/>
                <a:gd name="T3" fmla="*/ 1 h 37"/>
                <a:gd name="T4" fmla="*/ 2 w 46"/>
                <a:gd name="T5" fmla="*/ 1 h 37"/>
                <a:gd name="T6" fmla="*/ 0 w 46"/>
                <a:gd name="T7" fmla="*/ 0 h 37"/>
                <a:gd name="T8" fmla="*/ 0 w 46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37"/>
                <a:gd name="T17" fmla="*/ 46 w 46"/>
                <a:gd name="T18" fmla="*/ 37 h 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37">
                  <a:moveTo>
                    <a:pt x="0" y="13"/>
                  </a:moveTo>
                  <a:lnTo>
                    <a:pt x="37" y="37"/>
                  </a:lnTo>
                  <a:lnTo>
                    <a:pt x="46" y="24"/>
                  </a:lnTo>
                  <a:lnTo>
                    <a:pt x="9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0" name="Freeform 89"/>
            <p:cNvSpPr>
              <a:spLocks/>
            </p:cNvSpPr>
            <p:nvPr/>
          </p:nvSpPr>
          <p:spPr bwMode="auto">
            <a:xfrm>
              <a:off x="2767" y="1305"/>
              <a:ext cx="10" cy="7"/>
            </a:xfrm>
            <a:custGeom>
              <a:avLst/>
              <a:gdLst>
                <a:gd name="T0" fmla="*/ 0 w 47"/>
                <a:gd name="T1" fmla="*/ 1 h 34"/>
                <a:gd name="T2" fmla="*/ 2 w 47"/>
                <a:gd name="T3" fmla="*/ 1 h 34"/>
                <a:gd name="T4" fmla="*/ 2 w 47"/>
                <a:gd name="T5" fmla="*/ 1 h 34"/>
                <a:gd name="T6" fmla="*/ 0 w 47"/>
                <a:gd name="T7" fmla="*/ 0 h 34"/>
                <a:gd name="T8" fmla="*/ 0 w 47"/>
                <a:gd name="T9" fmla="*/ 1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4"/>
                <a:gd name="T17" fmla="*/ 47 w 47"/>
                <a:gd name="T18" fmla="*/ 34 h 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4">
                  <a:moveTo>
                    <a:pt x="0" y="14"/>
                  </a:moveTo>
                  <a:lnTo>
                    <a:pt x="39" y="34"/>
                  </a:lnTo>
                  <a:lnTo>
                    <a:pt x="47" y="19"/>
                  </a:lnTo>
                  <a:lnTo>
                    <a:pt x="7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1" name="Freeform 90"/>
            <p:cNvSpPr>
              <a:spLocks/>
            </p:cNvSpPr>
            <p:nvPr/>
          </p:nvSpPr>
          <p:spPr bwMode="auto">
            <a:xfrm>
              <a:off x="2779" y="1310"/>
              <a:ext cx="9" cy="6"/>
            </a:xfrm>
            <a:custGeom>
              <a:avLst/>
              <a:gdLst>
                <a:gd name="T0" fmla="*/ 0 w 47"/>
                <a:gd name="T1" fmla="*/ 1 h 30"/>
                <a:gd name="T2" fmla="*/ 2 w 47"/>
                <a:gd name="T3" fmla="*/ 1 h 30"/>
                <a:gd name="T4" fmla="*/ 2 w 47"/>
                <a:gd name="T5" fmla="*/ 1 h 30"/>
                <a:gd name="T6" fmla="*/ 0 w 47"/>
                <a:gd name="T7" fmla="*/ 0 h 30"/>
                <a:gd name="T8" fmla="*/ 0 w 47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0"/>
                <a:gd name="T17" fmla="*/ 47 w 47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0">
                  <a:moveTo>
                    <a:pt x="0" y="15"/>
                  </a:moveTo>
                  <a:lnTo>
                    <a:pt x="41" y="30"/>
                  </a:lnTo>
                  <a:lnTo>
                    <a:pt x="47" y="14"/>
                  </a:lnTo>
                  <a:lnTo>
                    <a:pt x="5" y="0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2" name="Freeform 91"/>
            <p:cNvSpPr>
              <a:spLocks/>
            </p:cNvSpPr>
            <p:nvPr/>
          </p:nvSpPr>
          <p:spPr bwMode="auto">
            <a:xfrm>
              <a:off x="2791" y="1314"/>
              <a:ext cx="10" cy="5"/>
            </a:xfrm>
            <a:custGeom>
              <a:avLst/>
              <a:gdLst>
                <a:gd name="T0" fmla="*/ 2 w 47"/>
                <a:gd name="T1" fmla="*/ 0 h 25"/>
                <a:gd name="T2" fmla="*/ 0 w 47"/>
                <a:gd name="T3" fmla="*/ 0 h 25"/>
                <a:gd name="T4" fmla="*/ 0 w 47"/>
                <a:gd name="T5" fmla="*/ 1 h 25"/>
                <a:gd name="T6" fmla="*/ 2 w 47"/>
                <a:gd name="T7" fmla="*/ 1 h 25"/>
                <a:gd name="T8" fmla="*/ 2 w 47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25"/>
                <a:gd name="T17" fmla="*/ 47 w 47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25">
                  <a:moveTo>
                    <a:pt x="47" y="9"/>
                  </a:moveTo>
                  <a:lnTo>
                    <a:pt x="4" y="0"/>
                  </a:lnTo>
                  <a:lnTo>
                    <a:pt x="0" y="16"/>
                  </a:lnTo>
                  <a:lnTo>
                    <a:pt x="43" y="25"/>
                  </a:lnTo>
                  <a:lnTo>
                    <a:pt x="47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3" name="Freeform 92"/>
            <p:cNvSpPr>
              <a:spLocks/>
            </p:cNvSpPr>
            <p:nvPr/>
          </p:nvSpPr>
          <p:spPr bwMode="auto">
            <a:xfrm>
              <a:off x="2806" y="1251"/>
              <a:ext cx="9" cy="5"/>
            </a:xfrm>
            <a:custGeom>
              <a:avLst/>
              <a:gdLst>
                <a:gd name="T0" fmla="*/ 2 w 46"/>
                <a:gd name="T1" fmla="*/ 1 h 23"/>
                <a:gd name="T2" fmla="*/ 2 w 46"/>
                <a:gd name="T3" fmla="*/ 0 h 23"/>
                <a:gd name="T4" fmla="*/ 0 w 46"/>
                <a:gd name="T5" fmla="*/ 0 h 23"/>
                <a:gd name="T6" fmla="*/ 0 w 46"/>
                <a:gd name="T7" fmla="*/ 1 h 23"/>
                <a:gd name="T8" fmla="*/ 2 w 46"/>
                <a:gd name="T9" fmla="*/ 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23"/>
                <a:gd name="T17" fmla="*/ 46 w 46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23">
                  <a:moveTo>
                    <a:pt x="46" y="16"/>
                  </a:moveTo>
                  <a:lnTo>
                    <a:pt x="44" y="0"/>
                  </a:lnTo>
                  <a:lnTo>
                    <a:pt x="0" y="7"/>
                  </a:lnTo>
                  <a:lnTo>
                    <a:pt x="3" y="23"/>
                  </a:lnTo>
                  <a:lnTo>
                    <a:pt x="46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4" name="Freeform 93"/>
            <p:cNvSpPr>
              <a:spLocks/>
            </p:cNvSpPr>
            <p:nvPr/>
          </p:nvSpPr>
          <p:spPr bwMode="auto">
            <a:xfrm>
              <a:off x="2818" y="1248"/>
              <a:ext cx="10" cy="5"/>
            </a:xfrm>
            <a:custGeom>
              <a:avLst/>
              <a:gdLst>
                <a:gd name="T0" fmla="*/ 2 w 47"/>
                <a:gd name="T1" fmla="*/ 1 h 28"/>
                <a:gd name="T2" fmla="*/ 2 w 47"/>
                <a:gd name="T3" fmla="*/ 0 h 28"/>
                <a:gd name="T4" fmla="*/ 0 w 47"/>
                <a:gd name="T5" fmla="*/ 0 h 28"/>
                <a:gd name="T6" fmla="*/ 0 w 47"/>
                <a:gd name="T7" fmla="*/ 1 h 28"/>
                <a:gd name="T8" fmla="*/ 2 w 47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28"/>
                <a:gd name="T17" fmla="*/ 47 w 47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28">
                  <a:moveTo>
                    <a:pt x="47" y="16"/>
                  </a:moveTo>
                  <a:lnTo>
                    <a:pt x="42" y="0"/>
                  </a:lnTo>
                  <a:lnTo>
                    <a:pt x="0" y="12"/>
                  </a:lnTo>
                  <a:lnTo>
                    <a:pt x="5" y="28"/>
                  </a:lnTo>
                  <a:lnTo>
                    <a:pt x="47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5" name="Freeform 94"/>
            <p:cNvSpPr>
              <a:spLocks/>
            </p:cNvSpPr>
            <p:nvPr/>
          </p:nvSpPr>
          <p:spPr bwMode="auto">
            <a:xfrm>
              <a:off x="2830" y="1243"/>
              <a:ext cx="10" cy="6"/>
            </a:xfrm>
            <a:custGeom>
              <a:avLst/>
              <a:gdLst>
                <a:gd name="T0" fmla="*/ 2 w 48"/>
                <a:gd name="T1" fmla="*/ 1 h 32"/>
                <a:gd name="T2" fmla="*/ 2 w 48"/>
                <a:gd name="T3" fmla="*/ 0 h 32"/>
                <a:gd name="T4" fmla="*/ 0 w 48"/>
                <a:gd name="T5" fmla="*/ 1 h 32"/>
                <a:gd name="T6" fmla="*/ 0 w 48"/>
                <a:gd name="T7" fmla="*/ 1 h 32"/>
                <a:gd name="T8" fmla="*/ 2 w 48"/>
                <a:gd name="T9" fmla="*/ 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"/>
                <a:gd name="T16" fmla="*/ 0 h 32"/>
                <a:gd name="T17" fmla="*/ 48 w 48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" h="32">
                  <a:moveTo>
                    <a:pt x="48" y="15"/>
                  </a:moveTo>
                  <a:lnTo>
                    <a:pt x="40" y="0"/>
                  </a:lnTo>
                  <a:lnTo>
                    <a:pt x="0" y="17"/>
                  </a:lnTo>
                  <a:lnTo>
                    <a:pt x="7" y="32"/>
                  </a:lnTo>
                  <a:lnTo>
                    <a:pt x="48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6" name="Freeform 95"/>
            <p:cNvSpPr>
              <a:spLocks/>
            </p:cNvSpPr>
            <p:nvPr/>
          </p:nvSpPr>
          <p:spPr bwMode="auto">
            <a:xfrm>
              <a:off x="2841" y="1236"/>
              <a:ext cx="10" cy="8"/>
            </a:xfrm>
            <a:custGeom>
              <a:avLst/>
              <a:gdLst>
                <a:gd name="T0" fmla="*/ 2 w 46"/>
                <a:gd name="T1" fmla="*/ 1 h 36"/>
                <a:gd name="T2" fmla="*/ 2 w 46"/>
                <a:gd name="T3" fmla="*/ 0 h 36"/>
                <a:gd name="T4" fmla="*/ 0 w 46"/>
                <a:gd name="T5" fmla="*/ 1 h 36"/>
                <a:gd name="T6" fmla="*/ 0 w 46"/>
                <a:gd name="T7" fmla="*/ 2 h 36"/>
                <a:gd name="T8" fmla="*/ 2 w 46"/>
                <a:gd name="T9" fmla="*/ 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36"/>
                <a:gd name="T17" fmla="*/ 46 w 46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36">
                  <a:moveTo>
                    <a:pt x="46" y="14"/>
                  </a:moveTo>
                  <a:lnTo>
                    <a:pt x="38" y="0"/>
                  </a:lnTo>
                  <a:lnTo>
                    <a:pt x="0" y="22"/>
                  </a:lnTo>
                  <a:lnTo>
                    <a:pt x="8" y="36"/>
                  </a:lnTo>
                  <a:lnTo>
                    <a:pt x="46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7" name="Freeform 96"/>
            <p:cNvSpPr>
              <a:spLocks/>
            </p:cNvSpPr>
            <p:nvPr/>
          </p:nvSpPr>
          <p:spPr bwMode="auto">
            <a:xfrm>
              <a:off x="2852" y="1229"/>
              <a:ext cx="9" cy="8"/>
            </a:xfrm>
            <a:custGeom>
              <a:avLst/>
              <a:gdLst>
                <a:gd name="T0" fmla="*/ 2 w 45"/>
                <a:gd name="T1" fmla="*/ 1 h 40"/>
                <a:gd name="T2" fmla="*/ 1 w 45"/>
                <a:gd name="T3" fmla="*/ 0 h 40"/>
                <a:gd name="T4" fmla="*/ 0 w 45"/>
                <a:gd name="T5" fmla="*/ 1 h 40"/>
                <a:gd name="T6" fmla="*/ 0 w 45"/>
                <a:gd name="T7" fmla="*/ 2 h 40"/>
                <a:gd name="T8" fmla="*/ 2 w 45"/>
                <a:gd name="T9" fmla="*/ 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40"/>
                <a:gd name="T17" fmla="*/ 45 w 45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40">
                  <a:moveTo>
                    <a:pt x="45" y="13"/>
                  </a:moveTo>
                  <a:lnTo>
                    <a:pt x="35" y="0"/>
                  </a:lnTo>
                  <a:lnTo>
                    <a:pt x="0" y="27"/>
                  </a:lnTo>
                  <a:lnTo>
                    <a:pt x="10" y="40"/>
                  </a:lnTo>
                  <a:lnTo>
                    <a:pt x="45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8" name="Freeform 97"/>
            <p:cNvSpPr>
              <a:spLocks/>
            </p:cNvSpPr>
            <p:nvPr/>
          </p:nvSpPr>
          <p:spPr bwMode="auto">
            <a:xfrm>
              <a:off x="2861" y="1220"/>
              <a:ext cx="9" cy="8"/>
            </a:xfrm>
            <a:custGeom>
              <a:avLst/>
              <a:gdLst>
                <a:gd name="T0" fmla="*/ 2 w 43"/>
                <a:gd name="T1" fmla="*/ 0 h 42"/>
                <a:gd name="T2" fmla="*/ 1 w 43"/>
                <a:gd name="T3" fmla="*/ 0 h 42"/>
                <a:gd name="T4" fmla="*/ 0 w 43"/>
                <a:gd name="T5" fmla="*/ 1 h 42"/>
                <a:gd name="T6" fmla="*/ 0 w 43"/>
                <a:gd name="T7" fmla="*/ 2 h 42"/>
                <a:gd name="T8" fmla="*/ 2 w 43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2"/>
                <a:gd name="T17" fmla="*/ 43 w 43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2">
                  <a:moveTo>
                    <a:pt x="43" y="11"/>
                  </a:moveTo>
                  <a:lnTo>
                    <a:pt x="31" y="0"/>
                  </a:lnTo>
                  <a:lnTo>
                    <a:pt x="0" y="31"/>
                  </a:lnTo>
                  <a:lnTo>
                    <a:pt x="11" y="42"/>
                  </a:lnTo>
                  <a:lnTo>
                    <a:pt x="43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89" name="Freeform 98"/>
            <p:cNvSpPr>
              <a:spLocks/>
            </p:cNvSpPr>
            <p:nvPr/>
          </p:nvSpPr>
          <p:spPr bwMode="auto">
            <a:xfrm>
              <a:off x="2870" y="1210"/>
              <a:ext cx="8" cy="9"/>
            </a:xfrm>
            <a:custGeom>
              <a:avLst/>
              <a:gdLst>
                <a:gd name="T0" fmla="*/ 2 w 40"/>
                <a:gd name="T1" fmla="*/ 0 h 44"/>
                <a:gd name="T2" fmla="*/ 1 w 40"/>
                <a:gd name="T3" fmla="*/ 0 h 44"/>
                <a:gd name="T4" fmla="*/ 0 w 40"/>
                <a:gd name="T5" fmla="*/ 1 h 44"/>
                <a:gd name="T6" fmla="*/ 1 w 40"/>
                <a:gd name="T7" fmla="*/ 2 h 44"/>
                <a:gd name="T8" fmla="*/ 2 w 40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"/>
                <a:gd name="T16" fmla="*/ 0 h 44"/>
                <a:gd name="T17" fmla="*/ 40 w 40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" h="44">
                  <a:moveTo>
                    <a:pt x="40" y="10"/>
                  </a:moveTo>
                  <a:lnTo>
                    <a:pt x="27" y="0"/>
                  </a:lnTo>
                  <a:lnTo>
                    <a:pt x="0" y="34"/>
                  </a:lnTo>
                  <a:lnTo>
                    <a:pt x="13" y="44"/>
                  </a:lnTo>
                  <a:lnTo>
                    <a:pt x="40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0" name="Freeform 99"/>
            <p:cNvSpPr>
              <a:spLocks/>
            </p:cNvSpPr>
            <p:nvPr/>
          </p:nvSpPr>
          <p:spPr bwMode="auto">
            <a:xfrm>
              <a:off x="2848" y="1246"/>
              <a:ext cx="7" cy="9"/>
            </a:xfrm>
            <a:custGeom>
              <a:avLst/>
              <a:gdLst>
                <a:gd name="T0" fmla="*/ 0 w 38"/>
                <a:gd name="T1" fmla="*/ 0 h 45"/>
                <a:gd name="T2" fmla="*/ 1 w 38"/>
                <a:gd name="T3" fmla="*/ 2 h 45"/>
                <a:gd name="T4" fmla="*/ 1 w 38"/>
                <a:gd name="T5" fmla="*/ 1 h 45"/>
                <a:gd name="T6" fmla="*/ 1 w 38"/>
                <a:gd name="T7" fmla="*/ 0 h 45"/>
                <a:gd name="T8" fmla="*/ 0 w 38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45"/>
                <a:gd name="T17" fmla="*/ 38 w 38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45">
                  <a:moveTo>
                    <a:pt x="0" y="9"/>
                  </a:moveTo>
                  <a:lnTo>
                    <a:pt x="25" y="45"/>
                  </a:lnTo>
                  <a:lnTo>
                    <a:pt x="38" y="36"/>
                  </a:lnTo>
                  <a:lnTo>
                    <a:pt x="14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1" name="Freeform 100"/>
            <p:cNvSpPr>
              <a:spLocks/>
            </p:cNvSpPr>
            <p:nvPr/>
          </p:nvSpPr>
          <p:spPr bwMode="auto">
            <a:xfrm>
              <a:off x="2855" y="1256"/>
              <a:ext cx="8" cy="9"/>
            </a:xfrm>
            <a:custGeom>
              <a:avLst/>
              <a:gdLst>
                <a:gd name="T0" fmla="*/ 0 w 41"/>
                <a:gd name="T1" fmla="*/ 0 h 44"/>
                <a:gd name="T2" fmla="*/ 1 w 41"/>
                <a:gd name="T3" fmla="*/ 2 h 44"/>
                <a:gd name="T4" fmla="*/ 2 w 41"/>
                <a:gd name="T5" fmla="*/ 1 h 44"/>
                <a:gd name="T6" fmla="*/ 0 w 41"/>
                <a:gd name="T7" fmla="*/ 0 h 44"/>
                <a:gd name="T8" fmla="*/ 0 w 41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4"/>
                <a:gd name="T17" fmla="*/ 41 w 4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4">
                  <a:moveTo>
                    <a:pt x="0" y="11"/>
                  </a:moveTo>
                  <a:lnTo>
                    <a:pt x="29" y="44"/>
                  </a:lnTo>
                  <a:lnTo>
                    <a:pt x="41" y="33"/>
                  </a:lnTo>
                  <a:lnTo>
                    <a:pt x="12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2" name="Freeform 101"/>
            <p:cNvSpPr>
              <a:spLocks/>
            </p:cNvSpPr>
            <p:nvPr/>
          </p:nvSpPr>
          <p:spPr bwMode="auto">
            <a:xfrm>
              <a:off x="2864" y="1265"/>
              <a:ext cx="9" cy="9"/>
            </a:xfrm>
            <a:custGeom>
              <a:avLst/>
              <a:gdLst>
                <a:gd name="T0" fmla="*/ 0 w 44"/>
                <a:gd name="T1" fmla="*/ 1 h 43"/>
                <a:gd name="T2" fmla="*/ 1 w 44"/>
                <a:gd name="T3" fmla="*/ 2 h 43"/>
                <a:gd name="T4" fmla="*/ 2 w 44"/>
                <a:gd name="T5" fmla="*/ 1 h 43"/>
                <a:gd name="T6" fmla="*/ 0 w 44"/>
                <a:gd name="T7" fmla="*/ 0 h 43"/>
                <a:gd name="T8" fmla="*/ 0 w 44"/>
                <a:gd name="T9" fmla="*/ 1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43"/>
                <a:gd name="T17" fmla="*/ 44 w 44"/>
                <a:gd name="T18" fmla="*/ 43 h 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43">
                  <a:moveTo>
                    <a:pt x="0" y="13"/>
                  </a:moveTo>
                  <a:lnTo>
                    <a:pt x="33" y="43"/>
                  </a:lnTo>
                  <a:lnTo>
                    <a:pt x="44" y="30"/>
                  </a:lnTo>
                  <a:lnTo>
                    <a:pt x="11" y="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3" name="Freeform 102"/>
            <p:cNvSpPr>
              <a:spLocks/>
            </p:cNvSpPr>
            <p:nvPr/>
          </p:nvSpPr>
          <p:spPr bwMode="auto">
            <a:xfrm>
              <a:off x="2730" y="1228"/>
              <a:ext cx="8" cy="9"/>
            </a:xfrm>
            <a:custGeom>
              <a:avLst/>
              <a:gdLst>
                <a:gd name="T0" fmla="*/ 1 w 39"/>
                <a:gd name="T1" fmla="*/ 2 h 46"/>
                <a:gd name="T2" fmla="*/ 2 w 39"/>
                <a:gd name="T3" fmla="*/ 1 h 46"/>
                <a:gd name="T4" fmla="*/ 1 w 39"/>
                <a:gd name="T5" fmla="*/ 0 h 46"/>
                <a:gd name="T6" fmla="*/ 0 w 39"/>
                <a:gd name="T7" fmla="*/ 0 h 46"/>
                <a:gd name="T8" fmla="*/ 1 w 39"/>
                <a:gd name="T9" fmla="*/ 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"/>
                <a:gd name="T16" fmla="*/ 0 h 46"/>
                <a:gd name="T17" fmla="*/ 39 w 39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" h="46">
                  <a:moveTo>
                    <a:pt x="25" y="46"/>
                  </a:moveTo>
                  <a:lnTo>
                    <a:pt x="39" y="37"/>
                  </a:lnTo>
                  <a:lnTo>
                    <a:pt x="14" y="0"/>
                  </a:lnTo>
                  <a:lnTo>
                    <a:pt x="0" y="10"/>
                  </a:lnTo>
                  <a:lnTo>
                    <a:pt x="25" y="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4" name="Freeform 103"/>
            <p:cNvSpPr>
              <a:spLocks/>
            </p:cNvSpPr>
            <p:nvPr/>
          </p:nvSpPr>
          <p:spPr bwMode="auto">
            <a:xfrm>
              <a:off x="2738" y="1238"/>
              <a:ext cx="8" cy="9"/>
            </a:xfrm>
            <a:custGeom>
              <a:avLst/>
              <a:gdLst>
                <a:gd name="T0" fmla="*/ 1 w 41"/>
                <a:gd name="T1" fmla="*/ 2 h 44"/>
                <a:gd name="T2" fmla="*/ 2 w 41"/>
                <a:gd name="T3" fmla="*/ 1 h 44"/>
                <a:gd name="T4" fmla="*/ 0 w 41"/>
                <a:gd name="T5" fmla="*/ 0 h 44"/>
                <a:gd name="T6" fmla="*/ 0 w 41"/>
                <a:gd name="T7" fmla="*/ 0 h 44"/>
                <a:gd name="T8" fmla="*/ 1 w 41"/>
                <a:gd name="T9" fmla="*/ 2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4"/>
                <a:gd name="T17" fmla="*/ 41 w 4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4">
                  <a:moveTo>
                    <a:pt x="29" y="44"/>
                  </a:moveTo>
                  <a:lnTo>
                    <a:pt x="41" y="33"/>
                  </a:lnTo>
                  <a:lnTo>
                    <a:pt x="12" y="0"/>
                  </a:lnTo>
                  <a:lnTo>
                    <a:pt x="0" y="11"/>
                  </a:lnTo>
                  <a:lnTo>
                    <a:pt x="29" y="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5" name="Freeform 104"/>
            <p:cNvSpPr>
              <a:spLocks/>
            </p:cNvSpPr>
            <p:nvPr/>
          </p:nvSpPr>
          <p:spPr bwMode="auto">
            <a:xfrm>
              <a:off x="2683" y="1195"/>
              <a:ext cx="5" cy="9"/>
            </a:xfrm>
            <a:custGeom>
              <a:avLst/>
              <a:gdLst>
                <a:gd name="T0" fmla="*/ 1 w 22"/>
                <a:gd name="T1" fmla="*/ 0 h 46"/>
                <a:gd name="T2" fmla="*/ 0 w 22"/>
                <a:gd name="T3" fmla="*/ 0 h 46"/>
                <a:gd name="T4" fmla="*/ 0 w 22"/>
                <a:gd name="T5" fmla="*/ 2 h 46"/>
                <a:gd name="T6" fmla="*/ 1 w 22"/>
                <a:gd name="T7" fmla="*/ 2 h 46"/>
                <a:gd name="T8" fmla="*/ 1 w 22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"/>
                <a:gd name="T16" fmla="*/ 0 h 46"/>
                <a:gd name="T17" fmla="*/ 22 w 22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" h="46">
                  <a:moveTo>
                    <a:pt x="17" y="0"/>
                  </a:moveTo>
                  <a:lnTo>
                    <a:pt x="0" y="2"/>
                  </a:lnTo>
                  <a:lnTo>
                    <a:pt x="6" y="46"/>
                  </a:lnTo>
                  <a:lnTo>
                    <a:pt x="22" y="44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6" name="Freeform 105"/>
            <p:cNvSpPr>
              <a:spLocks/>
            </p:cNvSpPr>
            <p:nvPr/>
          </p:nvSpPr>
          <p:spPr bwMode="auto">
            <a:xfrm>
              <a:off x="2686" y="1208"/>
              <a:ext cx="5" cy="9"/>
            </a:xfrm>
            <a:custGeom>
              <a:avLst/>
              <a:gdLst>
                <a:gd name="T0" fmla="*/ 1 w 27"/>
                <a:gd name="T1" fmla="*/ 0 h 46"/>
                <a:gd name="T2" fmla="*/ 0 w 27"/>
                <a:gd name="T3" fmla="*/ 0 h 46"/>
                <a:gd name="T4" fmla="*/ 0 w 27"/>
                <a:gd name="T5" fmla="*/ 2 h 46"/>
                <a:gd name="T6" fmla="*/ 1 w 27"/>
                <a:gd name="T7" fmla="*/ 2 h 46"/>
                <a:gd name="T8" fmla="*/ 1 w 27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46"/>
                <a:gd name="T17" fmla="*/ 27 w 27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46">
                  <a:moveTo>
                    <a:pt x="16" y="0"/>
                  </a:moveTo>
                  <a:lnTo>
                    <a:pt x="0" y="4"/>
                  </a:lnTo>
                  <a:lnTo>
                    <a:pt x="11" y="46"/>
                  </a:lnTo>
                  <a:lnTo>
                    <a:pt x="27" y="4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7" name="Freeform 106"/>
            <p:cNvSpPr>
              <a:spLocks/>
            </p:cNvSpPr>
            <p:nvPr/>
          </p:nvSpPr>
          <p:spPr bwMode="auto">
            <a:xfrm>
              <a:off x="2689" y="1219"/>
              <a:ext cx="6" cy="10"/>
            </a:xfrm>
            <a:custGeom>
              <a:avLst/>
              <a:gdLst>
                <a:gd name="T0" fmla="*/ 1 w 31"/>
                <a:gd name="T1" fmla="*/ 0 h 47"/>
                <a:gd name="T2" fmla="*/ 0 w 31"/>
                <a:gd name="T3" fmla="*/ 0 h 47"/>
                <a:gd name="T4" fmla="*/ 1 w 31"/>
                <a:gd name="T5" fmla="*/ 2 h 47"/>
                <a:gd name="T6" fmla="*/ 1 w 31"/>
                <a:gd name="T7" fmla="*/ 2 h 47"/>
                <a:gd name="T8" fmla="*/ 1 w 31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47"/>
                <a:gd name="T17" fmla="*/ 31 w 31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47">
                  <a:moveTo>
                    <a:pt x="15" y="0"/>
                  </a:moveTo>
                  <a:lnTo>
                    <a:pt x="0" y="6"/>
                  </a:lnTo>
                  <a:lnTo>
                    <a:pt x="16" y="47"/>
                  </a:lnTo>
                  <a:lnTo>
                    <a:pt x="31" y="4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8" name="Freeform 107"/>
            <p:cNvSpPr>
              <a:spLocks/>
            </p:cNvSpPr>
            <p:nvPr/>
          </p:nvSpPr>
          <p:spPr bwMode="auto">
            <a:xfrm>
              <a:off x="2694" y="1231"/>
              <a:ext cx="7" cy="9"/>
            </a:xfrm>
            <a:custGeom>
              <a:avLst/>
              <a:gdLst>
                <a:gd name="T0" fmla="*/ 1 w 35"/>
                <a:gd name="T1" fmla="*/ 0 h 47"/>
                <a:gd name="T2" fmla="*/ 0 w 35"/>
                <a:gd name="T3" fmla="*/ 0 h 47"/>
                <a:gd name="T4" fmla="*/ 1 w 35"/>
                <a:gd name="T5" fmla="*/ 2 h 47"/>
                <a:gd name="T6" fmla="*/ 1 w 35"/>
                <a:gd name="T7" fmla="*/ 1 h 47"/>
                <a:gd name="T8" fmla="*/ 1 w 3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47"/>
                <a:gd name="T17" fmla="*/ 35 w 35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47">
                  <a:moveTo>
                    <a:pt x="14" y="0"/>
                  </a:moveTo>
                  <a:lnTo>
                    <a:pt x="0" y="8"/>
                  </a:lnTo>
                  <a:lnTo>
                    <a:pt x="21" y="47"/>
                  </a:lnTo>
                  <a:lnTo>
                    <a:pt x="35" y="39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9" name="Freeform 108"/>
            <p:cNvSpPr>
              <a:spLocks/>
            </p:cNvSpPr>
            <p:nvPr/>
          </p:nvSpPr>
          <p:spPr bwMode="auto">
            <a:xfrm>
              <a:off x="2700" y="1242"/>
              <a:ext cx="8" cy="9"/>
            </a:xfrm>
            <a:custGeom>
              <a:avLst/>
              <a:gdLst>
                <a:gd name="T0" fmla="*/ 0 w 38"/>
                <a:gd name="T1" fmla="*/ 0 h 45"/>
                <a:gd name="T2" fmla="*/ 1 w 38"/>
                <a:gd name="T3" fmla="*/ 2 h 45"/>
                <a:gd name="T4" fmla="*/ 2 w 38"/>
                <a:gd name="T5" fmla="*/ 1 h 45"/>
                <a:gd name="T6" fmla="*/ 1 w 38"/>
                <a:gd name="T7" fmla="*/ 0 h 45"/>
                <a:gd name="T8" fmla="*/ 0 w 38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45"/>
                <a:gd name="T17" fmla="*/ 38 w 38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45">
                  <a:moveTo>
                    <a:pt x="0" y="9"/>
                  </a:moveTo>
                  <a:lnTo>
                    <a:pt x="25" y="45"/>
                  </a:lnTo>
                  <a:lnTo>
                    <a:pt x="38" y="36"/>
                  </a:lnTo>
                  <a:lnTo>
                    <a:pt x="14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0" name="Freeform 109"/>
            <p:cNvSpPr>
              <a:spLocks/>
            </p:cNvSpPr>
            <p:nvPr/>
          </p:nvSpPr>
          <p:spPr bwMode="auto">
            <a:xfrm>
              <a:off x="2746" y="1247"/>
              <a:ext cx="9" cy="8"/>
            </a:xfrm>
            <a:custGeom>
              <a:avLst/>
              <a:gdLst>
                <a:gd name="T0" fmla="*/ 2 w 43"/>
                <a:gd name="T1" fmla="*/ 1 h 41"/>
                <a:gd name="T2" fmla="*/ 0 w 43"/>
                <a:gd name="T3" fmla="*/ 0 h 41"/>
                <a:gd name="T4" fmla="*/ 0 w 43"/>
                <a:gd name="T5" fmla="*/ 0 h 41"/>
                <a:gd name="T6" fmla="*/ 1 w 43"/>
                <a:gd name="T7" fmla="*/ 2 h 41"/>
                <a:gd name="T8" fmla="*/ 2 w 43"/>
                <a:gd name="T9" fmla="*/ 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1"/>
                <a:gd name="T17" fmla="*/ 43 w 43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1">
                  <a:moveTo>
                    <a:pt x="43" y="29"/>
                  </a:moveTo>
                  <a:lnTo>
                    <a:pt x="11" y="0"/>
                  </a:lnTo>
                  <a:lnTo>
                    <a:pt x="0" y="12"/>
                  </a:lnTo>
                  <a:lnTo>
                    <a:pt x="32" y="41"/>
                  </a:lnTo>
                  <a:lnTo>
                    <a:pt x="43" y="2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1" name="Freeform 110"/>
            <p:cNvSpPr>
              <a:spLocks/>
            </p:cNvSpPr>
            <p:nvPr/>
          </p:nvSpPr>
          <p:spPr bwMode="auto">
            <a:xfrm>
              <a:off x="2798" y="1259"/>
              <a:ext cx="6" cy="10"/>
            </a:xfrm>
            <a:custGeom>
              <a:avLst/>
              <a:gdLst>
                <a:gd name="T0" fmla="*/ 0 w 34"/>
                <a:gd name="T1" fmla="*/ 0 h 47"/>
                <a:gd name="T2" fmla="*/ 1 w 34"/>
                <a:gd name="T3" fmla="*/ 2 h 47"/>
                <a:gd name="T4" fmla="*/ 1 w 34"/>
                <a:gd name="T5" fmla="*/ 2 h 47"/>
                <a:gd name="T6" fmla="*/ 1 w 34"/>
                <a:gd name="T7" fmla="*/ 0 h 47"/>
                <a:gd name="T8" fmla="*/ 0 w 34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7"/>
                <a:gd name="T17" fmla="*/ 34 w 34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7">
                  <a:moveTo>
                    <a:pt x="0" y="7"/>
                  </a:moveTo>
                  <a:lnTo>
                    <a:pt x="19" y="47"/>
                  </a:lnTo>
                  <a:lnTo>
                    <a:pt x="34" y="39"/>
                  </a:lnTo>
                  <a:lnTo>
                    <a:pt x="15" y="0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2" name="Freeform 111"/>
            <p:cNvSpPr>
              <a:spLocks/>
            </p:cNvSpPr>
            <p:nvPr/>
          </p:nvSpPr>
          <p:spPr bwMode="auto">
            <a:xfrm>
              <a:off x="2803" y="1273"/>
              <a:ext cx="7" cy="9"/>
            </a:xfrm>
            <a:custGeom>
              <a:avLst/>
              <a:gdLst>
                <a:gd name="T0" fmla="*/ 1 w 33"/>
                <a:gd name="T1" fmla="*/ 2 h 47"/>
                <a:gd name="T2" fmla="*/ 1 w 33"/>
                <a:gd name="T3" fmla="*/ 0 h 47"/>
                <a:gd name="T4" fmla="*/ 0 w 33"/>
                <a:gd name="T5" fmla="*/ 0 h 47"/>
                <a:gd name="T6" fmla="*/ 1 w 33"/>
                <a:gd name="T7" fmla="*/ 2 h 47"/>
                <a:gd name="T8" fmla="*/ 1 w 33"/>
                <a:gd name="T9" fmla="*/ 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47"/>
                <a:gd name="T17" fmla="*/ 33 w 33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47">
                  <a:moveTo>
                    <a:pt x="33" y="40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19" y="47"/>
                  </a:lnTo>
                  <a:lnTo>
                    <a:pt x="33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3" name="Freeform 112"/>
            <p:cNvSpPr>
              <a:spLocks/>
            </p:cNvSpPr>
            <p:nvPr/>
          </p:nvSpPr>
          <p:spPr bwMode="auto">
            <a:xfrm>
              <a:off x="2808" y="1286"/>
              <a:ext cx="7" cy="9"/>
            </a:xfrm>
            <a:custGeom>
              <a:avLst/>
              <a:gdLst>
                <a:gd name="T0" fmla="*/ 1 w 34"/>
                <a:gd name="T1" fmla="*/ 2 h 47"/>
                <a:gd name="T2" fmla="*/ 1 w 34"/>
                <a:gd name="T3" fmla="*/ 0 h 47"/>
                <a:gd name="T4" fmla="*/ 0 w 34"/>
                <a:gd name="T5" fmla="*/ 0 h 47"/>
                <a:gd name="T6" fmla="*/ 1 w 34"/>
                <a:gd name="T7" fmla="*/ 2 h 47"/>
                <a:gd name="T8" fmla="*/ 1 w 34"/>
                <a:gd name="T9" fmla="*/ 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7"/>
                <a:gd name="T17" fmla="*/ 34 w 34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7">
                  <a:moveTo>
                    <a:pt x="34" y="40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19" y="47"/>
                  </a:lnTo>
                  <a:lnTo>
                    <a:pt x="34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4" name="Freeform 113"/>
            <p:cNvSpPr>
              <a:spLocks/>
            </p:cNvSpPr>
            <p:nvPr/>
          </p:nvSpPr>
          <p:spPr bwMode="auto">
            <a:xfrm>
              <a:off x="2791" y="1249"/>
              <a:ext cx="7" cy="9"/>
            </a:xfrm>
            <a:custGeom>
              <a:avLst/>
              <a:gdLst>
                <a:gd name="T0" fmla="*/ 1 w 38"/>
                <a:gd name="T1" fmla="*/ 1 h 46"/>
                <a:gd name="T2" fmla="*/ 1 w 38"/>
                <a:gd name="T3" fmla="*/ 0 h 46"/>
                <a:gd name="T4" fmla="*/ 0 w 38"/>
                <a:gd name="T5" fmla="*/ 0 h 46"/>
                <a:gd name="T6" fmla="*/ 1 w 38"/>
                <a:gd name="T7" fmla="*/ 2 h 46"/>
                <a:gd name="T8" fmla="*/ 1 w 38"/>
                <a:gd name="T9" fmla="*/ 1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46"/>
                <a:gd name="T17" fmla="*/ 38 w 38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46">
                  <a:moveTo>
                    <a:pt x="38" y="37"/>
                  </a:moveTo>
                  <a:lnTo>
                    <a:pt x="14" y="0"/>
                  </a:lnTo>
                  <a:lnTo>
                    <a:pt x="0" y="9"/>
                  </a:lnTo>
                  <a:lnTo>
                    <a:pt x="24" y="46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5" name="Freeform 114"/>
            <p:cNvSpPr>
              <a:spLocks/>
            </p:cNvSpPr>
            <p:nvPr/>
          </p:nvSpPr>
          <p:spPr bwMode="auto">
            <a:xfrm>
              <a:off x="2783" y="1239"/>
              <a:ext cx="8" cy="9"/>
            </a:xfrm>
            <a:custGeom>
              <a:avLst/>
              <a:gdLst>
                <a:gd name="T0" fmla="*/ 1 w 41"/>
                <a:gd name="T1" fmla="*/ 0 h 44"/>
                <a:gd name="T2" fmla="*/ 0 w 41"/>
                <a:gd name="T3" fmla="*/ 0 h 44"/>
                <a:gd name="T4" fmla="*/ 1 w 41"/>
                <a:gd name="T5" fmla="*/ 2 h 44"/>
                <a:gd name="T6" fmla="*/ 2 w 41"/>
                <a:gd name="T7" fmla="*/ 1 h 44"/>
                <a:gd name="T8" fmla="*/ 1 w 41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4"/>
                <a:gd name="T17" fmla="*/ 41 w 4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4">
                  <a:moveTo>
                    <a:pt x="13" y="0"/>
                  </a:moveTo>
                  <a:lnTo>
                    <a:pt x="0" y="10"/>
                  </a:lnTo>
                  <a:lnTo>
                    <a:pt x="28" y="44"/>
                  </a:lnTo>
                  <a:lnTo>
                    <a:pt x="41" y="3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6" name="Freeform 115"/>
            <p:cNvSpPr>
              <a:spLocks/>
            </p:cNvSpPr>
            <p:nvPr/>
          </p:nvSpPr>
          <p:spPr bwMode="auto">
            <a:xfrm>
              <a:off x="2774" y="1230"/>
              <a:ext cx="8" cy="8"/>
            </a:xfrm>
            <a:custGeom>
              <a:avLst/>
              <a:gdLst>
                <a:gd name="T0" fmla="*/ 0 w 44"/>
                <a:gd name="T1" fmla="*/ 0 h 42"/>
                <a:gd name="T2" fmla="*/ 1 w 44"/>
                <a:gd name="T3" fmla="*/ 2 h 42"/>
                <a:gd name="T4" fmla="*/ 1 w 44"/>
                <a:gd name="T5" fmla="*/ 1 h 42"/>
                <a:gd name="T6" fmla="*/ 0 w 44"/>
                <a:gd name="T7" fmla="*/ 0 h 42"/>
                <a:gd name="T8" fmla="*/ 0 w 44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42"/>
                <a:gd name="T17" fmla="*/ 44 w 44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42">
                  <a:moveTo>
                    <a:pt x="0" y="12"/>
                  </a:moveTo>
                  <a:lnTo>
                    <a:pt x="33" y="42"/>
                  </a:lnTo>
                  <a:lnTo>
                    <a:pt x="44" y="30"/>
                  </a:lnTo>
                  <a:lnTo>
                    <a:pt x="12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7" name="Freeform 116"/>
            <p:cNvSpPr>
              <a:spLocks/>
            </p:cNvSpPr>
            <p:nvPr/>
          </p:nvSpPr>
          <p:spPr bwMode="auto">
            <a:xfrm>
              <a:off x="2764" y="1222"/>
              <a:ext cx="9" cy="8"/>
            </a:xfrm>
            <a:custGeom>
              <a:avLst/>
              <a:gdLst>
                <a:gd name="T0" fmla="*/ 2 w 45"/>
                <a:gd name="T1" fmla="*/ 1 h 39"/>
                <a:gd name="T2" fmla="*/ 0 w 45"/>
                <a:gd name="T3" fmla="*/ 0 h 39"/>
                <a:gd name="T4" fmla="*/ 0 w 45"/>
                <a:gd name="T5" fmla="*/ 1 h 39"/>
                <a:gd name="T6" fmla="*/ 1 w 45"/>
                <a:gd name="T7" fmla="*/ 2 h 39"/>
                <a:gd name="T8" fmla="*/ 2 w 45"/>
                <a:gd name="T9" fmla="*/ 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39"/>
                <a:gd name="T17" fmla="*/ 45 w 45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39">
                  <a:moveTo>
                    <a:pt x="45" y="26"/>
                  </a:moveTo>
                  <a:lnTo>
                    <a:pt x="10" y="0"/>
                  </a:lnTo>
                  <a:lnTo>
                    <a:pt x="0" y="14"/>
                  </a:lnTo>
                  <a:lnTo>
                    <a:pt x="35" y="39"/>
                  </a:lnTo>
                  <a:lnTo>
                    <a:pt x="45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8" name="Freeform 117"/>
            <p:cNvSpPr>
              <a:spLocks/>
            </p:cNvSpPr>
            <p:nvPr/>
          </p:nvSpPr>
          <p:spPr bwMode="auto">
            <a:xfrm>
              <a:off x="2753" y="1216"/>
              <a:ext cx="9" cy="7"/>
            </a:xfrm>
            <a:custGeom>
              <a:avLst/>
              <a:gdLst>
                <a:gd name="T0" fmla="*/ 2 w 47"/>
                <a:gd name="T1" fmla="*/ 1 h 36"/>
                <a:gd name="T2" fmla="*/ 0 w 47"/>
                <a:gd name="T3" fmla="*/ 0 h 36"/>
                <a:gd name="T4" fmla="*/ 0 w 47"/>
                <a:gd name="T5" fmla="*/ 1 h 36"/>
                <a:gd name="T6" fmla="*/ 1 w 47"/>
                <a:gd name="T7" fmla="*/ 1 h 36"/>
                <a:gd name="T8" fmla="*/ 2 w 47"/>
                <a:gd name="T9" fmla="*/ 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6"/>
                <a:gd name="T17" fmla="*/ 47 w 4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6">
                  <a:moveTo>
                    <a:pt x="47" y="21"/>
                  </a:moveTo>
                  <a:lnTo>
                    <a:pt x="8" y="0"/>
                  </a:lnTo>
                  <a:lnTo>
                    <a:pt x="0" y="15"/>
                  </a:lnTo>
                  <a:lnTo>
                    <a:pt x="39" y="36"/>
                  </a:lnTo>
                  <a:lnTo>
                    <a:pt x="47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09" name="Freeform 118"/>
            <p:cNvSpPr>
              <a:spLocks/>
            </p:cNvSpPr>
            <p:nvPr/>
          </p:nvSpPr>
          <p:spPr bwMode="auto">
            <a:xfrm>
              <a:off x="2741" y="1212"/>
              <a:ext cx="9" cy="6"/>
            </a:xfrm>
            <a:custGeom>
              <a:avLst/>
              <a:gdLst>
                <a:gd name="T0" fmla="*/ 2 w 46"/>
                <a:gd name="T1" fmla="*/ 1 h 31"/>
                <a:gd name="T2" fmla="*/ 0 w 46"/>
                <a:gd name="T3" fmla="*/ 0 h 31"/>
                <a:gd name="T4" fmla="*/ 0 w 46"/>
                <a:gd name="T5" fmla="*/ 1 h 31"/>
                <a:gd name="T6" fmla="*/ 2 w 46"/>
                <a:gd name="T7" fmla="*/ 1 h 31"/>
                <a:gd name="T8" fmla="*/ 2 w 46"/>
                <a:gd name="T9" fmla="*/ 1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31"/>
                <a:gd name="T17" fmla="*/ 46 w 46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31">
                  <a:moveTo>
                    <a:pt x="46" y="16"/>
                  </a:moveTo>
                  <a:lnTo>
                    <a:pt x="6" y="0"/>
                  </a:lnTo>
                  <a:lnTo>
                    <a:pt x="0" y="15"/>
                  </a:lnTo>
                  <a:lnTo>
                    <a:pt x="41" y="31"/>
                  </a:lnTo>
                  <a:lnTo>
                    <a:pt x="46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0" name="Freeform 119"/>
            <p:cNvSpPr>
              <a:spLocks/>
            </p:cNvSpPr>
            <p:nvPr/>
          </p:nvSpPr>
          <p:spPr bwMode="auto">
            <a:xfrm>
              <a:off x="2729" y="1208"/>
              <a:ext cx="10" cy="6"/>
            </a:xfrm>
            <a:custGeom>
              <a:avLst/>
              <a:gdLst>
                <a:gd name="T0" fmla="*/ 2 w 47"/>
                <a:gd name="T1" fmla="*/ 1 h 27"/>
                <a:gd name="T2" fmla="*/ 0 w 47"/>
                <a:gd name="T3" fmla="*/ 0 h 27"/>
                <a:gd name="T4" fmla="*/ 0 w 47"/>
                <a:gd name="T5" fmla="*/ 1 h 27"/>
                <a:gd name="T6" fmla="*/ 2 w 47"/>
                <a:gd name="T7" fmla="*/ 1 h 27"/>
                <a:gd name="T8" fmla="*/ 2 w 47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27"/>
                <a:gd name="T17" fmla="*/ 47 w 47"/>
                <a:gd name="T18" fmla="*/ 27 h 2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27">
                  <a:moveTo>
                    <a:pt x="47" y="12"/>
                  </a:moveTo>
                  <a:lnTo>
                    <a:pt x="4" y="0"/>
                  </a:lnTo>
                  <a:lnTo>
                    <a:pt x="0" y="16"/>
                  </a:lnTo>
                  <a:lnTo>
                    <a:pt x="42" y="27"/>
                  </a:lnTo>
                  <a:lnTo>
                    <a:pt x="47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1" name="Freeform 120"/>
            <p:cNvSpPr>
              <a:spLocks/>
            </p:cNvSpPr>
            <p:nvPr/>
          </p:nvSpPr>
          <p:spPr bwMode="auto">
            <a:xfrm>
              <a:off x="2708" y="1245"/>
              <a:ext cx="28" cy="26"/>
            </a:xfrm>
            <a:custGeom>
              <a:avLst/>
              <a:gdLst>
                <a:gd name="T0" fmla="*/ 6 w 141"/>
                <a:gd name="T1" fmla="*/ 4 h 130"/>
                <a:gd name="T2" fmla="*/ 6 w 141"/>
                <a:gd name="T3" fmla="*/ 4 h 130"/>
                <a:gd name="T4" fmla="*/ 5 w 141"/>
                <a:gd name="T5" fmla="*/ 4 h 130"/>
                <a:gd name="T6" fmla="*/ 5 w 141"/>
                <a:gd name="T7" fmla="*/ 3 h 130"/>
                <a:gd name="T8" fmla="*/ 5 w 141"/>
                <a:gd name="T9" fmla="*/ 3 h 130"/>
                <a:gd name="T10" fmla="*/ 5 w 141"/>
                <a:gd name="T11" fmla="*/ 3 h 130"/>
                <a:gd name="T12" fmla="*/ 5 w 141"/>
                <a:gd name="T13" fmla="*/ 3 h 130"/>
                <a:gd name="T14" fmla="*/ 5 w 141"/>
                <a:gd name="T15" fmla="*/ 2 h 130"/>
                <a:gd name="T16" fmla="*/ 5 w 141"/>
                <a:gd name="T17" fmla="*/ 2 h 130"/>
                <a:gd name="T18" fmla="*/ 5 w 141"/>
                <a:gd name="T19" fmla="*/ 1 h 130"/>
                <a:gd name="T20" fmla="*/ 4 w 141"/>
                <a:gd name="T21" fmla="*/ 1 h 130"/>
                <a:gd name="T22" fmla="*/ 4 w 141"/>
                <a:gd name="T23" fmla="*/ 0 h 130"/>
                <a:gd name="T24" fmla="*/ 4 w 141"/>
                <a:gd name="T25" fmla="*/ 0 h 130"/>
                <a:gd name="T26" fmla="*/ 3 w 141"/>
                <a:gd name="T27" fmla="*/ 0 h 130"/>
                <a:gd name="T28" fmla="*/ 3 w 141"/>
                <a:gd name="T29" fmla="*/ 0 h 130"/>
                <a:gd name="T30" fmla="*/ 3 w 141"/>
                <a:gd name="T31" fmla="*/ 0 h 130"/>
                <a:gd name="T32" fmla="*/ 2 w 141"/>
                <a:gd name="T33" fmla="*/ 0 h 130"/>
                <a:gd name="T34" fmla="*/ 2 w 141"/>
                <a:gd name="T35" fmla="*/ 0 h 130"/>
                <a:gd name="T36" fmla="*/ 2 w 141"/>
                <a:gd name="T37" fmla="*/ 1 h 130"/>
                <a:gd name="T38" fmla="*/ 2 w 141"/>
                <a:gd name="T39" fmla="*/ 1 h 130"/>
                <a:gd name="T40" fmla="*/ 1 w 141"/>
                <a:gd name="T41" fmla="*/ 1 h 130"/>
                <a:gd name="T42" fmla="*/ 1 w 141"/>
                <a:gd name="T43" fmla="*/ 2 h 130"/>
                <a:gd name="T44" fmla="*/ 1 w 141"/>
                <a:gd name="T45" fmla="*/ 2 h 130"/>
                <a:gd name="T46" fmla="*/ 1 w 141"/>
                <a:gd name="T47" fmla="*/ 2 h 130"/>
                <a:gd name="T48" fmla="*/ 0 w 141"/>
                <a:gd name="T49" fmla="*/ 2 h 130"/>
                <a:gd name="T50" fmla="*/ 1 w 141"/>
                <a:gd name="T51" fmla="*/ 3 h 130"/>
                <a:gd name="T52" fmla="*/ 1 w 141"/>
                <a:gd name="T53" fmla="*/ 3 h 130"/>
                <a:gd name="T54" fmla="*/ 1 w 141"/>
                <a:gd name="T55" fmla="*/ 4 h 130"/>
                <a:gd name="T56" fmla="*/ 2 w 141"/>
                <a:gd name="T57" fmla="*/ 4 h 130"/>
                <a:gd name="T58" fmla="*/ 2 w 141"/>
                <a:gd name="T59" fmla="*/ 4 h 130"/>
                <a:gd name="T60" fmla="*/ 2 w 141"/>
                <a:gd name="T61" fmla="*/ 5 h 130"/>
                <a:gd name="T62" fmla="*/ 2 w 141"/>
                <a:gd name="T63" fmla="*/ 5 h 130"/>
                <a:gd name="T64" fmla="*/ 2 w 141"/>
                <a:gd name="T65" fmla="*/ 5 h 130"/>
                <a:gd name="T66" fmla="*/ 3 w 141"/>
                <a:gd name="T67" fmla="*/ 5 h 130"/>
                <a:gd name="T68" fmla="*/ 3 w 141"/>
                <a:gd name="T69" fmla="*/ 5 h 130"/>
                <a:gd name="T70" fmla="*/ 3 w 141"/>
                <a:gd name="T71" fmla="*/ 5 h 130"/>
                <a:gd name="T72" fmla="*/ 3 w 141"/>
                <a:gd name="T73" fmla="*/ 5 h 130"/>
                <a:gd name="T74" fmla="*/ 4 w 141"/>
                <a:gd name="T75" fmla="*/ 5 h 130"/>
                <a:gd name="T76" fmla="*/ 4 w 141"/>
                <a:gd name="T77" fmla="*/ 5 h 130"/>
                <a:gd name="T78" fmla="*/ 4 w 141"/>
                <a:gd name="T79" fmla="*/ 5 h 130"/>
                <a:gd name="T80" fmla="*/ 4 w 141"/>
                <a:gd name="T81" fmla="*/ 5 h 130"/>
                <a:gd name="T82" fmla="*/ 4 w 141"/>
                <a:gd name="T83" fmla="*/ 5 h 130"/>
                <a:gd name="T84" fmla="*/ 4 w 141"/>
                <a:gd name="T85" fmla="*/ 4 h 130"/>
                <a:gd name="T86" fmla="*/ 6 w 141"/>
                <a:gd name="T87" fmla="*/ 4 h 13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41"/>
                <a:gd name="T133" fmla="*/ 0 h 130"/>
                <a:gd name="T134" fmla="*/ 141 w 141"/>
                <a:gd name="T135" fmla="*/ 130 h 13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41" h="130">
                  <a:moveTo>
                    <a:pt x="141" y="110"/>
                  </a:moveTo>
                  <a:lnTo>
                    <a:pt x="140" y="93"/>
                  </a:lnTo>
                  <a:lnTo>
                    <a:pt x="118" y="94"/>
                  </a:lnTo>
                  <a:lnTo>
                    <a:pt x="120" y="87"/>
                  </a:lnTo>
                  <a:lnTo>
                    <a:pt x="122" y="80"/>
                  </a:lnTo>
                  <a:lnTo>
                    <a:pt x="123" y="73"/>
                  </a:lnTo>
                  <a:lnTo>
                    <a:pt x="123" y="65"/>
                  </a:lnTo>
                  <a:lnTo>
                    <a:pt x="122" y="52"/>
                  </a:lnTo>
                  <a:lnTo>
                    <a:pt x="119" y="40"/>
                  </a:lnTo>
                  <a:lnTo>
                    <a:pt x="115" y="29"/>
                  </a:lnTo>
                  <a:lnTo>
                    <a:pt x="110" y="19"/>
                  </a:lnTo>
                  <a:lnTo>
                    <a:pt x="103" y="11"/>
                  </a:lnTo>
                  <a:lnTo>
                    <a:pt x="96" y="5"/>
                  </a:lnTo>
                  <a:lnTo>
                    <a:pt x="87" y="1"/>
                  </a:lnTo>
                  <a:lnTo>
                    <a:pt x="78" y="0"/>
                  </a:lnTo>
                  <a:lnTo>
                    <a:pt x="69" y="1"/>
                  </a:lnTo>
                  <a:lnTo>
                    <a:pt x="61" y="5"/>
                  </a:lnTo>
                  <a:lnTo>
                    <a:pt x="53" y="10"/>
                  </a:lnTo>
                  <a:lnTo>
                    <a:pt x="47" y="18"/>
                  </a:lnTo>
                  <a:lnTo>
                    <a:pt x="41" y="27"/>
                  </a:lnTo>
                  <a:lnTo>
                    <a:pt x="37" y="37"/>
                  </a:lnTo>
                  <a:lnTo>
                    <a:pt x="34" y="49"/>
                  </a:lnTo>
                  <a:lnTo>
                    <a:pt x="33" y="61"/>
                  </a:lnTo>
                  <a:lnTo>
                    <a:pt x="13" y="38"/>
                  </a:lnTo>
                  <a:lnTo>
                    <a:pt x="0" y="49"/>
                  </a:lnTo>
                  <a:lnTo>
                    <a:pt x="30" y="82"/>
                  </a:lnTo>
                  <a:lnTo>
                    <a:pt x="33" y="79"/>
                  </a:lnTo>
                  <a:lnTo>
                    <a:pt x="35" y="90"/>
                  </a:lnTo>
                  <a:lnTo>
                    <a:pt x="39" y="99"/>
                  </a:lnTo>
                  <a:lnTo>
                    <a:pt x="44" y="108"/>
                  </a:lnTo>
                  <a:lnTo>
                    <a:pt x="49" y="115"/>
                  </a:lnTo>
                  <a:lnTo>
                    <a:pt x="55" y="122"/>
                  </a:lnTo>
                  <a:lnTo>
                    <a:pt x="62" y="126"/>
                  </a:lnTo>
                  <a:lnTo>
                    <a:pt x="70" y="129"/>
                  </a:lnTo>
                  <a:lnTo>
                    <a:pt x="78" y="130"/>
                  </a:lnTo>
                  <a:lnTo>
                    <a:pt x="83" y="130"/>
                  </a:lnTo>
                  <a:lnTo>
                    <a:pt x="87" y="129"/>
                  </a:lnTo>
                  <a:lnTo>
                    <a:pt x="92" y="127"/>
                  </a:lnTo>
                  <a:lnTo>
                    <a:pt x="96" y="125"/>
                  </a:lnTo>
                  <a:lnTo>
                    <a:pt x="100" y="122"/>
                  </a:lnTo>
                  <a:lnTo>
                    <a:pt x="103" y="119"/>
                  </a:lnTo>
                  <a:lnTo>
                    <a:pt x="107" y="115"/>
                  </a:lnTo>
                  <a:lnTo>
                    <a:pt x="110" y="110"/>
                  </a:lnTo>
                  <a:lnTo>
                    <a:pt x="141" y="1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2" name="Freeform 121"/>
            <p:cNvSpPr>
              <a:spLocks/>
            </p:cNvSpPr>
            <p:nvPr/>
          </p:nvSpPr>
          <p:spPr bwMode="auto">
            <a:xfrm>
              <a:off x="2740" y="1261"/>
              <a:ext cx="9" cy="5"/>
            </a:xfrm>
            <a:custGeom>
              <a:avLst/>
              <a:gdLst>
                <a:gd name="T0" fmla="*/ 0 w 46"/>
                <a:gd name="T1" fmla="*/ 1 h 23"/>
                <a:gd name="T2" fmla="*/ 2 w 46"/>
                <a:gd name="T3" fmla="*/ 1 h 23"/>
                <a:gd name="T4" fmla="*/ 2 w 46"/>
                <a:gd name="T5" fmla="*/ 0 h 23"/>
                <a:gd name="T6" fmla="*/ 0 w 46"/>
                <a:gd name="T7" fmla="*/ 0 h 23"/>
                <a:gd name="T8" fmla="*/ 0 w 46"/>
                <a:gd name="T9" fmla="*/ 1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23"/>
                <a:gd name="T17" fmla="*/ 46 w 46"/>
                <a:gd name="T18" fmla="*/ 23 h 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23">
                  <a:moveTo>
                    <a:pt x="3" y="23"/>
                  </a:moveTo>
                  <a:lnTo>
                    <a:pt x="46" y="17"/>
                  </a:lnTo>
                  <a:lnTo>
                    <a:pt x="44" y="0"/>
                  </a:lnTo>
                  <a:lnTo>
                    <a:pt x="0" y="7"/>
                  </a:lnTo>
                  <a:lnTo>
                    <a:pt x="3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3" name="Freeform 122"/>
            <p:cNvSpPr>
              <a:spLocks/>
            </p:cNvSpPr>
            <p:nvPr/>
          </p:nvSpPr>
          <p:spPr bwMode="auto">
            <a:xfrm>
              <a:off x="2752" y="1258"/>
              <a:ext cx="9" cy="5"/>
            </a:xfrm>
            <a:custGeom>
              <a:avLst/>
              <a:gdLst>
                <a:gd name="T0" fmla="*/ 2 w 47"/>
                <a:gd name="T1" fmla="*/ 1 h 28"/>
                <a:gd name="T2" fmla="*/ 2 w 47"/>
                <a:gd name="T3" fmla="*/ 0 h 28"/>
                <a:gd name="T4" fmla="*/ 0 w 47"/>
                <a:gd name="T5" fmla="*/ 0 h 28"/>
                <a:gd name="T6" fmla="*/ 0 w 47"/>
                <a:gd name="T7" fmla="*/ 1 h 28"/>
                <a:gd name="T8" fmla="*/ 2 w 47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28"/>
                <a:gd name="T17" fmla="*/ 47 w 47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28">
                  <a:moveTo>
                    <a:pt x="47" y="16"/>
                  </a:moveTo>
                  <a:lnTo>
                    <a:pt x="42" y="0"/>
                  </a:lnTo>
                  <a:lnTo>
                    <a:pt x="0" y="12"/>
                  </a:lnTo>
                  <a:lnTo>
                    <a:pt x="5" y="28"/>
                  </a:lnTo>
                  <a:lnTo>
                    <a:pt x="47" y="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4" name="Freeform 123"/>
            <p:cNvSpPr>
              <a:spLocks/>
            </p:cNvSpPr>
            <p:nvPr/>
          </p:nvSpPr>
          <p:spPr bwMode="auto">
            <a:xfrm>
              <a:off x="2763" y="1253"/>
              <a:ext cx="10" cy="6"/>
            </a:xfrm>
            <a:custGeom>
              <a:avLst/>
              <a:gdLst>
                <a:gd name="T0" fmla="*/ 2 w 47"/>
                <a:gd name="T1" fmla="*/ 1 h 32"/>
                <a:gd name="T2" fmla="*/ 2 w 47"/>
                <a:gd name="T3" fmla="*/ 0 h 32"/>
                <a:gd name="T4" fmla="*/ 0 w 47"/>
                <a:gd name="T5" fmla="*/ 1 h 32"/>
                <a:gd name="T6" fmla="*/ 0 w 47"/>
                <a:gd name="T7" fmla="*/ 1 h 32"/>
                <a:gd name="T8" fmla="*/ 2 w 47"/>
                <a:gd name="T9" fmla="*/ 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2"/>
                <a:gd name="T17" fmla="*/ 47 w 47"/>
                <a:gd name="T18" fmla="*/ 32 h 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2">
                  <a:moveTo>
                    <a:pt x="47" y="15"/>
                  </a:moveTo>
                  <a:lnTo>
                    <a:pt x="41" y="0"/>
                  </a:lnTo>
                  <a:lnTo>
                    <a:pt x="0" y="17"/>
                  </a:lnTo>
                  <a:lnTo>
                    <a:pt x="7" y="32"/>
                  </a:lnTo>
                  <a:lnTo>
                    <a:pt x="47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5" name="Freeform 124"/>
            <p:cNvSpPr>
              <a:spLocks/>
            </p:cNvSpPr>
            <p:nvPr/>
          </p:nvSpPr>
          <p:spPr bwMode="auto">
            <a:xfrm>
              <a:off x="2775" y="1247"/>
              <a:ext cx="9" cy="7"/>
            </a:xfrm>
            <a:custGeom>
              <a:avLst/>
              <a:gdLst>
                <a:gd name="T0" fmla="*/ 0 w 47"/>
                <a:gd name="T1" fmla="*/ 1 h 37"/>
                <a:gd name="T2" fmla="*/ 2 w 47"/>
                <a:gd name="T3" fmla="*/ 1 h 37"/>
                <a:gd name="T4" fmla="*/ 1 w 47"/>
                <a:gd name="T5" fmla="*/ 0 h 37"/>
                <a:gd name="T6" fmla="*/ 0 w 47"/>
                <a:gd name="T7" fmla="*/ 1 h 37"/>
                <a:gd name="T8" fmla="*/ 0 w 47"/>
                <a:gd name="T9" fmla="*/ 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7"/>
                <a:gd name="T17" fmla="*/ 47 w 47"/>
                <a:gd name="T18" fmla="*/ 37 h 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7">
                  <a:moveTo>
                    <a:pt x="9" y="37"/>
                  </a:moveTo>
                  <a:lnTo>
                    <a:pt x="47" y="15"/>
                  </a:lnTo>
                  <a:lnTo>
                    <a:pt x="38" y="0"/>
                  </a:lnTo>
                  <a:lnTo>
                    <a:pt x="0" y="22"/>
                  </a:lnTo>
                  <a:lnTo>
                    <a:pt x="9" y="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6" name="Freeform 125"/>
            <p:cNvSpPr>
              <a:spLocks/>
            </p:cNvSpPr>
            <p:nvPr/>
          </p:nvSpPr>
          <p:spPr bwMode="auto">
            <a:xfrm>
              <a:off x="2807" y="1149"/>
              <a:ext cx="9" cy="8"/>
            </a:xfrm>
            <a:custGeom>
              <a:avLst/>
              <a:gdLst>
                <a:gd name="T0" fmla="*/ 2 w 45"/>
                <a:gd name="T1" fmla="*/ 1 h 39"/>
                <a:gd name="T2" fmla="*/ 1 w 45"/>
                <a:gd name="T3" fmla="*/ 0 h 39"/>
                <a:gd name="T4" fmla="*/ 0 w 45"/>
                <a:gd name="T5" fmla="*/ 1 h 39"/>
                <a:gd name="T6" fmla="*/ 0 w 45"/>
                <a:gd name="T7" fmla="*/ 2 h 39"/>
                <a:gd name="T8" fmla="*/ 2 w 45"/>
                <a:gd name="T9" fmla="*/ 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39"/>
                <a:gd name="T17" fmla="*/ 45 w 45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39">
                  <a:moveTo>
                    <a:pt x="45" y="14"/>
                  </a:moveTo>
                  <a:lnTo>
                    <a:pt x="36" y="0"/>
                  </a:lnTo>
                  <a:lnTo>
                    <a:pt x="0" y="26"/>
                  </a:lnTo>
                  <a:lnTo>
                    <a:pt x="9" y="39"/>
                  </a:lnTo>
                  <a:lnTo>
                    <a:pt x="45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7" name="Freeform 126"/>
            <p:cNvSpPr>
              <a:spLocks/>
            </p:cNvSpPr>
            <p:nvPr/>
          </p:nvSpPr>
          <p:spPr bwMode="auto">
            <a:xfrm>
              <a:off x="2797" y="1157"/>
              <a:ext cx="9" cy="8"/>
            </a:xfrm>
            <a:custGeom>
              <a:avLst/>
              <a:gdLst>
                <a:gd name="T0" fmla="*/ 2 w 44"/>
                <a:gd name="T1" fmla="*/ 0 h 42"/>
                <a:gd name="T2" fmla="*/ 1 w 44"/>
                <a:gd name="T3" fmla="*/ 0 h 42"/>
                <a:gd name="T4" fmla="*/ 0 w 44"/>
                <a:gd name="T5" fmla="*/ 1 h 42"/>
                <a:gd name="T6" fmla="*/ 0 w 44"/>
                <a:gd name="T7" fmla="*/ 2 h 42"/>
                <a:gd name="T8" fmla="*/ 2 w 44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"/>
                <a:gd name="T16" fmla="*/ 0 h 42"/>
                <a:gd name="T17" fmla="*/ 44 w 44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" h="42">
                  <a:moveTo>
                    <a:pt x="44" y="13"/>
                  </a:moveTo>
                  <a:lnTo>
                    <a:pt x="33" y="0"/>
                  </a:lnTo>
                  <a:lnTo>
                    <a:pt x="0" y="30"/>
                  </a:lnTo>
                  <a:lnTo>
                    <a:pt x="11" y="42"/>
                  </a:lnTo>
                  <a:lnTo>
                    <a:pt x="44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8" name="Freeform 127"/>
            <p:cNvSpPr>
              <a:spLocks/>
            </p:cNvSpPr>
            <p:nvPr/>
          </p:nvSpPr>
          <p:spPr bwMode="auto">
            <a:xfrm>
              <a:off x="2789" y="1166"/>
              <a:ext cx="8" cy="9"/>
            </a:xfrm>
            <a:custGeom>
              <a:avLst/>
              <a:gdLst>
                <a:gd name="T0" fmla="*/ 2 w 41"/>
                <a:gd name="T1" fmla="*/ 0 h 45"/>
                <a:gd name="T2" fmla="*/ 1 w 41"/>
                <a:gd name="T3" fmla="*/ 0 h 45"/>
                <a:gd name="T4" fmla="*/ 0 w 41"/>
                <a:gd name="T5" fmla="*/ 1 h 45"/>
                <a:gd name="T6" fmla="*/ 1 w 41"/>
                <a:gd name="T7" fmla="*/ 2 h 45"/>
                <a:gd name="T8" fmla="*/ 2 w 41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5"/>
                <a:gd name="T17" fmla="*/ 41 w 41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5">
                  <a:moveTo>
                    <a:pt x="41" y="11"/>
                  </a:moveTo>
                  <a:lnTo>
                    <a:pt x="29" y="0"/>
                  </a:lnTo>
                  <a:lnTo>
                    <a:pt x="0" y="35"/>
                  </a:lnTo>
                  <a:lnTo>
                    <a:pt x="13" y="45"/>
                  </a:lnTo>
                  <a:lnTo>
                    <a:pt x="41" y="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19" name="Freeform 128"/>
            <p:cNvSpPr>
              <a:spLocks/>
            </p:cNvSpPr>
            <p:nvPr/>
          </p:nvSpPr>
          <p:spPr bwMode="auto">
            <a:xfrm>
              <a:off x="2782" y="1176"/>
              <a:ext cx="7" cy="9"/>
            </a:xfrm>
            <a:custGeom>
              <a:avLst/>
              <a:gdLst>
                <a:gd name="T0" fmla="*/ 1 w 38"/>
                <a:gd name="T1" fmla="*/ 0 h 45"/>
                <a:gd name="T2" fmla="*/ 1 w 38"/>
                <a:gd name="T3" fmla="*/ 0 h 45"/>
                <a:gd name="T4" fmla="*/ 0 w 38"/>
                <a:gd name="T5" fmla="*/ 1 h 45"/>
                <a:gd name="T6" fmla="*/ 0 w 38"/>
                <a:gd name="T7" fmla="*/ 2 h 45"/>
                <a:gd name="T8" fmla="*/ 1 w 38"/>
                <a:gd name="T9" fmla="*/ 0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45"/>
                <a:gd name="T17" fmla="*/ 38 w 38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45">
                  <a:moveTo>
                    <a:pt x="38" y="9"/>
                  </a:moveTo>
                  <a:lnTo>
                    <a:pt x="24" y="0"/>
                  </a:lnTo>
                  <a:lnTo>
                    <a:pt x="0" y="36"/>
                  </a:lnTo>
                  <a:lnTo>
                    <a:pt x="13" y="45"/>
                  </a:lnTo>
                  <a:lnTo>
                    <a:pt x="3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0" name="Freeform 129"/>
            <p:cNvSpPr>
              <a:spLocks/>
            </p:cNvSpPr>
            <p:nvPr/>
          </p:nvSpPr>
          <p:spPr bwMode="auto">
            <a:xfrm>
              <a:off x="2776" y="1187"/>
              <a:ext cx="7" cy="9"/>
            </a:xfrm>
            <a:custGeom>
              <a:avLst/>
              <a:gdLst>
                <a:gd name="T0" fmla="*/ 1 w 34"/>
                <a:gd name="T1" fmla="*/ 0 h 47"/>
                <a:gd name="T2" fmla="*/ 1 w 34"/>
                <a:gd name="T3" fmla="*/ 0 h 47"/>
                <a:gd name="T4" fmla="*/ 0 w 34"/>
                <a:gd name="T5" fmla="*/ 2 h 47"/>
                <a:gd name="T6" fmla="*/ 1 w 34"/>
                <a:gd name="T7" fmla="*/ 2 h 47"/>
                <a:gd name="T8" fmla="*/ 1 w 34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7"/>
                <a:gd name="T17" fmla="*/ 34 w 34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7">
                  <a:moveTo>
                    <a:pt x="34" y="8"/>
                  </a:moveTo>
                  <a:lnTo>
                    <a:pt x="20" y="0"/>
                  </a:lnTo>
                  <a:lnTo>
                    <a:pt x="0" y="40"/>
                  </a:lnTo>
                  <a:lnTo>
                    <a:pt x="15" y="47"/>
                  </a:lnTo>
                  <a:lnTo>
                    <a:pt x="34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1" name="Freeform 130"/>
            <p:cNvSpPr>
              <a:spLocks/>
            </p:cNvSpPr>
            <p:nvPr/>
          </p:nvSpPr>
          <p:spPr bwMode="auto">
            <a:xfrm>
              <a:off x="2772" y="1199"/>
              <a:ext cx="6" cy="9"/>
            </a:xfrm>
            <a:custGeom>
              <a:avLst/>
              <a:gdLst>
                <a:gd name="T0" fmla="*/ 1 w 31"/>
                <a:gd name="T1" fmla="*/ 0 h 47"/>
                <a:gd name="T2" fmla="*/ 1 w 31"/>
                <a:gd name="T3" fmla="*/ 0 h 47"/>
                <a:gd name="T4" fmla="*/ 0 w 31"/>
                <a:gd name="T5" fmla="*/ 2 h 47"/>
                <a:gd name="T6" fmla="*/ 1 w 31"/>
                <a:gd name="T7" fmla="*/ 2 h 47"/>
                <a:gd name="T8" fmla="*/ 1 w 31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47"/>
                <a:gd name="T17" fmla="*/ 31 w 31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47">
                  <a:moveTo>
                    <a:pt x="31" y="5"/>
                  </a:moveTo>
                  <a:lnTo>
                    <a:pt x="15" y="0"/>
                  </a:lnTo>
                  <a:lnTo>
                    <a:pt x="0" y="41"/>
                  </a:lnTo>
                  <a:lnTo>
                    <a:pt x="16" y="4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2" name="Freeform 131"/>
            <p:cNvSpPr>
              <a:spLocks/>
            </p:cNvSpPr>
            <p:nvPr/>
          </p:nvSpPr>
          <p:spPr bwMode="auto">
            <a:xfrm>
              <a:off x="2769" y="1211"/>
              <a:ext cx="5" cy="9"/>
            </a:xfrm>
            <a:custGeom>
              <a:avLst/>
              <a:gdLst>
                <a:gd name="T0" fmla="*/ 1 w 25"/>
                <a:gd name="T1" fmla="*/ 0 h 47"/>
                <a:gd name="T2" fmla="*/ 0 w 25"/>
                <a:gd name="T3" fmla="*/ 0 h 47"/>
                <a:gd name="T4" fmla="*/ 0 w 25"/>
                <a:gd name="T5" fmla="*/ 2 h 47"/>
                <a:gd name="T6" fmla="*/ 1 w 25"/>
                <a:gd name="T7" fmla="*/ 2 h 47"/>
                <a:gd name="T8" fmla="*/ 1 w 25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47"/>
                <a:gd name="T17" fmla="*/ 25 w 25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47">
                  <a:moveTo>
                    <a:pt x="25" y="4"/>
                  </a:moveTo>
                  <a:lnTo>
                    <a:pt x="9" y="0"/>
                  </a:lnTo>
                  <a:lnTo>
                    <a:pt x="0" y="43"/>
                  </a:lnTo>
                  <a:lnTo>
                    <a:pt x="16" y="4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3" name="Freeform 132"/>
            <p:cNvSpPr>
              <a:spLocks/>
            </p:cNvSpPr>
            <p:nvPr/>
          </p:nvSpPr>
          <p:spPr bwMode="auto">
            <a:xfrm>
              <a:off x="2848" y="1265"/>
              <a:ext cx="9" cy="7"/>
            </a:xfrm>
            <a:custGeom>
              <a:avLst/>
              <a:gdLst>
                <a:gd name="T0" fmla="*/ 0 w 47"/>
                <a:gd name="T1" fmla="*/ 1 h 35"/>
                <a:gd name="T2" fmla="*/ 0 w 47"/>
                <a:gd name="T3" fmla="*/ 1 h 35"/>
                <a:gd name="T4" fmla="*/ 2 w 47"/>
                <a:gd name="T5" fmla="*/ 1 h 35"/>
                <a:gd name="T6" fmla="*/ 1 w 47"/>
                <a:gd name="T7" fmla="*/ 0 h 35"/>
                <a:gd name="T8" fmla="*/ 0 w 47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5"/>
                <a:gd name="T17" fmla="*/ 47 w 47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5">
                  <a:moveTo>
                    <a:pt x="0" y="21"/>
                  </a:moveTo>
                  <a:lnTo>
                    <a:pt x="8" y="35"/>
                  </a:lnTo>
                  <a:lnTo>
                    <a:pt x="47" y="15"/>
                  </a:lnTo>
                  <a:lnTo>
                    <a:pt x="39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4" name="Freeform 133"/>
            <p:cNvSpPr>
              <a:spLocks/>
            </p:cNvSpPr>
            <p:nvPr/>
          </p:nvSpPr>
          <p:spPr bwMode="auto">
            <a:xfrm>
              <a:off x="2701" y="1188"/>
              <a:ext cx="9" cy="7"/>
            </a:xfrm>
            <a:custGeom>
              <a:avLst/>
              <a:gdLst>
                <a:gd name="T0" fmla="*/ 2 w 46"/>
                <a:gd name="T1" fmla="*/ 1 h 35"/>
                <a:gd name="T2" fmla="*/ 2 w 46"/>
                <a:gd name="T3" fmla="*/ 0 h 35"/>
                <a:gd name="T4" fmla="*/ 0 w 46"/>
                <a:gd name="T5" fmla="*/ 1 h 35"/>
                <a:gd name="T6" fmla="*/ 0 w 46"/>
                <a:gd name="T7" fmla="*/ 1 h 35"/>
                <a:gd name="T8" fmla="*/ 2 w 46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35"/>
                <a:gd name="T17" fmla="*/ 46 w 46"/>
                <a:gd name="T18" fmla="*/ 35 h 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35">
                  <a:moveTo>
                    <a:pt x="46" y="14"/>
                  </a:moveTo>
                  <a:lnTo>
                    <a:pt x="39" y="0"/>
                  </a:lnTo>
                  <a:lnTo>
                    <a:pt x="0" y="20"/>
                  </a:lnTo>
                  <a:lnTo>
                    <a:pt x="7" y="35"/>
                  </a:lnTo>
                  <a:lnTo>
                    <a:pt x="46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5" name="Freeform 134"/>
            <p:cNvSpPr>
              <a:spLocks/>
            </p:cNvSpPr>
            <p:nvPr/>
          </p:nvSpPr>
          <p:spPr bwMode="auto">
            <a:xfrm>
              <a:off x="2691" y="1193"/>
              <a:ext cx="9" cy="7"/>
            </a:xfrm>
            <a:custGeom>
              <a:avLst/>
              <a:gdLst>
                <a:gd name="T0" fmla="*/ 2 w 47"/>
                <a:gd name="T1" fmla="*/ 1 h 36"/>
                <a:gd name="T2" fmla="*/ 1 w 47"/>
                <a:gd name="T3" fmla="*/ 0 h 36"/>
                <a:gd name="T4" fmla="*/ 0 w 47"/>
                <a:gd name="T5" fmla="*/ 1 h 36"/>
                <a:gd name="T6" fmla="*/ 0 w 47"/>
                <a:gd name="T7" fmla="*/ 1 h 36"/>
                <a:gd name="T8" fmla="*/ 2 w 47"/>
                <a:gd name="T9" fmla="*/ 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6"/>
                <a:gd name="T17" fmla="*/ 47 w 47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6">
                  <a:moveTo>
                    <a:pt x="47" y="15"/>
                  </a:moveTo>
                  <a:lnTo>
                    <a:pt x="39" y="0"/>
                  </a:lnTo>
                  <a:lnTo>
                    <a:pt x="0" y="21"/>
                  </a:lnTo>
                  <a:lnTo>
                    <a:pt x="8" y="36"/>
                  </a:lnTo>
                  <a:lnTo>
                    <a:pt x="47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6" name="Freeform 135"/>
            <p:cNvSpPr>
              <a:spLocks/>
            </p:cNvSpPr>
            <p:nvPr/>
          </p:nvSpPr>
          <p:spPr bwMode="auto">
            <a:xfrm>
              <a:off x="2837" y="1272"/>
              <a:ext cx="9" cy="7"/>
            </a:xfrm>
            <a:custGeom>
              <a:avLst/>
              <a:gdLst>
                <a:gd name="T0" fmla="*/ 1 w 47"/>
                <a:gd name="T1" fmla="*/ 0 h 39"/>
                <a:gd name="T2" fmla="*/ 0 w 47"/>
                <a:gd name="T3" fmla="*/ 1 h 39"/>
                <a:gd name="T4" fmla="*/ 0 w 47"/>
                <a:gd name="T5" fmla="*/ 1 h 39"/>
                <a:gd name="T6" fmla="*/ 2 w 47"/>
                <a:gd name="T7" fmla="*/ 1 h 39"/>
                <a:gd name="T8" fmla="*/ 1 w 47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39"/>
                <a:gd name="T17" fmla="*/ 47 w 47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39">
                  <a:moveTo>
                    <a:pt x="37" y="0"/>
                  </a:moveTo>
                  <a:lnTo>
                    <a:pt x="0" y="26"/>
                  </a:lnTo>
                  <a:lnTo>
                    <a:pt x="10" y="39"/>
                  </a:lnTo>
                  <a:lnTo>
                    <a:pt x="47" y="1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7" name="Freeform 136"/>
            <p:cNvSpPr>
              <a:spLocks/>
            </p:cNvSpPr>
            <p:nvPr/>
          </p:nvSpPr>
          <p:spPr bwMode="auto">
            <a:xfrm>
              <a:off x="2827" y="1280"/>
              <a:ext cx="9" cy="8"/>
            </a:xfrm>
            <a:custGeom>
              <a:avLst/>
              <a:gdLst>
                <a:gd name="T0" fmla="*/ 0 w 43"/>
                <a:gd name="T1" fmla="*/ 2 h 41"/>
                <a:gd name="T2" fmla="*/ 2 w 43"/>
                <a:gd name="T3" fmla="*/ 0 h 41"/>
                <a:gd name="T4" fmla="*/ 1 w 43"/>
                <a:gd name="T5" fmla="*/ 0 h 41"/>
                <a:gd name="T6" fmla="*/ 0 w 43"/>
                <a:gd name="T7" fmla="*/ 1 h 41"/>
                <a:gd name="T8" fmla="*/ 0 w 43"/>
                <a:gd name="T9" fmla="*/ 2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1"/>
                <a:gd name="T17" fmla="*/ 43 w 43"/>
                <a:gd name="T18" fmla="*/ 41 h 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1">
                  <a:moveTo>
                    <a:pt x="11" y="41"/>
                  </a:moveTo>
                  <a:lnTo>
                    <a:pt x="43" y="12"/>
                  </a:lnTo>
                  <a:lnTo>
                    <a:pt x="32" y="0"/>
                  </a:lnTo>
                  <a:lnTo>
                    <a:pt x="0" y="29"/>
                  </a:lnTo>
                  <a:lnTo>
                    <a:pt x="11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8" name="Freeform 137"/>
            <p:cNvSpPr>
              <a:spLocks/>
            </p:cNvSpPr>
            <p:nvPr/>
          </p:nvSpPr>
          <p:spPr bwMode="auto">
            <a:xfrm>
              <a:off x="2819" y="1289"/>
              <a:ext cx="8" cy="8"/>
            </a:xfrm>
            <a:custGeom>
              <a:avLst/>
              <a:gdLst>
                <a:gd name="T0" fmla="*/ 1 w 41"/>
                <a:gd name="T1" fmla="*/ 0 h 44"/>
                <a:gd name="T2" fmla="*/ 0 w 41"/>
                <a:gd name="T3" fmla="*/ 1 h 44"/>
                <a:gd name="T4" fmla="*/ 0 w 41"/>
                <a:gd name="T5" fmla="*/ 1 h 44"/>
                <a:gd name="T6" fmla="*/ 2 w 41"/>
                <a:gd name="T7" fmla="*/ 0 h 44"/>
                <a:gd name="T8" fmla="*/ 1 w 41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4"/>
                <a:gd name="T17" fmla="*/ 41 w 41"/>
                <a:gd name="T18" fmla="*/ 44 h 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4">
                  <a:moveTo>
                    <a:pt x="29" y="0"/>
                  </a:moveTo>
                  <a:lnTo>
                    <a:pt x="0" y="33"/>
                  </a:lnTo>
                  <a:lnTo>
                    <a:pt x="12" y="44"/>
                  </a:lnTo>
                  <a:lnTo>
                    <a:pt x="41" y="1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29" name="Freeform 138"/>
            <p:cNvSpPr>
              <a:spLocks/>
            </p:cNvSpPr>
            <p:nvPr/>
          </p:nvSpPr>
          <p:spPr bwMode="auto">
            <a:xfrm>
              <a:off x="2812" y="1299"/>
              <a:ext cx="7" cy="9"/>
            </a:xfrm>
            <a:custGeom>
              <a:avLst/>
              <a:gdLst>
                <a:gd name="T0" fmla="*/ 1 w 38"/>
                <a:gd name="T1" fmla="*/ 2 h 46"/>
                <a:gd name="T2" fmla="*/ 1 w 38"/>
                <a:gd name="T3" fmla="*/ 0 h 46"/>
                <a:gd name="T4" fmla="*/ 1 w 38"/>
                <a:gd name="T5" fmla="*/ 0 h 46"/>
                <a:gd name="T6" fmla="*/ 0 w 38"/>
                <a:gd name="T7" fmla="*/ 1 h 46"/>
                <a:gd name="T8" fmla="*/ 1 w 38"/>
                <a:gd name="T9" fmla="*/ 2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46"/>
                <a:gd name="T17" fmla="*/ 38 w 38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46">
                  <a:moveTo>
                    <a:pt x="14" y="46"/>
                  </a:moveTo>
                  <a:lnTo>
                    <a:pt x="38" y="9"/>
                  </a:lnTo>
                  <a:lnTo>
                    <a:pt x="25" y="0"/>
                  </a:lnTo>
                  <a:lnTo>
                    <a:pt x="0" y="36"/>
                  </a:lnTo>
                  <a:lnTo>
                    <a:pt x="14" y="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0" name="Freeform 139"/>
            <p:cNvSpPr>
              <a:spLocks/>
            </p:cNvSpPr>
            <p:nvPr/>
          </p:nvSpPr>
          <p:spPr bwMode="auto">
            <a:xfrm>
              <a:off x="2806" y="1310"/>
              <a:ext cx="7" cy="9"/>
            </a:xfrm>
            <a:custGeom>
              <a:avLst/>
              <a:gdLst>
                <a:gd name="T0" fmla="*/ 1 w 34"/>
                <a:gd name="T1" fmla="*/ 0 h 46"/>
                <a:gd name="T2" fmla="*/ 1 w 34"/>
                <a:gd name="T3" fmla="*/ 0 h 46"/>
                <a:gd name="T4" fmla="*/ 0 w 34"/>
                <a:gd name="T5" fmla="*/ 2 h 46"/>
                <a:gd name="T6" fmla="*/ 1 w 34"/>
                <a:gd name="T7" fmla="*/ 2 h 46"/>
                <a:gd name="T8" fmla="*/ 1 w 34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6"/>
                <a:gd name="T17" fmla="*/ 34 w 34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6">
                  <a:moveTo>
                    <a:pt x="34" y="7"/>
                  </a:moveTo>
                  <a:lnTo>
                    <a:pt x="19" y="0"/>
                  </a:lnTo>
                  <a:lnTo>
                    <a:pt x="0" y="39"/>
                  </a:lnTo>
                  <a:lnTo>
                    <a:pt x="14" y="46"/>
                  </a:lnTo>
                  <a:lnTo>
                    <a:pt x="34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1" name="Freeform 140"/>
            <p:cNvSpPr>
              <a:spLocks/>
            </p:cNvSpPr>
            <p:nvPr/>
          </p:nvSpPr>
          <p:spPr bwMode="auto">
            <a:xfrm>
              <a:off x="2802" y="1321"/>
              <a:ext cx="6" cy="10"/>
            </a:xfrm>
            <a:custGeom>
              <a:avLst/>
              <a:gdLst>
                <a:gd name="T0" fmla="*/ 1 w 30"/>
                <a:gd name="T1" fmla="*/ 0 h 47"/>
                <a:gd name="T2" fmla="*/ 0 w 30"/>
                <a:gd name="T3" fmla="*/ 2 h 47"/>
                <a:gd name="T4" fmla="*/ 1 w 30"/>
                <a:gd name="T5" fmla="*/ 2 h 47"/>
                <a:gd name="T6" fmla="*/ 1 w 30"/>
                <a:gd name="T7" fmla="*/ 0 h 47"/>
                <a:gd name="T8" fmla="*/ 1 w 30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47"/>
                <a:gd name="T17" fmla="*/ 30 w 30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47">
                  <a:moveTo>
                    <a:pt x="15" y="0"/>
                  </a:moveTo>
                  <a:lnTo>
                    <a:pt x="0" y="42"/>
                  </a:lnTo>
                  <a:lnTo>
                    <a:pt x="16" y="47"/>
                  </a:lnTo>
                  <a:lnTo>
                    <a:pt x="30" y="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2" name="Freeform 141"/>
            <p:cNvSpPr>
              <a:spLocks/>
            </p:cNvSpPr>
            <p:nvPr/>
          </p:nvSpPr>
          <p:spPr bwMode="auto">
            <a:xfrm>
              <a:off x="2799" y="1333"/>
              <a:ext cx="5" cy="10"/>
            </a:xfrm>
            <a:custGeom>
              <a:avLst/>
              <a:gdLst>
                <a:gd name="T0" fmla="*/ 0 w 25"/>
                <a:gd name="T1" fmla="*/ 2 h 47"/>
                <a:gd name="T2" fmla="*/ 1 w 25"/>
                <a:gd name="T3" fmla="*/ 2 h 47"/>
                <a:gd name="T4" fmla="*/ 1 w 25"/>
                <a:gd name="T5" fmla="*/ 0 h 47"/>
                <a:gd name="T6" fmla="*/ 0 w 25"/>
                <a:gd name="T7" fmla="*/ 0 h 47"/>
                <a:gd name="T8" fmla="*/ 0 w 25"/>
                <a:gd name="T9" fmla="*/ 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47"/>
                <a:gd name="T17" fmla="*/ 25 w 25"/>
                <a:gd name="T18" fmla="*/ 47 h 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47">
                  <a:moveTo>
                    <a:pt x="0" y="43"/>
                  </a:moveTo>
                  <a:lnTo>
                    <a:pt x="16" y="47"/>
                  </a:lnTo>
                  <a:lnTo>
                    <a:pt x="25" y="4"/>
                  </a:lnTo>
                  <a:lnTo>
                    <a:pt x="9" y="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3" name="Rectangle 142"/>
            <p:cNvSpPr>
              <a:spLocks noChangeArrowheads="1"/>
            </p:cNvSpPr>
            <p:nvPr/>
          </p:nvSpPr>
          <p:spPr bwMode="auto">
            <a:xfrm>
              <a:off x="2808" y="1339"/>
              <a:ext cx="12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4" name="Rectangle 143"/>
            <p:cNvSpPr>
              <a:spLocks noChangeArrowheads="1"/>
            </p:cNvSpPr>
            <p:nvPr/>
          </p:nvSpPr>
          <p:spPr bwMode="auto">
            <a:xfrm>
              <a:off x="2824" y="1339"/>
              <a:ext cx="13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5" name="Rectangle 144"/>
            <p:cNvSpPr>
              <a:spLocks noChangeArrowheads="1"/>
            </p:cNvSpPr>
            <p:nvPr/>
          </p:nvSpPr>
          <p:spPr bwMode="auto">
            <a:xfrm>
              <a:off x="2841" y="1339"/>
              <a:ext cx="12" cy="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6" name="Freeform 145"/>
            <p:cNvSpPr>
              <a:spLocks/>
            </p:cNvSpPr>
            <p:nvPr/>
          </p:nvSpPr>
          <p:spPr bwMode="auto">
            <a:xfrm>
              <a:off x="2644" y="1245"/>
              <a:ext cx="18" cy="26"/>
            </a:xfrm>
            <a:custGeom>
              <a:avLst/>
              <a:gdLst>
                <a:gd name="T0" fmla="*/ 2 w 90"/>
                <a:gd name="T1" fmla="*/ 0 h 130"/>
                <a:gd name="T2" fmla="*/ 1 w 90"/>
                <a:gd name="T3" fmla="*/ 0 h 130"/>
                <a:gd name="T4" fmla="*/ 1 w 90"/>
                <a:gd name="T5" fmla="*/ 0 h 130"/>
                <a:gd name="T6" fmla="*/ 1 w 90"/>
                <a:gd name="T7" fmla="*/ 0 h 130"/>
                <a:gd name="T8" fmla="*/ 1 w 90"/>
                <a:gd name="T9" fmla="*/ 1 h 130"/>
                <a:gd name="T10" fmla="*/ 0 w 90"/>
                <a:gd name="T11" fmla="*/ 1 h 130"/>
                <a:gd name="T12" fmla="*/ 0 w 90"/>
                <a:gd name="T13" fmla="*/ 2 h 130"/>
                <a:gd name="T14" fmla="*/ 0 w 90"/>
                <a:gd name="T15" fmla="*/ 2 h 130"/>
                <a:gd name="T16" fmla="*/ 0 w 90"/>
                <a:gd name="T17" fmla="*/ 3 h 130"/>
                <a:gd name="T18" fmla="*/ 0 w 90"/>
                <a:gd name="T19" fmla="*/ 3 h 130"/>
                <a:gd name="T20" fmla="*/ 0 w 90"/>
                <a:gd name="T21" fmla="*/ 4 h 130"/>
                <a:gd name="T22" fmla="*/ 0 w 90"/>
                <a:gd name="T23" fmla="*/ 4 h 130"/>
                <a:gd name="T24" fmla="*/ 1 w 90"/>
                <a:gd name="T25" fmla="*/ 4 h 130"/>
                <a:gd name="T26" fmla="*/ 1 w 90"/>
                <a:gd name="T27" fmla="*/ 5 h 130"/>
                <a:gd name="T28" fmla="*/ 1 w 90"/>
                <a:gd name="T29" fmla="*/ 5 h 130"/>
                <a:gd name="T30" fmla="*/ 1 w 90"/>
                <a:gd name="T31" fmla="*/ 5 h 130"/>
                <a:gd name="T32" fmla="*/ 2 w 90"/>
                <a:gd name="T33" fmla="*/ 5 h 130"/>
                <a:gd name="T34" fmla="*/ 2 w 90"/>
                <a:gd name="T35" fmla="*/ 5 h 130"/>
                <a:gd name="T36" fmla="*/ 3 w 90"/>
                <a:gd name="T37" fmla="*/ 5 h 130"/>
                <a:gd name="T38" fmla="*/ 3 w 90"/>
                <a:gd name="T39" fmla="*/ 5 h 130"/>
                <a:gd name="T40" fmla="*/ 3 w 90"/>
                <a:gd name="T41" fmla="*/ 4 h 130"/>
                <a:gd name="T42" fmla="*/ 3 w 90"/>
                <a:gd name="T43" fmla="*/ 4 h 130"/>
                <a:gd name="T44" fmla="*/ 3 w 90"/>
                <a:gd name="T45" fmla="*/ 4 h 130"/>
                <a:gd name="T46" fmla="*/ 4 w 90"/>
                <a:gd name="T47" fmla="*/ 3 h 130"/>
                <a:gd name="T48" fmla="*/ 4 w 90"/>
                <a:gd name="T49" fmla="*/ 3 h 130"/>
                <a:gd name="T50" fmla="*/ 4 w 90"/>
                <a:gd name="T51" fmla="*/ 2 h 130"/>
                <a:gd name="T52" fmla="*/ 3 w 90"/>
                <a:gd name="T53" fmla="*/ 2 h 130"/>
                <a:gd name="T54" fmla="*/ 3 w 90"/>
                <a:gd name="T55" fmla="*/ 1 h 130"/>
                <a:gd name="T56" fmla="*/ 3 w 90"/>
                <a:gd name="T57" fmla="*/ 1 h 130"/>
                <a:gd name="T58" fmla="*/ 3 w 90"/>
                <a:gd name="T59" fmla="*/ 0 h 130"/>
                <a:gd name="T60" fmla="*/ 3 w 90"/>
                <a:gd name="T61" fmla="*/ 0 h 130"/>
                <a:gd name="T62" fmla="*/ 2 w 90"/>
                <a:gd name="T63" fmla="*/ 0 h 130"/>
                <a:gd name="T64" fmla="*/ 2 w 90"/>
                <a:gd name="T65" fmla="*/ 0 h 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0"/>
                <a:gd name="T100" fmla="*/ 0 h 130"/>
                <a:gd name="T101" fmla="*/ 90 w 90"/>
                <a:gd name="T102" fmla="*/ 130 h 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0" h="130">
                  <a:moveTo>
                    <a:pt x="45" y="0"/>
                  </a:moveTo>
                  <a:lnTo>
                    <a:pt x="36" y="1"/>
                  </a:lnTo>
                  <a:lnTo>
                    <a:pt x="27" y="5"/>
                  </a:lnTo>
                  <a:lnTo>
                    <a:pt x="20" y="11"/>
                  </a:lnTo>
                  <a:lnTo>
                    <a:pt x="13" y="19"/>
                  </a:lnTo>
                  <a:lnTo>
                    <a:pt x="8" y="29"/>
                  </a:lnTo>
                  <a:lnTo>
                    <a:pt x="4" y="40"/>
                  </a:lnTo>
                  <a:lnTo>
                    <a:pt x="1" y="52"/>
                  </a:lnTo>
                  <a:lnTo>
                    <a:pt x="0" y="65"/>
                  </a:lnTo>
                  <a:lnTo>
                    <a:pt x="1" y="78"/>
                  </a:lnTo>
                  <a:lnTo>
                    <a:pt x="4" y="90"/>
                  </a:lnTo>
                  <a:lnTo>
                    <a:pt x="8" y="101"/>
                  </a:lnTo>
                  <a:lnTo>
                    <a:pt x="13" y="111"/>
                  </a:lnTo>
                  <a:lnTo>
                    <a:pt x="20" y="119"/>
                  </a:lnTo>
                  <a:lnTo>
                    <a:pt x="27" y="125"/>
                  </a:lnTo>
                  <a:lnTo>
                    <a:pt x="36" y="129"/>
                  </a:lnTo>
                  <a:lnTo>
                    <a:pt x="45" y="130"/>
                  </a:lnTo>
                  <a:lnTo>
                    <a:pt x="54" y="129"/>
                  </a:lnTo>
                  <a:lnTo>
                    <a:pt x="63" y="125"/>
                  </a:lnTo>
                  <a:lnTo>
                    <a:pt x="70" y="119"/>
                  </a:lnTo>
                  <a:lnTo>
                    <a:pt x="77" y="111"/>
                  </a:lnTo>
                  <a:lnTo>
                    <a:pt x="82" y="101"/>
                  </a:lnTo>
                  <a:lnTo>
                    <a:pt x="86" y="90"/>
                  </a:lnTo>
                  <a:lnTo>
                    <a:pt x="89" y="78"/>
                  </a:lnTo>
                  <a:lnTo>
                    <a:pt x="90" y="65"/>
                  </a:lnTo>
                  <a:lnTo>
                    <a:pt x="89" y="52"/>
                  </a:lnTo>
                  <a:lnTo>
                    <a:pt x="86" y="40"/>
                  </a:lnTo>
                  <a:lnTo>
                    <a:pt x="82" y="29"/>
                  </a:lnTo>
                  <a:lnTo>
                    <a:pt x="77" y="19"/>
                  </a:lnTo>
                  <a:lnTo>
                    <a:pt x="70" y="11"/>
                  </a:lnTo>
                  <a:lnTo>
                    <a:pt x="63" y="5"/>
                  </a:lnTo>
                  <a:lnTo>
                    <a:pt x="54" y="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7" name="Freeform 146"/>
            <p:cNvSpPr>
              <a:spLocks/>
            </p:cNvSpPr>
            <p:nvPr/>
          </p:nvSpPr>
          <p:spPr bwMode="auto">
            <a:xfrm>
              <a:off x="2852" y="1147"/>
              <a:ext cx="73" cy="54"/>
            </a:xfrm>
            <a:custGeom>
              <a:avLst/>
              <a:gdLst>
                <a:gd name="T0" fmla="*/ 15 w 366"/>
                <a:gd name="T1" fmla="*/ 3 h 270"/>
                <a:gd name="T2" fmla="*/ 13 w 366"/>
                <a:gd name="T3" fmla="*/ 0 h 270"/>
                <a:gd name="T4" fmla="*/ 8 w 366"/>
                <a:gd name="T5" fmla="*/ 3 h 270"/>
                <a:gd name="T6" fmla="*/ 7 w 366"/>
                <a:gd name="T7" fmla="*/ 1 h 270"/>
                <a:gd name="T8" fmla="*/ 0 w 366"/>
                <a:gd name="T9" fmla="*/ 11 h 270"/>
                <a:gd name="T10" fmla="*/ 11 w 366"/>
                <a:gd name="T11" fmla="*/ 8 h 270"/>
                <a:gd name="T12" fmla="*/ 10 w 366"/>
                <a:gd name="T13" fmla="*/ 6 h 270"/>
                <a:gd name="T14" fmla="*/ 15 w 366"/>
                <a:gd name="T15" fmla="*/ 3 h 2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66"/>
                <a:gd name="T25" fmla="*/ 0 h 270"/>
                <a:gd name="T26" fmla="*/ 366 w 366"/>
                <a:gd name="T27" fmla="*/ 270 h 2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66" h="270">
                  <a:moveTo>
                    <a:pt x="366" y="76"/>
                  </a:moveTo>
                  <a:lnTo>
                    <a:pt x="316" y="0"/>
                  </a:lnTo>
                  <a:lnTo>
                    <a:pt x="192" y="77"/>
                  </a:lnTo>
                  <a:lnTo>
                    <a:pt x="163" y="37"/>
                  </a:lnTo>
                  <a:lnTo>
                    <a:pt x="0" y="270"/>
                  </a:lnTo>
                  <a:lnTo>
                    <a:pt x="281" y="197"/>
                  </a:lnTo>
                  <a:lnTo>
                    <a:pt x="252" y="158"/>
                  </a:lnTo>
                  <a:lnTo>
                    <a:pt x="366" y="7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8" name="Freeform 147"/>
            <p:cNvSpPr>
              <a:spLocks/>
            </p:cNvSpPr>
            <p:nvPr/>
          </p:nvSpPr>
          <p:spPr bwMode="auto">
            <a:xfrm>
              <a:off x="2619" y="1144"/>
              <a:ext cx="79" cy="41"/>
            </a:xfrm>
            <a:custGeom>
              <a:avLst/>
              <a:gdLst>
                <a:gd name="T0" fmla="*/ 2 w 397"/>
                <a:gd name="T1" fmla="*/ 0 h 208"/>
                <a:gd name="T2" fmla="*/ 0 w 397"/>
                <a:gd name="T3" fmla="*/ 3 h 208"/>
                <a:gd name="T4" fmla="*/ 5 w 397"/>
                <a:gd name="T5" fmla="*/ 6 h 208"/>
                <a:gd name="T6" fmla="*/ 4 w 397"/>
                <a:gd name="T7" fmla="*/ 7 h 208"/>
                <a:gd name="T8" fmla="*/ 16 w 397"/>
                <a:gd name="T9" fmla="*/ 8 h 208"/>
                <a:gd name="T10" fmla="*/ 7 w 397"/>
                <a:gd name="T11" fmla="*/ 0 h 208"/>
                <a:gd name="T12" fmla="*/ 7 w 397"/>
                <a:gd name="T13" fmla="*/ 2 h 208"/>
                <a:gd name="T14" fmla="*/ 2 w 397"/>
                <a:gd name="T15" fmla="*/ 0 h 2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7"/>
                <a:gd name="T25" fmla="*/ 0 h 208"/>
                <a:gd name="T26" fmla="*/ 397 w 397"/>
                <a:gd name="T27" fmla="*/ 208 h 20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7" h="208">
                  <a:moveTo>
                    <a:pt x="38" y="0"/>
                  </a:moveTo>
                  <a:lnTo>
                    <a:pt x="0" y="83"/>
                  </a:lnTo>
                  <a:lnTo>
                    <a:pt x="131" y="148"/>
                  </a:lnTo>
                  <a:lnTo>
                    <a:pt x="113" y="194"/>
                  </a:lnTo>
                  <a:lnTo>
                    <a:pt x="397" y="208"/>
                  </a:lnTo>
                  <a:lnTo>
                    <a:pt x="185" y="8"/>
                  </a:lnTo>
                  <a:lnTo>
                    <a:pt x="168" y="53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39" name="Freeform 148"/>
            <p:cNvSpPr>
              <a:spLocks/>
            </p:cNvSpPr>
            <p:nvPr/>
          </p:nvSpPr>
          <p:spPr bwMode="auto">
            <a:xfrm>
              <a:off x="2847" y="1322"/>
              <a:ext cx="46" cy="78"/>
            </a:xfrm>
            <a:custGeom>
              <a:avLst/>
              <a:gdLst>
                <a:gd name="T0" fmla="*/ 6 w 227"/>
                <a:gd name="T1" fmla="*/ 16 h 387"/>
                <a:gd name="T2" fmla="*/ 9 w 227"/>
                <a:gd name="T3" fmla="*/ 14 h 387"/>
                <a:gd name="T4" fmla="*/ 7 w 227"/>
                <a:gd name="T5" fmla="*/ 9 h 387"/>
                <a:gd name="T6" fmla="*/ 9 w 227"/>
                <a:gd name="T7" fmla="*/ 8 h 387"/>
                <a:gd name="T8" fmla="*/ 0 w 227"/>
                <a:gd name="T9" fmla="*/ 0 h 387"/>
                <a:gd name="T10" fmla="*/ 1 w 227"/>
                <a:gd name="T11" fmla="*/ 12 h 387"/>
                <a:gd name="T12" fmla="*/ 3 w 227"/>
                <a:gd name="T13" fmla="*/ 11 h 387"/>
                <a:gd name="T14" fmla="*/ 6 w 227"/>
                <a:gd name="T15" fmla="*/ 16 h 3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7"/>
                <a:gd name="T25" fmla="*/ 0 h 387"/>
                <a:gd name="T26" fmla="*/ 227 w 227"/>
                <a:gd name="T27" fmla="*/ 387 h 3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7" h="387">
                  <a:moveTo>
                    <a:pt x="146" y="387"/>
                  </a:moveTo>
                  <a:lnTo>
                    <a:pt x="227" y="348"/>
                  </a:lnTo>
                  <a:lnTo>
                    <a:pt x="167" y="214"/>
                  </a:lnTo>
                  <a:lnTo>
                    <a:pt x="210" y="190"/>
                  </a:lnTo>
                  <a:lnTo>
                    <a:pt x="0" y="0"/>
                  </a:lnTo>
                  <a:lnTo>
                    <a:pt x="37" y="288"/>
                  </a:lnTo>
                  <a:lnTo>
                    <a:pt x="79" y="263"/>
                  </a:lnTo>
                  <a:lnTo>
                    <a:pt x="146" y="3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240" name="Freeform 149"/>
            <p:cNvSpPr>
              <a:spLocks/>
            </p:cNvSpPr>
            <p:nvPr/>
          </p:nvSpPr>
          <p:spPr bwMode="auto">
            <a:xfrm>
              <a:off x="2690" y="1384"/>
              <a:ext cx="52" cy="25"/>
            </a:xfrm>
            <a:custGeom>
              <a:avLst/>
              <a:gdLst>
                <a:gd name="T0" fmla="*/ 0 w 262"/>
                <a:gd name="T1" fmla="*/ 0 h 124"/>
                <a:gd name="T2" fmla="*/ 0 w 262"/>
                <a:gd name="T3" fmla="*/ 0 h 124"/>
                <a:gd name="T4" fmla="*/ 0 w 262"/>
                <a:gd name="T5" fmla="*/ 1 h 124"/>
                <a:gd name="T6" fmla="*/ 1 w 262"/>
                <a:gd name="T7" fmla="*/ 1 h 124"/>
                <a:gd name="T8" fmla="*/ 1 w 262"/>
                <a:gd name="T9" fmla="*/ 1 h 124"/>
                <a:gd name="T10" fmla="*/ 2 w 262"/>
                <a:gd name="T11" fmla="*/ 2 h 124"/>
                <a:gd name="T12" fmla="*/ 3 w 262"/>
                <a:gd name="T13" fmla="*/ 2 h 124"/>
                <a:gd name="T14" fmla="*/ 4 w 262"/>
                <a:gd name="T15" fmla="*/ 2 h 124"/>
                <a:gd name="T16" fmla="*/ 5 w 262"/>
                <a:gd name="T17" fmla="*/ 2 h 124"/>
                <a:gd name="T18" fmla="*/ 6 w 262"/>
                <a:gd name="T19" fmla="*/ 2 h 124"/>
                <a:gd name="T20" fmla="*/ 7 w 262"/>
                <a:gd name="T21" fmla="*/ 2 h 124"/>
                <a:gd name="T22" fmla="*/ 8 w 262"/>
                <a:gd name="T23" fmla="*/ 1 h 124"/>
                <a:gd name="T24" fmla="*/ 9 w 262"/>
                <a:gd name="T25" fmla="*/ 1 h 124"/>
                <a:gd name="T26" fmla="*/ 9 w 262"/>
                <a:gd name="T27" fmla="*/ 1 h 124"/>
                <a:gd name="T28" fmla="*/ 10 w 262"/>
                <a:gd name="T29" fmla="*/ 0 h 124"/>
                <a:gd name="T30" fmla="*/ 10 w 262"/>
                <a:gd name="T31" fmla="*/ 0 h 124"/>
                <a:gd name="T32" fmla="*/ 10 w 262"/>
                <a:gd name="T33" fmla="*/ 0 h 124"/>
                <a:gd name="T34" fmla="*/ 10 w 262"/>
                <a:gd name="T35" fmla="*/ 0 h 124"/>
                <a:gd name="T36" fmla="*/ 10 w 262"/>
                <a:gd name="T37" fmla="*/ 1 h 124"/>
                <a:gd name="T38" fmla="*/ 9 w 262"/>
                <a:gd name="T39" fmla="*/ 2 h 124"/>
                <a:gd name="T40" fmla="*/ 9 w 262"/>
                <a:gd name="T41" fmla="*/ 3 h 124"/>
                <a:gd name="T42" fmla="*/ 8 w 262"/>
                <a:gd name="T43" fmla="*/ 4 h 124"/>
                <a:gd name="T44" fmla="*/ 7 w 262"/>
                <a:gd name="T45" fmla="*/ 4 h 124"/>
                <a:gd name="T46" fmla="*/ 6 w 262"/>
                <a:gd name="T47" fmla="*/ 5 h 124"/>
                <a:gd name="T48" fmla="*/ 5 w 262"/>
                <a:gd name="T49" fmla="*/ 5 h 124"/>
                <a:gd name="T50" fmla="*/ 3 w 262"/>
                <a:gd name="T51" fmla="*/ 5 h 124"/>
                <a:gd name="T52" fmla="*/ 2 w 262"/>
                <a:gd name="T53" fmla="*/ 4 h 124"/>
                <a:gd name="T54" fmla="*/ 2 w 262"/>
                <a:gd name="T55" fmla="*/ 3 h 124"/>
                <a:gd name="T56" fmla="*/ 1 w 262"/>
                <a:gd name="T57" fmla="*/ 2 h 124"/>
                <a:gd name="T58" fmla="*/ 1 w 262"/>
                <a:gd name="T59" fmla="*/ 2 h 124"/>
                <a:gd name="T60" fmla="*/ 0 w 262"/>
                <a:gd name="T61" fmla="*/ 1 h 124"/>
                <a:gd name="T62" fmla="*/ 0 w 262"/>
                <a:gd name="T63" fmla="*/ 1 h 124"/>
                <a:gd name="T64" fmla="*/ 0 w 262"/>
                <a:gd name="T65" fmla="*/ 0 h 1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62"/>
                <a:gd name="T100" fmla="*/ 0 h 124"/>
                <a:gd name="T101" fmla="*/ 262 w 262"/>
                <a:gd name="T102" fmla="*/ 124 h 12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62" h="124">
                  <a:moveTo>
                    <a:pt x="0" y="9"/>
                  </a:moveTo>
                  <a:lnTo>
                    <a:pt x="2" y="11"/>
                  </a:lnTo>
                  <a:lnTo>
                    <a:pt x="8" y="17"/>
                  </a:lnTo>
                  <a:lnTo>
                    <a:pt x="17" y="25"/>
                  </a:lnTo>
                  <a:lnTo>
                    <a:pt x="30" y="33"/>
                  </a:lnTo>
                  <a:lnTo>
                    <a:pt x="47" y="42"/>
                  </a:lnTo>
                  <a:lnTo>
                    <a:pt x="66" y="49"/>
                  </a:lnTo>
                  <a:lnTo>
                    <a:pt x="89" y="54"/>
                  </a:lnTo>
                  <a:lnTo>
                    <a:pt x="115" y="55"/>
                  </a:lnTo>
                  <a:lnTo>
                    <a:pt x="142" y="51"/>
                  </a:lnTo>
                  <a:lnTo>
                    <a:pt x="169" y="44"/>
                  </a:lnTo>
                  <a:lnTo>
                    <a:pt x="194" y="35"/>
                  </a:lnTo>
                  <a:lnTo>
                    <a:pt x="216" y="26"/>
                  </a:lnTo>
                  <a:lnTo>
                    <a:pt x="235" y="16"/>
                  </a:lnTo>
                  <a:lnTo>
                    <a:pt x="249" y="8"/>
                  </a:lnTo>
                  <a:lnTo>
                    <a:pt x="259" y="2"/>
                  </a:lnTo>
                  <a:lnTo>
                    <a:pt x="262" y="0"/>
                  </a:lnTo>
                  <a:lnTo>
                    <a:pt x="259" y="6"/>
                  </a:lnTo>
                  <a:lnTo>
                    <a:pt x="251" y="21"/>
                  </a:lnTo>
                  <a:lnTo>
                    <a:pt x="238" y="43"/>
                  </a:lnTo>
                  <a:lnTo>
                    <a:pt x="221" y="67"/>
                  </a:lnTo>
                  <a:lnTo>
                    <a:pt x="200" y="90"/>
                  </a:lnTo>
                  <a:lnTo>
                    <a:pt x="175" y="110"/>
                  </a:lnTo>
                  <a:lnTo>
                    <a:pt x="146" y="122"/>
                  </a:lnTo>
                  <a:lnTo>
                    <a:pt x="115" y="124"/>
                  </a:lnTo>
                  <a:lnTo>
                    <a:pt x="85" y="115"/>
                  </a:lnTo>
                  <a:lnTo>
                    <a:pt x="60" y="100"/>
                  </a:lnTo>
                  <a:lnTo>
                    <a:pt x="40" y="81"/>
                  </a:lnTo>
                  <a:lnTo>
                    <a:pt x="25" y="61"/>
                  </a:lnTo>
                  <a:lnTo>
                    <a:pt x="13" y="42"/>
                  </a:lnTo>
                  <a:lnTo>
                    <a:pt x="6" y="25"/>
                  </a:lnTo>
                  <a:lnTo>
                    <a:pt x="1" y="13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  <p:cxnSp>
        <p:nvCxnSpPr>
          <p:cNvPr id="241" name="AutoShape 150"/>
          <p:cNvCxnSpPr>
            <a:cxnSpLocks noChangeShapeType="1"/>
            <a:stCxn id="166" idx="2"/>
            <a:endCxn id="164" idx="0"/>
          </p:cNvCxnSpPr>
          <p:nvPr/>
        </p:nvCxnSpPr>
        <p:spPr bwMode="auto">
          <a:xfrm rot="5400000">
            <a:off x="1944688" y="1447800"/>
            <a:ext cx="285750" cy="0"/>
          </a:xfrm>
          <a:prstGeom prst="straightConnector1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</p:spPr>
      </p:cxnSp>
      <p:cxnSp>
        <p:nvCxnSpPr>
          <p:cNvPr id="242" name="AutoShape 151"/>
          <p:cNvCxnSpPr>
            <a:cxnSpLocks noChangeShapeType="1"/>
            <a:stCxn id="166" idx="2"/>
            <a:endCxn id="165" idx="0"/>
          </p:cNvCxnSpPr>
          <p:nvPr/>
        </p:nvCxnSpPr>
        <p:spPr bwMode="auto">
          <a:xfrm rot="16200000" flipH="1">
            <a:off x="2616200" y="774700"/>
            <a:ext cx="285750" cy="1346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cxnSp>
        <p:nvCxnSpPr>
          <p:cNvPr id="243" name="AutoShape 152"/>
          <p:cNvCxnSpPr>
            <a:cxnSpLocks noChangeShapeType="1"/>
            <a:stCxn id="164" idx="2"/>
            <a:endCxn id="161" idx="0"/>
          </p:cNvCxnSpPr>
          <p:nvPr/>
        </p:nvCxnSpPr>
        <p:spPr bwMode="auto">
          <a:xfrm rot="5400000">
            <a:off x="1697038" y="1966913"/>
            <a:ext cx="331787" cy="4460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cxnSp>
        <p:nvCxnSpPr>
          <p:cNvPr id="244" name="AutoShape 153"/>
          <p:cNvCxnSpPr>
            <a:cxnSpLocks noChangeShapeType="1"/>
            <a:stCxn id="164" idx="2"/>
            <a:endCxn id="162" idx="0"/>
          </p:cNvCxnSpPr>
          <p:nvPr/>
        </p:nvCxnSpPr>
        <p:spPr bwMode="auto">
          <a:xfrm rot="16200000" flipH="1">
            <a:off x="2163763" y="1946275"/>
            <a:ext cx="331787" cy="4873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cxnSp>
        <p:nvCxnSpPr>
          <p:cNvPr id="245" name="AutoShape 154"/>
          <p:cNvCxnSpPr>
            <a:cxnSpLocks noChangeShapeType="1"/>
            <a:stCxn id="165" idx="2"/>
            <a:endCxn id="163" idx="0"/>
          </p:cNvCxnSpPr>
          <p:nvPr/>
        </p:nvCxnSpPr>
        <p:spPr bwMode="auto">
          <a:xfrm rot="5400000">
            <a:off x="3265488" y="2189163"/>
            <a:ext cx="331787" cy="15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246" name="Rectangle 155"/>
          <p:cNvSpPr>
            <a:spLocks noChangeArrowheads="1"/>
          </p:cNvSpPr>
          <p:nvPr/>
        </p:nvSpPr>
        <p:spPr bwMode="auto">
          <a:xfrm>
            <a:off x="422275" y="2355850"/>
            <a:ext cx="719138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247" name="Rectangle 156"/>
          <p:cNvSpPr>
            <a:spLocks noChangeArrowheads="1"/>
          </p:cNvSpPr>
          <p:nvPr/>
        </p:nvSpPr>
        <p:spPr bwMode="auto">
          <a:xfrm>
            <a:off x="423863" y="1590675"/>
            <a:ext cx="719137" cy="433388"/>
          </a:xfrm>
          <a:prstGeom prst="rect">
            <a:avLst/>
          </a:prstGeom>
          <a:solidFill>
            <a:srgbClr val="E7FFFF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cxnSp>
        <p:nvCxnSpPr>
          <p:cNvPr id="248" name="AutoShape 157"/>
          <p:cNvCxnSpPr>
            <a:cxnSpLocks noChangeShapeType="1"/>
            <a:stCxn id="247" idx="2"/>
            <a:endCxn id="246" idx="0"/>
          </p:cNvCxnSpPr>
          <p:nvPr/>
        </p:nvCxnSpPr>
        <p:spPr bwMode="auto">
          <a:xfrm rot="5400000">
            <a:off x="615950" y="2189163"/>
            <a:ext cx="331787" cy="1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cxnSp>
        <p:nvCxnSpPr>
          <p:cNvPr id="249" name="AutoShape 158"/>
          <p:cNvCxnSpPr>
            <a:cxnSpLocks noChangeShapeType="1"/>
            <a:stCxn id="166" idx="2"/>
            <a:endCxn id="247" idx="0"/>
          </p:cNvCxnSpPr>
          <p:nvPr/>
        </p:nvCxnSpPr>
        <p:spPr bwMode="auto">
          <a:xfrm rot="5400000">
            <a:off x="1291432" y="796131"/>
            <a:ext cx="285750" cy="13033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0000"/>
            </a:solidFill>
            <a:miter lim="800000"/>
            <a:headEnd/>
            <a:tailEnd type="triangle" w="med" len="med"/>
          </a:ln>
        </p:spPr>
      </p:cxnSp>
      <p:sp>
        <p:nvSpPr>
          <p:cNvPr id="250" name="Text Box 159"/>
          <p:cNvSpPr txBox="1">
            <a:spLocks noChangeArrowheads="1"/>
          </p:cNvSpPr>
          <p:nvPr/>
        </p:nvSpPr>
        <p:spPr bwMode="auto">
          <a:xfrm>
            <a:off x="409575" y="4922838"/>
            <a:ext cx="21812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MX" b="1"/>
              <a:t>Construcción de OBREROS</a:t>
            </a:r>
          </a:p>
          <a:p>
            <a:pPr algn="ctr"/>
            <a:endParaRPr lang="es-MX" sz="1000" b="1"/>
          </a:p>
          <a:p>
            <a:pPr algn="ctr"/>
            <a:r>
              <a:rPr lang="es-MX" sz="1400"/>
              <a:t>“Los que hacen la obra”</a:t>
            </a:r>
            <a:endParaRPr lang="es-ES" sz="1400"/>
          </a:p>
        </p:txBody>
      </p:sp>
      <p:sp>
        <p:nvSpPr>
          <p:cNvPr id="251" name="Text Box 160"/>
          <p:cNvSpPr txBox="1">
            <a:spLocks noChangeArrowheads="1"/>
          </p:cNvSpPr>
          <p:nvPr/>
        </p:nvSpPr>
        <p:spPr bwMode="auto">
          <a:xfrm>
            <a:off x="2517775" y="720725"/>
            <a:ext cx="126840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MX" b="1" dirty="0"/>
              <a:t>“Patrón”</a:t>
            </a:r>
            <a:endParaRPr lang="es-ES" sz="1400" dirty="0"/>
          </a:p>
        </p:txBody>
      </p:sp>
      <p:sp>
        <p:nvSpPr>
          <p:cNvPr id="253" name="AutoShape 162"/>
          <p:cNvSpPr>
            <a:spLocks noChangeAspect="1" noChangeArrowheads="1" noTextEdit="1"/>
          </p:cNvSpPr>
          <p:nvPr/>
        </p:nvSpPr>
        <p:spPr bwMode="auto">
          <a:xfrm>
            <a:off x="3744913" y="4113213"/>
            <a:ext cx="1077912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853" name="Text Box 762"/>
          <p:cNvSpPr txBox="1">
            <a:spLocks noChangeArrowheads="1"/>
          </p:cNvSpPr>
          <p:nvPr/>
        </p:nvSpPr>
        <p:spPr bwMode="auto">
          <a:xfrm>
            <a:off x="1292225" y="2427288"/>
            <a:ext cx="7080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s-MX" sz="1200" b="1">
                <a:solidFill>
                  <a:schemeClr val="bg1"/>
                </a:solidFill>
              </a:rPr>
              <a:t>TAREA</a:t>
            </a:r>
            <a:endParaRPr lang="es-ES" sz="1200" b="1">
              <a:solidFill>
                <a:schemeClr val="bg1"/>
              </a:solidFill>
            </a:endParaRPr>
          </a:p>
        </p:txBody>
      </p:sp>
      <p:sp>
        <p:nvSpPr>
          <p:cNvPr id="854" name="Oval 763"/>
          <p:cNvSpPr>
            <a:spLocks noChangeArrowheads="1"/>
          </p:cNvSpPr>
          <p:nvPr/>
        </p:nvSpPr>
        <p:spPr bwMode="auto">
          <a:xfrm>
            <a:off x="1062038" y="2068513"/>
            <a:ext cx="1152525" cy="1008062"/>
          </a:xfrm>
          <a:prstGeom prst="ellipse">
            <a:avLst/>
          </a:pr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855" name="Text Box 764"/>
          <p:cNvSpPr txBox="1">
            <a:spLocks noChangeArrowheads="1"/>
          </p:cNvSpPr>
          <p:nvPr/>
        </p:nvSpPr>
        <p:spPr bwMode="auto">
          <a:xfrm>
            <a:off x="2590800" y="2917825"/>
            <a:ext cx="1439863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MX" sz="1400" b="1" dirty="0"/>
              <a:t>Descripción del CARGO</a:t>
            </a:r>
            <a:endParaRPr lang="es-ES" sz="1400" b="1" dirty="0"/>
          </a:p>
        </p:txBody>
      </p:sp>
      <p:sp>
        <p:nvSpPr>
          <p:cNvPr id="856" name="Freeform 765"/>
          <p:cNvSpPr>
            <a:spLocks/>
          </p:cNvSpPr>
          <p:nvPr/>
        </p:nvSpPr>
        <p:spPr bwMode="auto">
          <a:xfrm>
            <a:off x="2214563" y="2716213"/>
            <a:ext cx="303212" cy="792162"/>
          </a:xfrm>
          <a:custGeom>
            <a:avLst/>
            <a:gdLst>
              <a:gd name="T0" fmla="*/ 0 w 363"/>
              <a:gd name="T1" fmla="*/ 0 h 499"/>
              <a:gd name="T2" fmla="*/ 94889480 w 363"/>
              <a:gd name="T3" fmla="*/ 229333323 h 499"/>
              <a:gd name="T4" fmla="*/ 253271416 w 363"/>
              <a:gd name="T5" fmla="*/ 229333323 h 499"/>
              <a:gd name="T6" fmla="*/ 253271416 w 363"/>
              <a:gd name="T7" fmla="*/ 1257556470 h 499"/>
              <a:gd name="T8" fmla="*/ 0 60000 65536"/>
              <a:gd name="T9" fmla="*/ 0 60000 65536"/>
              <a:gd name="T10" fmla="*/ 0 60000 65536"/>
              <a:gd name="T11" fmla="*/ 0 60000 65536"/>
              <a:gd name="T12" fmla="*/ 0 w 363"/>
              <a:gd name="T13" fmla="*/ 0 h 499"/>
              <a:gd name="T14" fmla="*/ 363 w 363"/>
              <a:gd name="T15" fmla="*/ 499 h 49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3" h="499">
                <a:moveTo>
                  <a:pt x="0" y="0"/>
                </a:moveTo>
                <a:lnTo>
                  <a:pt x="136" y="91"/>
                </a:lnTo>
                <a:lnTo>
                  <a:pt x="363" y="91"/>
                </a:lnTo>
                <a:lnTo>
                  <a:pt x="363" y="499"/>
                </a:lnTo>
              </a:path>
            </a:pathLst>
          </a:custGeom>
          <a:noFill/>
          <a:ln w="9525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s-CO"/>
          </a:p>
        </p:txBody>
      </p:sp>
      <p:sp>
        <p:nvSpPr>
          <p:cNvPr id="857" name="Rectangle 766"/>
          <p:cNvSpPr>
            <a:spLocks noChangeArrowheads="1"/>
          </p:cNvSpPr>
          <p:nvPr/>
        </p:nvSpPr>
        <p:spPr bwMode="auto">
          <a:xfrm>
            <a:off x="2590800" y="2932113"/>
            <a:ext cx="1150938" cy="50323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s-CO"/>
          </a:p>
        </p:txBody>
      </p:sp>
      <p:sp>
        <p:nvSpPr>
          <p:cNvPr id="860" name="859 Rectángulo"/>
          <p:cNvSpPr/>
          <p:nvPr/>
        </p:nvSpPr>
        <p:spPr>
          <a:xfrm>
            <a:off x="5500694" y="3143248"/>
            <a:ext cx="2714644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poder</a:t>
            </a:r>
            <a:endParaRPr lang="es-ES" sz="4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000" dirty="0" smtClean="0">
                <a:solidFill>
                  <a:srgbClr val="FF0000"/>
                </a:solidFill>
              </a:rPr>
              <a:t>2. </a:t>
            </a:r>
            <a:r>
              <a:rPr lang="es-ES" sz="4000" b="1" dirty="0" smtClean="0">
                <a:solidFill>
                  <a:srgbClr val="FF0000"/>
                </a:solidFill>
              </a:rPr>
              <a:t>ASOCIACION</a:t>
            </a:r>
            <a:br>
              <a:rPr lang="es-ES" sz="4000" b="1" dirty="0" smtClean="0">
                <a:solidFill>
                  <a:srgbClr val="FF0000"/>
                </a:solidFill>
              </a:rPr>
            </a:br>
            <a:endParaRPr lang="es-ES" sz="4000" b="1" dirty="0">
              <a:solidFill>
                <a:srgbClr val="FF0000"/>
              </a:solidFill>
            </a:endParaRP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endParaRPr lang="es-ES" sz="2000" dirty="0" smtClean="0"/>
          </a:p>
          <a:p>
            <a:pPr>
              <a:buNone/>
            </a:pPr>
            <a:r>
              <a:rPr lang="es-ES" sz="2000" dirty="0" smtClean="0"/>
              <a:t>                                            AGENTES </a:t>
            </a:r>
          </a:p>
          <a:p>
            <a:pPr>
              <a:buNone/>
            </a:pPr>
            <a:r>
              <a:rPr lang="es-ES" sz="2000" dirty="0" smtClean="0"/>
              <a:t>                              DEL CUERPO SOCIAL</a:t>
            </a:r>
            <a:endParaRPr lang="es-ES" sz="2000" dirty="0"/>
          </a:p>
        </p:txBody>
      </p:sp>
      <p:graphicFrame>
        <p:nvGraphicFramePr>
          <p:cNvPr id="7" name="4 Marcador de contenido"/>
          <p:cNvGraphicFramePr>
            <a:graphicFrameLocks/>
          </p:cNvGraphicFramePr>
          <p:nvPr/>
        </p:nvGraphicFramePr>
        <p:xfrm>
          <a:off x="428596" y="1071546"/>
          <a:ext cx="7467600" cy="528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SUBORDINACION DE LOS INTERESES PARTICULARES AL INTERES GENERAL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CO" dirty="0" smtClean="0"/>
              <a:t>Este principio nos recuerda que en una empresa el interés de un agente, o de un grupo de agentes, no debe prevalecer contra el interés de la empresa.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endParaRPr lang="es-ES" sz="3200" b="1" u="sng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ES" sz="3200" b="1" u="sng" dirty="0" smtClean="0">
                <a:solidFill>
                  <a:srgbClr val="FF0000"/>
                </a:solidFill>
              </a:rPr>
              <a:t>EQUIDAD</a:t>
            </a:r>
          </a:p>
          <a:p>
            <a:r>
              <a:rPr lang="es-ES" dirty="0" smtClean="0"/>
              <a:t>Amabilidad y justicia para conseguir la lealtad del personal.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8938" y="2714625"/>
            <a:ext cx="5113337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CuadroTexto"/>
          <p:cNvSpPr txBox="1"/>
          <p:nvPr/>
        </p:nvSpPr>
        <p:spPr>
          <a:xfrm>
            <a:off x="714348" y="928670"/>
            <a:ext cx="3071833" cy="1200329"/>
          </a:xfrm>
          <a:prstGeom prst="rect">
            <a:avLst/>
          </a:prstGeom>
          <a:noFill/>
        </p:spPr>
        <p:txBody>
          <a:bodyPr>
            <a:prstTxWarp prst="textWave1">
              <a:avLst/>
            </a:prstTxWarp>
            <a:spAutoFit/>
          </a:bodyPr>
          <a:lstStyle/>
          <a:p>
            <a:pPr>
              <a:defRPr/>
            </a:pPr>
            <a:r>
              <a:rPr lang="en-US" dirty="0"/>
              <a:t>PENSAR POR SÍ MISMO…</a:t>
            </a:r>
          </a:p>
          <a:p>
            <a:pPr>
              <a:defRPr/>
            </a:pPr>
            <a:r>
              <a:rPr lang="en-US" dirty="0"/>
              <a:t>ES ALGO INADECUADO  PARA  GRAN CANTIDAD DE PERSONAS.</a:t>
            </a:r>
            <a:endParaRPr lang="es-CO" dirty="0"/>
          </a:p>
        </p:txBody>
      </p:sp>
      <p:sp>
        <p:nvSpPr>
          <p:cNvPr id="6" name="5 Forma libre"/>
          <p:cNvSpPr/>
          <p:nvPr/>
        </p:nvSpPr>
        <p:spPr>
          <a:xfrm>
            <a:off x="2501900" y="1687513"/>
            <a:ext cx="3517900" cy="1106487"/>
          </a:xfrm>
          <a:custGeom>
            <a:avLst/>
            <a:gdLst>
              <a:gd name="connsiteX0" fmla="*/ 0 w 3517900"/>
              <a:gd name="connsiteY0" fmla="*/ 357717 h 1107017"/>
              <a:gd name="connsiteX1" fmla="*/ 533400 w 3517900"/>
              <a:gd name="connsiteY1" fmla="*/ 713317 h 1107017"/>
              <a:gd name="connsiteX2" fmla="*/ 2349500 w 3517900"/>
              <a:gd name="connsiteY2" fmla="*/ 65617 h 1107017"/>
              <a:gd name="connsiteX3" fmla="*/ 3517900 w 3517900"/>
              <a:gd name="connsiteY3" fmla="*/ 1107017 h 1107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7900" h="1107017">
                <a:moveTo>
                  <a:pt x="0" y="357717"/>
                </a:moveTo>
                <a:cubicBezTo>
                  <a:pt x="70908" y="559858"/>
                  <a:pt x="141817" y="762000"/>
                  <a:pt x="533400" y="713317"/>
                </a:cubicBezTo>
                <a:cubicBezTo>
                  <a:pt x="924983" y="664634"/>
                  <a:pt x="1852083" y="0"/>
                  <a:pt x="2349500" y="65617"/>
                </a:cubicBezTo>
                <a:cubicBezTo>
                  <a:pt x="2846917" y="131234"/>
                  <a:pt x="3182408" y="619125"/>
                  <a:pt x="3517900" y="1107017"/>
                </a:cubicBezTo>
              </a:path>
            </a:pathLst>
          </a:custGeom>
          <a:ln>
            <a:solidFill>
              <a:srgbClr val="C2555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8" name="7 CuadroTexto"/>
          <p:cNvSpPr txBox="1"/>
          <p:nvPr/>
        </p:nvSpPr>
        <p:spPr>
          <a:xfrm>
            <a:off x="642910" y="3286124"/>
            <a:ext cx="1785937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“¿PIENSO?... SI QUIERE SALIR ADELANTE EN ESTA ORGANIZACIÓN HAGA LO QUE YO LE INDICO… LIMÍTESE A RESPIRAR”</a:t>
            </a:r>
            <a:endParaRPr lang="es-CO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8 Forma libre"/>
          <p:cNvSpPr/>
          <p:nvPr/>
        </p:nvSpPr>
        <p:spPr>
          <a:xfrm>
            <a:off x="1511300" y="2006600"/>
            <a:ext cx="0" cy="762000"/>
          </a:xfrm>
          <a:custGeom>
            <a:avLst/>
            <a:gdLst>
              <a:gd name="connsiteX0" fmla="*/ 0 w 0"/>
              <a:gd name="connsiteY0" fmla="*/ 0 h 762000"/>
              <a:gd name="connsiteX1" fmla="*/ 0 w 0"/>
              <a:gd name="connsiteY1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cxnSp>
        <p:nvCxnSpPr>
          <p:cNvPr id="14" name="13 Conector recto"/>
          <p:cNvCxnSpPr/>
          <p:nvPr/>
        </p:nvCxnSpPr>
        <p:spPr>
          <a:xfrm>
            <a:off x="357158" y="428604"/>
            <a:ext cx="8143932" cy="7143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 rot="5400000">
            <a:off x="6144430" y="2856702"/>
            <a:ext cx="4714908" cy="158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 rot="5400000">
            <a:off x="-2678957" y="3464719"/>
            <a:ext cx="60722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"/>
          <p:cNvSpPr/>
          <p:nvPr/>
        </p:nvSpPr>
        <p:spPr>
          <a:xfrm>
            <a:off x="3786182" y="428604"/>
            <a:ext cx="35004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u="sng" dirty="0" smtClean="0">
                <a:solidFill>
                  <a:srgbClr val="FF0000"/>
                </a:solidFill>
              </a:rPr>
              <a:t>EQUIDAD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3600" b="1" dirty="0" smtClean="0">
                <a:solidFill>
                  <a:srgbClr val="FF0000"/>
                </a:solidFill>
              </a:rPr>
              <a:t>Estabilidad del personal</a:t>
            </a:r>
            <a:endParaRPr lang="es-ES" sz="36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Tanto mas tiempo permanezca una persona  en un cargo mejor.</a:t>
            </a:r>
          </a:p>
          <a:p>
            <a:endParaRPr lang="es-ES" dirty="0" smtClean="0"/>
          </a:p>
          <a:p>
            <a:endParaRPr lang="es-ES" sz="32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ES" sz="3200" b="1" dirty="0" smtClean="0">
                <a:solidFill>
                  <a:srgbClr val="FF0000"/>
                </a:solidFill>
              </a:rPr>
              <a:t>INICIATIVA DEL PERSONAL</a:t>
            </a:r>
          </a:p>
          <a:p>
            <a:pPr>
              <a:buNone/>
            </a:pPr>
            <a:endParaRPr lang="es-ES" sz="3200" b="1" dirty="0" smtClean="0">
              <a:solidFill>
                <a:srgbClr val="FF0000"/>
              </a:solidFill>
            </a:endParaRPr>
          </a:p>
          <a:p>
            <a:r>
              <a:rPr lang="es-ES" dirty="0" smtClean="0"/>
              <a:t>Capacidad de visualizar un plan y asegurar  personalmente su éxito.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400" b="1" dirty="0" smtClean="0">
                <a:solidFill>
                  <a:srgbClr val="FF0000"/>
                </a:solidFill>
              </a:rPr>
              <a:t>UNION DEL PERSONAL</a:t>
            </a:r>
            <a:endParaRPr lang="es-ES" sz="44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“la unión hace la fuerza”</a:t>
            </a:r>
          </a:p>
          <a:p>
            <a:endParaRPr lang="es-ES" dirty="0"/>
          </a:p>
        </p:txBody>
      </p:sp>
      <p:pic>
        <p:nvPicPr>
          <p:cNvPr id="5" name="Picture 179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3000372"/>
            <a:ext cx="3786214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6000" b="1" dirty="0" smtClean="0">
                <a:solidFill>
                  <a:srgbClr val="FF0000"/>
                </a:solidFill>
              </a:rPr>
              <a:t>3.ASOCIACION</a:t>
            </a:r>
            <a:endParaRPr lang="es-ES" sz="60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http://www.gif-animados.net/gifs/albanil-1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5206" y="928670"/>
            <a:ext cx="1643074" cy="1928821"/>
          </a:xfrm>
          <a:prstGeom prst="rect">
            <a:avLst/>
          </a:prstGeom>
          <a:solidFill>
            <a:schemeClr val="accent1">
              <a:alpha val="71000"/>
            </a:schemeClr>
          </a:solidFill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 smtClean="0">
                <a:solidFill>
                  <a:srgbClr val="FF0000"/>
                </a:solidFill>
              </a:rPr>
              <a:t>División del trabajo</a:t>
            </a:r>
            <a:endParaRPr lang="es-ES" sz="48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Especialización de las tareas y las personas para aumentar la eficiencia”</a:t>
            </a:r>
          </a:p>
          <a:p>
            <a:endParaRPr lang="es-E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0034" y="0"/>
            <a:ext cx="7467600" cy="511156"/>
          </a:xfrm>
        </p:spPr>
        <p:txBody>
          <a:bodyPr>
            <a:normAutofit fontScale="90000"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DIVISION DEL TRABAJO</a:t>
            </a:r>
            <a:endParaRPr lang="es-ES" dirty="0"/>
          </a:p>
        </p:txBody>
      </p:sp>
      <p:pic>
        <p:nvPicPr>
          <p:cNvPr id="3074" name="Picture 2" descr="CBES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500042"/>
            <a:ext cx="7500990" cy="6072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0"/>
            <a:ext cx="7467600" cy="511156"/>
          </a:xfrm>
        </p:spPr>
        <p:txBody>
          <a:bodyPr>
            <a:normAutofit fontScale="90000"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DIVISION DEL TRABAJO</a:t>
            </a:r>
            <a:endParaRPr lang="es-ES" b="1" dirty="0">
              <a:solidFill>
                <a:srgbClr val="FF0000"/>
              </a:solidFill>
            </a:endParaRPr>
          </a:p>
        </p:txBody>
      </p:sp>
      <p:pic>
        <p:nvPicPr>
          <p:cNvPr id="2051" name="Picture 3" descr="CBES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500042"/>
            <a:ext cx="7286676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500042"/>
            <a:ext cx="3409950" cy="3381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7" name="6 Rectángulo"/>
          <p:cNvSpPr/>
          <p:nvPr/>
        </p:nvSpPr>
        <p:spPr>
          <a:xfrm>
            <a:off x="4786314" y="3214686"/>
            <a:ext cx="3184525" cy="314325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s-CO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¿EL SALARIO?...</a:t>
            </a:r>
          </a:p>
          <a:p>
            <a:pPr algn="ctr">
              <a:defRPr/>
            </a:pPr>
            <a:r>
              <a:rPr lang="es-CO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veces muy claro para los que producen o venden… para los demás… qué importa el criterio (aplicamos varios… según el marrano, según el mercado, según quién lo entre, depende de dónde tenga el diploma, ah… y si es o no de la familia).</a:t>
            </a:r>
          </a:p>
        </p:txBody>
      </p:sp>
      <p:cxnSp>
        <p:nvCxnSpPr>
          <p:cNvPr id="9" name="8 Conector recto"/>
          <p:cNvCxnSpPr/>
          <p:nvPr/>
        </p:nvCxnSpPr>
        <p:spPr>
          <a:xfrm rot="16200000" flipH="1">
            <a:off x="3036083" y="1464455"/>
            <a:ext cx="2714644" cy="785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 rot="16200000" flipH="1">
            <a:off x="3214678" y="4714884"/>
            <a:ext cx="2357454" cy="7858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357158" y="285728"/>
            <a:ext cx="7929618" cy="714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 rot="5400000">
            <a:off x="-2857552" y="3429000"/>
            <a:ext cx="6286544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4357686" y="857232"/>
            <a:ext cx="45704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 smtClean="0">
                <a:solidFill>
                  <a:srgbClr val="FF0000"/>
                </a:solidFill>
              </a:rPr>
              <a:t>REMUNERACION </a:t>
            </a:r>
            <a:endParaRPr lang="es-E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200" b="1" dirty="0" smtClean="0">
                <a:solidFill>
                  <a:srgbClr val="FF0000"/>
                </a:solidFill>
              </a:rPr>
              <a:t>REMUNERACION DEL PERSONAL</a:t>
            </a:r>
            <a:br>
              <a:rPr lang="es-ES" sz="3200" b="1" dirty="0" smtClean="0">
                <a:solidFill>
                  <a:srgbClr val="FF0000"/>
                </a:solidFill>
              </a:rPr>
            </a:br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smtClean="0"/>
              <a:t>Los métodos de pago  deben ser justos y satisfactorios.</a:t>
            </a:r>
          </a:p>
          <a:p>
            <a:endParaRPr lang="es-ES" dirty="0" smtClean="0"/>
          </a:p>
          <a:p>
            <a:endParaRPr lang="es-ES" dirty="0" smtClean="0"/>
          </a:p>
          <a:p>
            <a:pPr>
              <a:buNone/>
            </a:pPr>
            <a:r>
              <a:rPr lang="es-ES" b="1" u="sng" dirty="0" smtClean="0">
                <a:solidFill>
                  <a:srgbClr val="FF0000"/>
                </a:solidFill>
              </a:rPr>
              <a:t>MODOS DE RETRIBUCION</a:t>
            </a:r>
          </a:p>
          <a:p>
            <a:pPr>
              <a:buNone/>
            </a:pPr>
            <a:endParaRPr lang="es-ES" b="1" u="sng" dirty="0" smtClean="0">
              <a:solidFill>
                <a:srgbClr val="FF0000"/>
              </a:solidFill>
            </a:endParaRPr>
          </a:p>
          <a:p>
            <a:r>
              <a:rPr lang="es-ES" dirty="0" smtClean="0"/>
              <a:t>PAGO POR JORNAL</a:t>
            </a:r>
          </a:p>
          <a:p>
            <a:r>
              <a:rPr lang="es-ES" dirty="0" smtClean="0"/>
              <a:t>PAGO POR TAREA</a:t>
            </a:r>
          </a:p>
          <a:p>
            <a:r>
              <a:rPr lang="es-ES" dirty="0" smtClean="0"/>
              <a:t>PAGO POR PIEZA</a:t>
            </a:r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4000496" y="3286124"/>
            <a:ext cx="514350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ES" dirty="0" smtClean="0"/>
          </a:p>
          <a:p>
            <a:pPr>
              <a:buNone/>
            </a:pPr>
            <a:endParaRPr lang="es-ES" sz="20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>
            <a:normAutofit/>
          </a:bodyPr>
          <a:lstStyle/>
          <a:p>
            <a:r>
              <a:rPr lang="es-ES" b="1" dirty="0" smtClean="0">
                <a:solidFill>
                  <a:srgbClr val="FF0000"/>
                </a:solidFill>
              </a:rPr>
              <a:t>El jefe ideal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 smtClean="0"/>
          </a:p>
          <a:p>
            <a:endParaRPr lang="es-ES" dirty="0" smtClean="0"/>
          </a:p>
          <a:p>
            <a:r>
              <a:rPr lang="es-ES" dirty="0" smtClean="0"/>
              <a:t>Los órganos y miembros del cuerpo social , deben estar representados por un jefe.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b="1" dirty="0" smtClean="0"/>
          </a:p>
          <a:p>
            <a:pPr marL="457200" indent="-457200">
              <a:buFont typeface="+mj-lt"/>
              <a:buAutoNum type="arabicPeriod"/>
            </a:pPr>
            <a:endParaRPr lang="es-ES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es-ES" b="1" dirty="0" smtClean="0">
                <a:solidFill>
                  <a:srgbClr val="FF0000"/>
                </a:solidFill>
              </a:rPr>
              <a:t>Cualidades del jefe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s-ES" dirty="0" smtClean="0"/>
          </a:p>
          <a:p>
            <a:pPr marL="457200" indent="-457200">
              <a:buFont typeface="+mj-lt"/>
              <a:buAutoNum type="arabicPeriod"/>
            </a:pPr>
            <a:endParaRPr lang="es-ES" dirty="0" smtClean="0"/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Salud y vigor físico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Inteligencia y vigor intelectual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Cualidades morales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Cultura general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Conocimientos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Noción sobre las demás funciones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14290"/>
            <a:ext cx="7358114" cy="6215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286000" y="857233"/>
            <a:ext cx="57864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800" dirty="0" smtClean="0">
                <a:solidFill>
                  <a:srgbClr val="FF0000"/>
                </a:solidFill>
              </a:rPr>
              <a:t>PROBLEMA QUE BUSCA RESOLVER EL FAYOLISMO</a:t>
            </a:r>
            <a:endParaRPr lang="es-CO" sz="2800" dirty="0"/>
          </a:p>
        </p:txBody>
      </p:sp>
      <p:sp>
        <p:nvSpPr>
          <p:cNvPr id="3" name="2 Rectángulo"/>
          <p:cNvSpPr/>
          <p:nvPr/>
        </p:nvSpPr>
        <p:spPr>
          <a:xfrm>
            <a:off x="2286000" y="2000240"/>
            <a:ext cx="5357834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400" dirty="0" smtClean="0">
                <a:solidFill>
                  <a:srgbClr val="FF0000"/>
                </a:solidFill>
              </a:rPr>
              <a:t>1</a:t>
            </a:r>
            <a:r>
              <a:rPr lang="es-CO" sz="2400" dirty="0" smtClean="0"/>
              <a:t>. </a:t>
            </a:r>
            <a:r>
              <a:rPr lang="es-CO" sz="2000" dirty="0" smtClean="0"/>
              <a:t>DIFERENCIA ENTRE GOBIERNO Y </a:t>
            </a:r>
          </a:p>
          <a:p>
            <a:r>
              <a:rPr lang="es-CO" sz="2000" dirty="0" smtClean="0"/>
              <a:t>ADMINISTRACION DE EMPRESAS: </a:t>
            </a:r>
          </a:p>
          <a:p>
            <a:r>
              <a:rPr lang="es-CO" sz="2000" dirty="0" smtClean="0"/>
              <a:t>            </a:t>
            </a:r>
          </a:p>
          <a:p>
            <a:r>
              <a:rPr lang="es-CO" sz="2000" dirty="0" smtClean="0"/>
              <a:t>GOBERNAR: conducir la empresa hacia su  meta</a:t>
            </a:r>
          </a:p>
          <a:p>
            <a:r>
              <a:rPr lang="es-CO" sz="2000" dirty="0" smtClean="0"/>
              <a:t> </a:t>
            </a:r>
          </a:p>
          <a:p>
            <a:r>
              <a:rPr lang="es-CO" sz="2000" dirty="0" smtClean="0"/>
              <a:t>ADMINISTRAR: operación o función que compone el gobierno</a:t>
            </a:r>
            <a:endParaRPr lang="es-CO" sz="2000" dirty="0"/>
          </a:p>
        </p:txBody>
      </p:sp>
      <p:sp>
        <p:nvSpPr>
          <p:cNvPr id="4" name="3 Elipse"/>
          <p:cNvSpPr/>
          <p:nvPr/>
        </p:nvSpPr>
        <p:spPr>
          <a:xfrm>
            <a:off x="500034" y="1500174"/>
            <a:ext cx="1643074" cy="3079996"/>
          </a:xfrm>
          <a:prstGeom prst="ellipse">
            <a:avLst/>
          </a:prstGeom>
          <a:blipFill rotWithShape="0">
            <a:blip r:embed="rId2" cstate="print"/>
            <a:stretch>
              <a:fillRect/>
            </a:stretch>
          </a:blipFill>
          <a:ln>
            <a:solidFill>
              <a:srgbClr val="FF0000">
                <a:alpha val="78000"/>
              </a:srgbClr>
            </a:solidFill>
          </a:ln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142976" y="928670"/>
            <a:ext cx="671517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2800" dirty="0" smtClean="0"/>
              <a:t> </a:t>
            </a:r>
            <a:r>
              <a:rPr lang="es-CO" sz="2800" dirty="0" smtClean="0">
                <a:solidFill>
                  <a:srgbClr val="FF0000"/>
                </a:solidFill>
              </a:rPr>
              <a:t>2</a:t>
            </a:r>
            <a:r>
              <a:rPr lang="es-CO" sz="2800" dirty="0" smtClean="0"/>
              <a:t>. ACLARAR LAS FUNSIONES ADMINISTRATIVA </a:t>
            </a:r>
          </a:p>
          <a:p>
            <a:pPr>
              <a:buNone/>
            </a:pPr>
            <a:endParaRPr lang="es-CO" sz="2800" dirty="0" smtClean="0"/>
          </a:p>
          <a:p>
            <a:pPr>
              <a:buFont typeface="Arial" charset="0"/>
              <a:buChar char="•"/>
            </a:pPr>
            <a:r>
              <a:rPr lang="es-CO" sz="2800" dirty="0" smtClean="0"/>
              <a:t>Conjunto empresarial </a:t>
            </a:r>
          </a:p>
          <a:p>
            <a:pPr>
              <a:buFont typeface="Arial" charset="0"/>
              <a:buChar char="•"/>
            </a:pPr>
            <a:endParaRPr lang="es-CO" sz="2800" dirty="0" smtClean="0"/>
          </a:p>
          <a:p>
            <a:pPr>
              <a:buFont typeface="Arial" charset="0"/>
              <a:buChar char="•"/>
            </a:pPr>
            <a:r>
              <a:rPr lang="es-CO" sz="2800" dirty="0" smtClean="0"/>
              <a:t>Áreas (financiera, contable, técnica, de seguridad, comercial)</a:t>
            </a:r>
          </a:p>
        </p:txBody>
      </p:sp>
      <p:sp>
        <p:nvSpPr>
          <p:cNvPr id="3" name="2 Elipse"/>
          <p:cNvSpPr/>
          <p:nvPr/>
        </p:nvSpPr>
        <p:spPr>
          <a:xfrm>
            <a:off x="214282" y="4429132"/>
            <a:ext cx="500066" cy="17145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Elipse"/>
          <p:cNvSpPr/>
          <p:nvPr/>
        </p:nvSpPr>
        <p:spPr>
          <a:xfrm>
            <a:off x="785786" y="6143644"/>
            <a:ext cx="1857388" cy="4286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Picture 16" descr="computer_girl.gif (6323 bytes)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16" y="928670"/>
            <a:ext cx="1857388" cy="19288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928662" y="1357298"/>
            <a:ext cx="707236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200" dirty="0" smtClean="0">
                <a:solidFill>
                  <a:srgbClr val="FF0000"/>
                </a:solidFill>
              </a:rPr>
              <a:t>3</a:t>
            </a:r>
            <a:r>
              <a:rPr lang="es-CO" sz="3200" dirty="0" smtClean="0"/>
              <a:t>. EFICIENCIA DE LA ORGANIZACION EMPRESARIAL</a:t>
            </a:r>
          </a:p>
          <a:p>
            <a:pPr>
              <a:buNone/>
            </a:pPr>
            <a:endParaRPr lang="es-CO" sz="3200" dirty="0" smtClean="0"/>
          </a:p>
          <a:p>
            <a:pPr>
              <a:buNone/>
            </a:pPr>
            <a:r>
              <a:rPr lang="es-CO" sz="3200" dirty="0" smtClean="0"/>
              <a:t>“Mejorar la forma de hacer el  trabajo”</a:t>
            </a:r>
            <a:endParaRPr lang="es-CO" sz="3200" dirty="0"/>
          </a:p>
        </p:txBody>
      </p:sp>
      <p:pic>
        <p:nvPicPr>
          <p:cNvPr id="3" name="Picture 18" descr="http://www.gif-animados.net/gifs/albanil-1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6" y="3929066"/>
            <a:ext cx="2214578" cy="2143140"/>
          </a:xfrm>
          <a:prstGeom prst="rect">
            <a:avLst/>
          </a:prstGeom>
          <a:solidFill>
            <a:schemeClr val="accent1">
              <a:alpha val="71000"/>
            </a:schemeClr>
          </a:solidFill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57224" y="571480"/>
            <a:ext cx="678661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200" b="1" dirty="0" smtClean="0">
                <a:solidFill>
                  <a:srgbClr val="FF0000"/>
                </a:solidFill>
              </a:rPr>
              <a:t>4</a:t>
            </a:r>
            <a:r>
              <a:rPr lang="es-CO" sz="3200" dirty="0" smtClean="0"/>
              <a:t>. BUSCAR LA PRODUCTIVIDAD EN LAS EMPRESAS</a:t>
            </a:r>
          </a:p>
          <a:p>
            <a:pPr>
              <a:buNone/>
            </a:pPr>
            <a:r>
              <a:rPr lang="es-CO" sz="3200" dirty="0" smtClean="0"/>
              <a:t>Proporcionar el aumento de los  bienes y servicios de la misma.</a:t>
            </a:r>
          </a:p>
        </p:txBody>
      </p:sp>
      <p:pic>
        <p:nvPicPr>
          <p:cNvPr id="3" name="Picture 179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3357562"/>
            <a:ext cx="3786214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0" y="0"/>
            <a:ext cx="517525" cy="0"/>
          </a:xfrm>
          <a:prstGeom prst="rect">
            <a:avLst/>
          </a:prstGeom>
          <a:solidFill>
            <a:srgbClr val="F7F7F7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-714150" tIns="44436" rIns="44436" bIns="-2697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sz="8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ucida grande"/>
              </a:rPr>
              <a:t>Quizás el </a:t>
            </a:r>
            <a:r>
              <a:rPr kumimoji="0" lang="es-CO" sz="1100" b="1" i="0" u="none" strike="noStrike" cap="none" normalizeH="0" baseline="0" smtClean="0">
                <a:ln>
                  <a:noFill/>
                </a:ln>
                <a:solidFill>
                  <a:srgbClr val="333333"/>
                </a:solidFill>
                <a:effectLst/>
                <a:latin typeface="lucida grande"/>
              </a:rPr>
              <a:t>Lyndall Urwick</a:t>
            </a:r>
            <a:r>
              <a:rPr kumimoji="0" lang="es-CO" sz="8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lucida grande"/>
              </a:rPr>
              <a:t> está incorrecto? Buscar otros:</a:t>
            </a:r>
            <a:endParaRPr kumimoji="0" lang="es-CO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sz="800" b="1" i="0" u="none" strike="noStrike" cap="none" normalizeH="0" baseline="0" smtClean="0">
                <a:ln>
                  <a:noFill/>
                </a:ln>
                <a:solidFill>
                  <a:srgbClr val="555555"/>
                </a:solidFill>
                <a:effectLst/>
                <a:latin typeface="lucida grande"/>
                <a:hlinkClick r:id="rId5"/>
              </a:rPr>
              <a:t>Lyndall Urwick</a:t>
            </a:r>
            <a:endParaRPr kumimoji="0" lang="es-CO" sz="1200" b="1" i="0" u="none" strike="noStrike" cap="none" normalizeH="0" baseline="0" smtClean="0">
              <a:ln>
                <a:noFill/>
              </a:ln>
              <a:solidFill>
                <a:srgbClr val="333333"/>
              </a:solidFill>
              <a:effectLst/>
              <a:latin typeface="Arial" pitchFamily="34" charset="0"/>
            </a:endParaRPr>
          </a:p>
          <a:p>
            <a:pPr marL="0" marR="0" lvl="0" indent="0" algn="ctr" defTabSz="914400" rtl="0" eaLnBrk="0" fontAlgn="b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 </a:t>
            </a:r>
            <a:endParaRPr kumimoji="0" lang="es-CO" sz="9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7109" name="Picture 5" descr="Lyndall Urwick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43306" y="1071546"/>
            <a:ext cx="1285884" cy="1571636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714348" y="2643182"/>
            <a:ext cx="78581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2800" b="1" dirty="0" smtClean="0">
                <a:solidFill>
                  <a:srgbClr val="FF0000"/>
                </a:solidFill>
              </a:rPr>
              <a:t>1. LYNDALL URWICK</a:t>
            </a:r>
          </a:p>
          <a:p>
            <a:pPr>
              <a:buNone/>
            </a:pPr>
            <a:endParaRPr lang="es-CO" sz="2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sz="2800" b="1" dirty="0" smtClean="0">
                <a:solidFill>
                  <a:srgbClr val="FF0000"/>
                </a:solidFill>
              </a:rPr>
              <a:t>-</a:t>
            </a:r>
            <a:r>
              <a:rPr lang="es-CO" sz="2800" b="1" dirty="0" smtClean="0"/>
              <a:t>INVESTIGACION, PREVISION, PLANEACION, ORGANIZACIÓN, COORDINACION, DIRECCION   CONTROL.</a:t>
            </a:r>
          </a:p>
          <a:p>
            <a:pPr>
              <a:buNone/>
            </a:pPr>
            <a:endParaRPr lang="es-CO" sz="2800" b="1" dirty="0" smtClean="0"/>
          </a:p>
          <a:p>
            <a:pPr>
              <a:buNone/>
            </a:pPr>
            <a:r>
              <a:rPr lang="es-CO" sz="2800" b="1" dirty="0" smtClean="0">
                <a:solidFill>
                  <a:srgbClr val="FF0000"/>
                </a:solidFill>
              </a:rPr>
              <a:t>-</a:t>
            </a:r>
            <a:r>
              <a:rPr lang="es-CO" sz="2800" b="1" dirty="0" smtClean="0"/>
              <a:t>IMPORTANCIA DEL LIDERAZGO</a:t>
            </a:r>
            <a:endParaRPr lang="es-CO" sz="2800" b="1" dirty="0"/>
          </a:p>
        </p:txBody>
      </p:sp>
      <p:sp>
        <p:nvSpPr>
          <p:cNvPr id="5" name="4 Rectángulo"/>
          <p:cNvSpPr/>
          <p:nvPr/>
        </p:nvSpPr>
        <p:spPr>
          <a:xfrm>
            <a:off x="1000100" y="500042"/>
            <a:ext cx="73581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dirty="0" smtClean="0">
                <a:solidFill>
                  <a:srgbClr val="FF0000"/>
                </a:solidFill>
              </a:rPr>
              <a:t>APORTES POSTERIORES A FAYOL</a:t>
            </a:r>
            <a:endParaRPr lang="es-CO" sz="3200" dirty="0"/>
          </a:p>
        </p:txBody>
      </p:sp>
    </p:spTree>
    <p:controls>
      <p:control spid="1026" name="DefaultOcx" r:id="rId2" imgW="914400" imgH="228600"/>
      <p:control spid="1027" name="HTMLSubmit1" r:id="rId3" imgW="1076400" imgH="361800"/>
    </p:controls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://t0.gstatic.com/images?q=tbn:1uyw5lIkAkY3aM:http://www.planetabasketball.com/media/imagenes/balonc17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0" y="714356"/>
            <a:ext cx="1643074" cy="1643067"/>
          </a:xfrm>
          <a:prstGeom prst="rect">
            <a:avLst/>
          </a:prstGeom>
          <a:noFill/>
        </p:spPr>
      </p:pic>
      <p:sp>
        <p:nvSpPr>
          <p:cNvPr id="3" name="2 Rectángulo"/>
          <p:cNvSpPr/>
          <p:nvPr/>
        </p:nvSpPr>
        <p:spPr>
          <a:xfrm>
            <a:off x="1071538" y="2928934"/>
            <a:ext cx="62865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2. LUTHER GULICK (POSDCORB)</a:t>
            </a:r>
          </a:p>
          <a:p>
            <a:pPr>
              <a:buNone/>
            </a:pPr>
            <a:r>
              <a:rPr lang="es-CO" sz="2000" b="1" dirty="0" smtClean="0"/>
              <a:t>INCORPORO LA ADMINISTRACION POR OBJETIVOS:</a:t>
            </a:r>
          </a:p>
          <a:p>
            <a:pPr>
              <a:buNone/>
            </a:pPr>
            <a:endParaRPr lang="es-CO" sz="2000" b="1" dirty="0" smtClean="0"/>
          </a:p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PLANEACION</a:t>
            </a:r>
          </a:p>
          <a:p>
            <a:pPr>
              <a:buNone/>
            </a:pPr>
            <a:r>
              <a:rPr lang="es-CO" sz="2000" dirty="0" smtClean="0"/>
              <a:t> </a:t>
            </a:r>
            <a:r>
              <a:rPr lang="es-CO" sz="2000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ORGANIZACIÓN </a:t>
            </a:r>
          </a:p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STAFFING ( Asesoría : reclutar , conservar y motivar al elemento humano )</a:t>
            </a:r>
          </a:p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DIRECCION</a:t>
            </a:r>
          </a:p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COORDINACION </a:t>
            </a:r>
          </a:p>
          <a:p>
            <a:pPr>
              <a:buNone/>
            </a:pPr>
            <a:r>
              <a:rPr lang="es-CO" sz="2000" b="1" dirty="0" smtClean="0">
                <a:solidFill>
                  <a:srgbClr val="FF0000"/>
                </a:solidFill>
              </a:rPr>
              <a:t>-</a:t>
            </a:r>
            <a:r>
              <a:rPr lang="es-CO" sz="2000" b="1" dirty="0" smtClean="0"/>
              <a:t>REPORTE ( informes a la direcci</a:t>
            </a:r>
            <a:r>
              <a:rPr lang="es-CO" sz="2400" b="1" dirty="0" smtClean="0"/>
              <a:t>ón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Semejanzas y diferencias entre Taylor y Fayol</a:t>
            </a:r>
            <a:endParaRPr lang="es-CO" b="1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71472" y="1600200"/>
            <a:ext cx="7353328" cy="5114948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4" name="3 Rectángulo redondeado"/>
          <p:cNvSpPr/>
          <p:nvPr/>
        </p:nvSpPr>
        <p:spPr>
          <a:xfrm>
            <a:off x="857224" y="1714488"/>
            <a:ext cx="2357454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FAYOL</a:t>
            </a:r>
            <a:endParaRPr lang="es-CO" dirty="0"/>
          </a:p>
        </p:txBody>
      </p:sp>
      <p:sp>
        <p:nvSpPr>
          <p:cNvPr id="5" name="4 Rectángulo redondeado"/>
          <p:cNvSpPr/>
          <p:nvPr/>
        </p:nvSpPr>
        <p:spPr>
          <a:xfrm>
            <a:off x="714348" y="2500306"/>
            <a:ext cx="2714644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Teoría de la administración (clásica)</a:t>
            </a:r>
            <a:endParaRPr lang="es-CO" dirty="0"/>
          </a:p>
        </p:txBody>
      </p:sp>
      <p:sp>
        <p:nvSpPr>
          <p:cNvPr id="6" name="5 Rectángulo redondeado"/>
          <p:cNvSpPr/>
          <p:nvPr/>
        </p:nvSpPr>
        <p:spPr>
          <a:xfrm>
            <a:off x="5214942" y="1714488"/>
            <a:ext cx="2286016" cy="5000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TAYLOR</a:t>
            </a:r>
            <a:endParaRPr lang="es-CO" dirty="0"/>
          </a:p>
        </p:txBody>
      </p:sp>
      <p:sp>
        <p:nvSpPr>
          <p:cNvPr id="7" name="6 Rectángulo redondeado"/>
          <p:cNvSpPr/>
          <p:nvPr/>
        </p:nvSpPr>
        <p:spPr>
          <a:xfrm>
            <a:off x="5072066" y="2571744"/>
            <a:ext cx="2643206" cy="857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Teoría de la administración científica </a:t>
            </a:r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1000100" y="3643314"/>
            <a:ext cx="2143140" cy="8572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Hincapié en la estructura organizacional</a:t>
            </a:r>
            <a:endParaRPr lang="es-CO" dirty="0"/>
          </a:p>
        </p:txBody>
      </p:sp>
      <p:sp>
        <p:nvSpPr>
          <p:cNvPr id="9" name="8 Rectángulo redondeado"/>
          <p:cNvSpPr/>
          <p:nvPr/>
        </p:nvSpPr>
        <p:spPr>
          <a:xfrm>
            <a:off x="571472" y="4857760"/>
            <a:ext cx="3143272" cy="1500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Objetivo: aumentar la eficiencia organizacional por medio de la definición de diversos niveles de responsabilidad.</a:t>
            </a:r>
            <a:endParaRPr lang="es-CO" dirty="0"/>
          </a:p>
        </p:txBody>
      </p:sp>
      <p:sp>
        <p:nvSpPr>
          <p:cNvPr id="10" name="9 Rectángulo redondeado"/>
          <p:cNvSpPr/>
          <p:nvPr/>
        </p:nvSpPr>
        <p:spPr>
          <a:xfrm>
            <a:off x="5072066" y="3714752"/>
            <a:ext cx="2714644" cy="928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Hincapié en la definición de las tareas de los empleados</a:t>
            </a:r>
            <a:endParaRPr lang="es-CO" dirty="0"/>
          </a:p>
        </p:txBody>
      </p:sp>
      <p:sp>
        <p:nvSpPr>
          <p:cNvPr id="11" name="10 Rectángulo redondeado"/>
          <p:cNvSpPr/>
          <p:nvPr/>
        </p:nvSpPr>
        <p:spPr>
          <a:xfrm>
            <a:off x="4857752" y="4929198"/>
            <a:ext cx="3214710" cy="13573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Objetivo: aumentar la eficiencia organizacional por medio de la especialización de los obreros.</a:t>
            </a:r>
            <a:endParaRPr lang="es-CO" dirty="0"/>
          </a:p>
        </p:txBody>
      </p:sp>
      <p:sp>
        <p:nvSpPr>
          <p:cNvPr id="12" name="11 Flecha abajo"/>
          <p:cNvSpPr/>
          <p:nvPr/>
        </p:nvSpPr>
        <p:spPr>
          <a:xfrm>
            <a:off x="1928794" y="2214554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Flecha abajo"/>
          <p:cNvSpPr/>
          <p:nvPr/>
        </p:nvSpPr>
        <p:spPr>
          <a:xfrm>
            <a:off x="1928794" y="3286124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Flecha abajo"/>
          <p:cNvSpPr/>
          <p:nvPr/>
        </p:nvSpPr>
        <p:spPr>
          <a:xfrm>
            <a:off x="1928794" y="4500570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Flecha abajo"/>
          <p:cNvSpPr/>
          <p:nvPr/>
        </p:nvSpPr>
        <p:spPr>
          <a:xfrm>
            <a:off x="6286512" y="2214554"/>
            <a:ext cx="285752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5 Flecha abajo"/>
          <p:cNvSpPr/>
          <p:nvPr/>
        </p:nvSpPr>
        <p:spPr>
          <a:xfrm>
            <a:off x="6286512" y="3429000"/>
            <a:ext cx="285752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16 Flecha abajo"/>
          <p:cNvSpPr/>
          <p:nvPr/>
        </p:nvSpPr>
        <p:spPr>
          <a:xfrm>
            <a:off x="6286512" y="4643446"/>
            <a:ext cx="357190" cy="214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17 Estrella de 5 puntas">
            <a:hlinkClick r:id="rId2" action="ppaction://hlinksldjump"/>
          </p:cNvPr>
          <p:cNvSpPr/>
          <p:nvPr/>
        </p:nvSpPr>
        <p:spPr>
          <a:xfrm>
            <a:off x="8143900" y="5715016"/>
            <a:ext cx="571504" cy="500066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18 Estrella de 5 puntas">
            <a:hlinkClick r:id="rId3" action="ppaction://hlinksldjump"/>
          </p:cNvPr>
          <p:cNvSpPr/>
          <p:nvPr/>
        </p:nvSpPr>
        <p:spPr>
          <a:xfrm>
            <a:off x="0" y="5572140"/>
            <a:ext cx="571504" cy="500066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Taylor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es-CO" dirty="0" smtClean="0"/>
          </a:p>
          <a:p>
            <a:pPr algn="ctr"/>
            <a:endParaRPr lang="es-CO" dirty="0" smtClean="0"/>
          </a:p>
          <a:p>
            <a:pPr algn="ctr"/>
            <a:r>
              <a:rPr lang="es-CO" sz="3200" dirty="0" smtClean="0"/>
              <a:t>Este cuidado analítico y detallado permitía la especialización del operario y la reagrupación de los movimientos.</a:t>
            </a:r>
            <a:endParaRPr lang="es-CO" sz="3200" dirty="0"/>
          </a:p>
        </p:txBody>
      </p:sp>
      <p:sp>
        <p:nvSpPr>
          <p:cNvPr id="19" name="18 Estrella de 5 puntas">
            <a:hlinkClick r:id="rId2" action="ppaction://hlinksldjump"/>
          </p:cNvPr>
          <p:cNvSpPr/>
          <p:nvPr/>
        </p:nvSpPr>
        <p:spPr>
          <a:xfrm>
            <a:off x="8143900" y="5643578"/>
            <a:ext cx="642942" cy="571504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Fayol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es-CO" dirty="0" smtClean="0"/>
          </a:p>
          <a:p>
            <a:pPr algn="ctr"/>
            <a:endParaRPr lang="es-CO" dirty="0" smtClean="0"/>
          </a:p>
          <a:p>
            <a:pPr algn="ctr">
              <a:buNone/>
            </a:pPr>
            <a:r>
              <a:rPr lang="es-CO" sz="3200" dirty="0" smtClean="0"/>
              <a:t>Ese cuidado con la visión global permitía una manera mejor de subdividir la empresa bajo la centralización de un jefe principal.</a:t>
            </a:r>
            <a:endParaRPr lang="es-CO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1" dirty="0" smtClean="0"/>
              <a:t>COINCIDENCIAS</a:t>
            </a:r>
            <a:r>
              <a:rPr lang="es-CO" dirty="0" smtClean="0"/>
              <a:t>	</a:t>
            </a:r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endParaRPr lang="es-CO" sz="2800" dirty="0" smtClean="0"/>
          </a:p>
          <a:p>
            <a:r>
              <a:rPr lang="es-CO" sz="2800" dirty="0" smtClean="0"/>
              <a:t> El uno estudiando y organizando el trabajo desde el puesto de obrero u operario hasta el director del taller.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270248" y="1857364"/>
            <a:ext cx="3657600" cy="4314836"/>
          </a:xfrm>
        </p:spPr>
        <p:txBody>
          <a:bodyPr/>
          <a:lstStyle/>
          <a:p>
            <a:endParaRPr lang="es-CO" dirty="0" smtClean="0"/>
          </a:p>
          <a:p>
            <a:r>
              <a:rPr lang="es-CO" sz="2800" dirty="0" smtClean="0"/>
              <a:t>Haciendo lo mismo desde el puesto </a:t>
            </a:r>
            <a:r>
              <a:rPr lang="es-CO" sz="2800" smtClean="0"/>
              <a:t>de director </a:t>
            </a:r>
            <a:r>
              <a:rPr lang="es-CO" sz="2800" dirty="0" smtClean="0"/>
              <a:t>general hasta el taller.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73 0.43449 C 0.24583 0.4338 0.23976 0.43403 0.23385 0.43241 C 0.22934 0.43102 0.22673 0.42408 0.22257 0.42153 C 0.22014 0.42014 0.21719 0.42037 0.21458 0.41945 C 0.21076 0.41829 0.20712 0.41667 0.2033 0.41528 C 0.2 0.41389 0.19357 0.41088 0.19357 0.41111 C 0.17812 0.39676 0.15712 0.39121 0.13871 0.38727 C 0.13298 0.38403 0.12673 0.38218 0.12101 0.37871 C 0.10625 0.36991 0.11996 0.37338 0.10486 0.36991 C 0.09844 0.36829 0.08559 0.36574 0.08559 0.36597 C 0.07465 0.35695 0.06389 0.35833 0.05173 0.35486 C 0.04583 0.34977 0.0408 0.3463 0.03385 0.34421 C 0.02448 0.33773 0.02691 0.3331 0.01944 0.32708 C 0.01354 0.32222 0.00851 0.32199 0.00173 0.3206 C -0.00365 0.31806 -0.00903 0.31644 -0.01441 0.31412 C -0.02847 0.30139 -0.01372 0.3132 -0.05 0.30556 C -0.06476 0.30232 -0.07656 0.29005 -0.09028 0.28403 C -0.09792 0.27639 -0.10573 0.26875 -0.11285 0.26042 C -0.13438 0.23519 -0.1059 0.2669 -0.12413 0.24306 C -0.13021 0.23496 -0.13993 0.23357 -0.1467 0.22593 C -0.15087 0.2213 -0.15955 0.20671 -0.16615 0.20232 C -0.18056 0.19259 -0.20052 0.19468 -0.21615 0.19144 C -0.21893 0.18403 -0.22083 0.17685 -0.22413 0.16991 C -0.22934 0.10625 -0.22674 0.14421 -0.22413 0.01088 C -0.22361 -0.01273 -0.22031 -0.03704 -0.20955 -0.05579 C -0.20452 -0.09028 -0.18958 -0.09167 -0.1757 -0.11597 C -0.16441 -0.1625 -0.12813 -0.16528 -0.09827 -0.17616 C -0.07778 -0.18356 -0.09965 -0.17824 -0.07899 -0.18264 C -0.06077 -0.19236 -0.0684 -0.18912 -0.05643 -0.19352 C -0.01285 -0.19282 0.03073 -0.19259 0.0743 -0.1912 C 0.08715 -0.19074 0.09444 -0.175 0.10642 -0.16967 C 0.11944 -0.16389 0.12969 -0.16042 0.14201 -0.15463 C 0.15469 -0.13773 0.15035 -0.14537 0.15642 -0.13333 C 0.16944 -0.06782 0.17691 0.01528 0.14514 0.07107 C 0.14149 0.08588 0.14687 0.06829 0.13715 0.08403 C 0.13611 0.08588 0.13663 0.08866 0.13559 0.09051 C 0.13281 0.09537 0.12587 0.10324 0.12587 0.10347 C 0.12326 0.11435 0.12535 0.11204 0.11128 0.11204 C 0.09514 0.11204 0.07917 0.11042 0.06302 0.10972 C 0.05781 0.10648 0.0526 0.10324 0.04687 0.10116 C 0.04253 0.09954 0.03385 0.09699 0.03385 0.09722 C 0.02396 0.08796 0.02517 0.08195 0.02257 0.06458 C 0.02135 0.05671 0.01215 0.0507 0.00816 0.04537 C 0.00764 0.04306 0.0059 0.0331 0.00486 0.03033 C 0.00295 0.02523 0.00035 0.02338 1.66667E-6 0.01736 C -0.00035 0.01158 1.66667E-6 0.00579 1.66667E-6 -1.48148E-6 " pathEditMode="relative" rAng="0" ptsTypes="fffffffffffffffffffffffffffffffffffffffffffffA">
                                      <p:cBhvr>
                                        <p:cTn id="11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1" y="-3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sz="2800" dirty="0" smtClean="0"/>
              <a:t>Guerra entre empleados y empleadores.</a:t>
            </a:r>
          </a:p>
          <a:p>
            <a:endParaRPr lang="es-CO" sz="2800" dirty="0" smtClean="0"/>
          </a:p>
          <a:p>
            <a:endParaRPr lang="es-CO" sz="2800" dirty="0" smtClean="0"/>
          </a:p>
          <a:p>
            <a:r>
              <a:rPr lang="es-CO" sz="2800" dirty="0" smtClean="0"/>
              <a:t>Compartir utilidades “Interés general”</a:t>
            </a:r>
          </a:p>
          <a:p>
            <a:endParaRPr lang="es-CO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es-CO" sz="2800" dirty="0" smtClean="0"/>
              <a:t>La noción del hombre correcto en el lugar correcto</a:t>
            </a:r>
          </a:p>
          <a:p>
            <a:endParaRPr lang="es-CO" sz="2800" dirty="0" smtClean="0"/>
          </a:p>
          <a:p>
            <a:endParaRPr lang="es-CO" sz="2800" dirty="0" smtClean="0"/>
          </a:p>
          <a:p>
            <a:r>
              <a:rPr lang="es-CO" sz="2800" dirty="0" smtClean="0"/>
              <a:t>Cuidar los empleados</a:t>
            </a:r>
          </a:p>
          <a:p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/>
              <a:t>Debilidades </a:t>
            </a:r>
            <a:r>
              <a:rPr lang="es-CO" b="1" dirty="0" err="1" smtClean="0"/>
              <a:t>teoricas</a:t>
            </a:r>
            <a:r>
              <a:rPr lang="es-CO" b="1" dirty="0" smtClean="0"/>
              <a:t> </a:t>
            </a:r>
            <a:endParaRPr lang="es-CO" b="1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 dirty="0" smtClean="0"/>
              <a:t>Teoría universal y de carácter científico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Se basaba voluntariamente en el modelo de ejercito</a:t>
            </a:r>
            <a:endParaRPr lang="es-CO" dirty="0"/>
          </a:p>
        </p:txBody>
      </p:sp>
      <p:sp>
        <p:nvSpPr>
          <p:cNvPr id="7" name="6 Marcador de contenido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8" name="7 Pergamino horizontal">
            <a:hlinkClick r:id="" action="ppaction://noaction" highlightClick="1"/>
            <a:hlinkHover r:id="" action="ppaction://noaction" highlightClick="1"/>
          </p:cNvPr>
          <p:cNvSpPr/>
          <p:nvPr/>
        </p:nvSpPr>
        <p:spPr>
          <a:xfrm>
            <a:off x="4500562" y="1285860"/>
            <a:ext cx="3286148" cy="164307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es-CO" dirty="0" smtClean="0"/>
              <a:t> División del trabajo</a:t>
            </a:r>
          </a:p>
          <a:p>
            <a:pPr algn="ctr">
              <a:buFont typeface="Arial" pitchFamily="34" charset="0"/>
              <a:buChar char="•"/>
            </a:pPr>
            <a:r>
              <a:rPr lang="es-CO" dirty="0" smtClean="0"/>
              <a:t> Jerarquía </a:t>
            </a:r>
          </a:p>
          <a:p>
            <a:pPr algn="ctr">
              <a:buFont typeface="Arial" pitchFamily="34" charset="0"/>
              <a:buChar char="•"/>
            </a:pPr>
            <a:r>
              <a:rPr lang="es-CO" dirty="0" smtClean="0"/>
              <a:t> Orden</a:t>
            </a:r>
            <a:endParaRPr lang="es-CO" dirty="0"/>
          </a:p>
        </p:txBody>
      </p:sp>
      <p:sp>
        <p:nvSpPr>
          <p:cNvPr id="9" name="8 Pergamino horizontal">
            <a:hlinkClick r:id="" action="ppaction://noaction" highlightClick="1"/>
            <a:hlinkHover r:id="" action="ppaction://noaction" highlightClick="1"/>
          </p:cNvPr>
          <p:cNvSpPr/>
          <p:nvPr/>
        </p:nvSpPr>
        <p:spPr>
          <a:xfrm>
            <a:off x="4572000" y="3643314"/>
            <a:ext cx="3214710" cy="2000264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Le reprocha a Taylor por promover el desprecio hacia el tipo militar de la organización.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000" b="1" dirty="0" smtClean="0"/>
              <a:t>conclusiones</a:t>
            </a:r>
            <a:endParaRPr lang="es-CO" sz="4000" b="1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Demuestra en ocasiones una notable modernidad</a:t>
            </a:r>
          </a:p>
          <a:p>
            <a:pPr>
              <a:buNone/>
            </a:pPr>
            <a:endParaRPr lang="es-CO" dirty="0" smtClean="0"/>
          </a:p>
          <a:p>
            <a:pPr marL="457200" indent="-457200">
              <a:buClr>
                <a:srgbClr val="FF0000"/>
              </a:buClr>
              <a:buFont typeface="Wingdings" pitchFamily="2" charset="2"/>
              <a:buChar char="Ø"/>
            </a:pPr>
            <a:r>
              <a:rPr lang="es-CO" dirty="0" smtClean="0"/>
              <a:t>Advertencia contra el exceso de la especialización y la organización del trabajo al detalle</a:t>
            </a:r>
          </a:p>
          <a:p>
            <a:pPr marL="457200" indent="-457200">
              <a:buClr>
                <a:srgbClr val="FF0000"/>
              </a:buClr>
              <a:buFont typeface="Wingdings" pitchFamily="2" charset="2"/>
              <a:buChar char="Ø"/>
            </a:pPr>
            <a:endParaRPr lang="es-CO" dirty="0" smtClean="0"/>
          </a:p>
          <a:p>
            <a:pPr marL="457200" indent="-457200">
              <a:buClr>
                <a:srgbClr val="FF0000"/>
              </a:buClr>
              <a:buFont typeface="Wingdings" pitchFamily="2" charset="2"/>
              <a:buChar char="Ø"/>
            </a:pPr>
            <a:r>
              <a:rPr lang="es-CO" dirty="0" smtClean="0"/>
              <a:t> Advierte respecto al carácter variado y cambiante de las situaciones</a:t>
            </a:r>
          </a:p>
          <a:p>
            <a:pPr marL="457200" indent="-457200">
              <a:buClr>
                <a:srgbClr val="FF0000"/>
              </a:buClr>
              <a:buNone/>
            </a:pPr>
            <a:endParaRPr lang="es-CO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571480"/>
            <a:ext cx="7467600" cy="5902472"/>
          </a:xfrm>
        </p:spPr>
        <p:txBody>
          <a:bodyPr/>
          <a:lstStyle/>
          <a:p>
            <a:pPr>
              <a:buClr>
                <a:srgbClr val="FF0000"/>
              </a:buClr>
              <a:buFont typeface="Wingdings" pitchFamily="2" charset="2"/>
              <a:buChar char="Ø"/>
            </a:pPr>
            <a:endParaRPr lang="es-CO" sz="3600" dirty="0" smtClean="0"/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r>
              <a:rPr lang="es-CO" sz="3600" dirty="0" smtClean="0"/>
              <a:t>Su invitación a motivar mediante la iniciativa</a:t>
            </a:r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endParaRPr lang="es-CO" sz="3600" dirty="0" smtClean="0"/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endParaRPr lang="es-CO" sz="3600" dirty="0" smtClean="0"/>
          </a:p>
          <a:p>
            <a:pPr>
              <a:buClr>
                <a:srgbClr val="FF0000"/>
              </a:buClr>
              <a:buFont typeface="Wingdings" pitchFamily="2" charset="2"/>
              <a:buChar char="Ø"/>
            </a:pPr>
            <a:r>
              <a:rPr lang="es-CO" sz="3600" dirty="0" smtClean="0"/>
              <a:t>Comunicar de manera directa </a:t>
            </a:r>
          </a:p>
          <a:p>
            <a:endParaRPr lang="es-CO" dirty="0"/>
          </a:p>
        </p:txBody>
      </p:sp>
    </p:spTree>
  </p:cSld>
  <p:clrMapOvr>
    <a:masterClrMapping/>
  </p:clrMapOvr>
  <p:transition spd="med">
    <p:cut thruBlk="1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CRITICAS DE ALGUNOS AUTORES</a:t>
            </a:r>
            <a:endParaRPr lang="es-CO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>
              <a:buClr>
                <a:srgbClr val="FF0000"/>
              </a:buClr>
              <a:buFont typeface="Wingdings" pitchFamily="2" charset="2"/>
              <a:buChar char="Ø"/>
            </a:pPr>
            <a:r>
              <a:rPr lang="es-CO" dirty="0" smtClean="0"/>
              <a:t> </a:t>
            </a:r>
            <a:endParaRPr lang="es-CO" dirty="0"/>
          </a:p>
        </p:txBody>
      </p:sp>
      <p:sp>
        <p:nvSpPr>
          <p:cNvPr id="7" name="6 Estrella de 5 puntas"/>
          <p:cNvSpPr/>
          <p:nvPr/>
        </p:nvSpPr>
        <p:spPr>
          <a:xfrm>
            <a:off x="5715008" y="3786190"/>
            <a:ext cx="357190" cy="214314"/>
          </a:xfrm>
          <a:prstGeom prst="star5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1071538" y="1857364"/>
          <a:ext cx="6096000" cy="4429156"/>
        </p:xfrm>
        <a:graphic>
          <a:graphicData uri="http://schemas.openxmlformats.org/drawingml/2006/table">
            <a:tbl>
              <a:tblPr firstRow="1" bandRow="1" bandCol="1">
                <a:tableStyleId>{FABFCF23-3B69-468F-B69F-88F6DE6A72F2}</a:tableStyleId>
              </a:tblPr>
              <a:tblGrid>
                <a:gridCol w="3048000"/>
                <a:gridCol w="3048000"/>
              </a:tblGrid>
              <a:tr h="9688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AUTOR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CRITICAS</a:t>
                      </a:r>
                      <a:r>
                        <a:rPr lang="es-CO" baseline="0" dirty="0" smtClean="0"/>
                        <a:t>  </a:t>
                      </a:r>
                      <a:r>
                        <a:rPr lang="es-CO" dirty="0" smtClean="0"/>
                        <a:t>PRINCIPALES</a:t>
                      </a:r>
                    </a:p>
                    <a:p>
                      <a:endParaRPr lang="es-CO" dirty="0"/>
                    </a:p>
                  </a:txBody>
                  <a:tcPr/>
                </a:tc>
              </a:tr>
              <a:tr h="34602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James</a:t>
                      </a:r>
                      <a:r>
                        <a:rPr lang="es-CO" baseline="0" dirty="0" smtClean="0"/>
                        <a:t> March y Herbert Simon</a:t>
                      </a:r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endParaRPr lang="es-CO" dirty="0" smtClean="0"/>
                    </a:p>
                    <a:p>
                      <a:r>
                        <a:rPr lang="es-CO" dirty="0" err="1" smtClean="0"/>
                        <a:t>Gulick</a:t>
                      </a:r>
                      <a:r>
                        <a:rPr lang="es-CO" baseline="0" dirty="0" smtClean="0"/>
                        <a:t> y </a:t>
                      </a:r>
                      <a:r>
                        <a:rPr lang="es-CO" baseline="0" dirty="0" err="1" smtClean="0"/>
                        <a:t>Urwick</a:t>
                      </a:r>
                      <a:r>
                        <a:rPr lang="es-CO" baseline="0" dirty="0" smtClean="0"/>
                        <a:t> (1937)</a:t>
                      </a:r>
                    </a:p>
                    <a:p>
                      <a:r>
                        <a:rPr lang="es-CO" baseline="0" dirty="0" err="1" smtClean="0"/>
                        <a:t>Mooney</a:t>
                      </a:r>
                      <a:r>
                        <a:rPr lang="es-CO" baseline="0" dirty="0" smtClean="0"/>
                        <a:t> y </a:t>
                      </a:r>
                      <a:r>
                        <a:rPr lang="es-CO" baseline="0" dirty="0" err="1" smtClean="0"/>
                        <a:t>Reily</a:t>
                      </a:r>
                      <a:r>
                        <a:rPr lang="es-CO" baseline="0" dirty="0" smtClean="0"/>
                        <a:t> (1931)</a:t>
                      </a:r>
                    </a:p>
                    <a:p>
                      <a:endParaRPr lang="es-CO" baseline="0" dirty="0" smtClean="0"/>
                    </a:p>
                    <a:p>
                      <a:r>
                        <a:rPr lang="es-CO" baseline="0" dirty="0" smtClean="0"/>
                        <a:t>Inglaterra y USA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s-CO" dirty="0" smtClean="0"/>
                        <a:t>Departamentalización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s-CO" dirty="0" smtClean="0"/>
                        <a:t>Asignación</a:t>
                      </a:r>
                      <a:r>
                        <a:rPr lang="es-CO" baseline="0" dirty="0" smtClean="0"/>
                        <a:t> optima de actividades</a:t>
                      </a:r>
                    </a:p>
                    <a:p>
                      <a:pPr>
                        <a:buFontTx/>
                        <a:buNone/>
                      </a:pPr>
                      <a:endParaRPr lang="es-CO" baseline="0" dirty="0" smtClean="0"/>
                    </a:p>
                    <a:p>
                      <a:pPr>
                        <a:buFontTx/>
                        <a:buChar char="-"/>
                      </a:pPr>
                      <a:r>
                        <a:rPr lang="es-CO" baseline="0" dirty="0" smtClean="0"/>
                        <a:t>Visión de los miembros según la teoría clásica</a:t>
                      </a:r>
                    </a:p>
                    <a:p>
                      <a:pPr>
                        <a:buFontTx/>
                        <a:buNone/>
                      </a:pPr>
                      <a:endParaRPr lang="es-CO" baseline="0" dirty="0" smtClean="0"/>
                    </a:p>
                    <a:p>
                      <a:pPr>
                        <a:buFontTx/>
                        <a:buChar char="-"/>
                      </a:pPr>
                      <a:r>
                        <a:rPr lang="es-CO" baseline="0" dirty="0" smtClean="0"/>
                        <a:t>Problemas empíricos y operacionales de la teoría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s-CO" baseline="0" dirty="0" smtClean="0"/>
                        <a:t>Fayolista </a:t>
                      </a:r>
                      <a:endParaRPr lang="es-CO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5 Estrella de 5 puntas">
            <a:hlinkClick r:id="rId2" action="ppaction://hlinksldjump"/>
          </p:cNvPr>
          <p:cNvSpPr/>
          <p:nvPr/>
        </p:nvSpPr>
        <p:spPr>
          <a:xfrm>
            <a:off x="7358082" y="3429000"/>
            <a:ext cx="428628" cy="28575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8 Estrella de 5 puntas">
            <a:hlinkClick r:id="rId3" action="ppaction://hlinksldjump"/>
          </p:cNvPr>
          <p:cNvSpPr/>
          <p:nvPr/>
        </p:nvSpPr>
        <p:spPr>
          <a:xfrm>
            <a:off x="7358082" y="4429132"/>
            <a:ext cx="500066" cy="285752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strella de 5 puntas">
            <a:hlinkClick r:id="rId4" action="ppaction://hlinksldjump"/>
          </p:cNvPr>
          <p:cNvSpPr/>
          <p:nvPr/>
        </p:nvSpPr>
        <p:spPr>
          <a:xfrm>
            <a:off x="8215338" y="5786454"/>
            <a:ext cx="428628" cy="42862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785794"/>
            <a:ext cx="8115328" cy="5688158"/>
          </a:xfrm>
        </p:spPr>
        <p:txBody>
          <a:bodyPr/>
          <a:lstStyle/>
          <a:p>
            <a:pPr>
              <a:buNone/>
            </a:pPr>
            <a:r>
              <a:rPr lang="es-CO" dirty="0" smtClean="0"/>
              <a:t>“Teoría de la dirección administrativa”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Tareas unitarias                          Oficios individuales</a:t>
            </a:r>
          </a:p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Unidades mayores                  Unidades administrativas</a:t>
            </a:r>
          </a:p>
          <a:p>
            <a:endParaRPr lang="es-CO" dirty="0" smtClean="0"/>
          </a:p>
          <a:p>
            <a:pPr algn="ctr"/>
            <a:r>
              <a:rPr lang="es-CO" dirty="0" smtClean="0"/>
              <a:t>Establecer los departamentos de mas alto nivel</a:t>
            </a:r>
            <a:endParaRPr lang="es-CO" dirty="0"/>
          </a:p>
        </p:txBody>
      </p:sp>
      <p:sp>
        <p:nvSpPr>
          <p:cNvPr id="4" name="3 Flecha derecha"/>
          <p:cNvSpPr/>
          <p:nvPr/>
        </p:nvSpPr>
        <p:spPr>
          <a:xfrm>
            <a:off x="3214678" y="2143116"/>
            <a:ext cx="1571636" cy="428628"/>
          </a:xfrm>
          <a:prstGeom prst="righ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4 Flecha abajo"/>
          <p:cNvSpPr/>
          <p:nvPr/>
        </p:nvSpPr>
        <p:spPr>
          <a:xfrm>
            <a:off x="6072198" y="2571744"/>
            <a:ext cx="500066" cy="1143008"/>
          </a:xfrm>
          <a:prstGeom prst="down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6 Flecha izquierda"/>
          <p:cNvSpPr/>
          <p:nvPr/>
        </p:nvSpPr>
        <p:spPr>
          <a:xfrm>
            <a:off x="3500430" y="3857628"/>
            <a:ext cx="1214446" cy="357190"/>
          </a:xfrm>
          <a:prstGeom prst="leftArrow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5 Estrella de 5 puntas">
            <a:hlinkClick r:id="rId2" action="ppaction://hlinksldjump"/>
          </p:cNvPr>
          <p:cNvSpPr/>
          <p:nvPr/>
        </p:nvSpPr>
        <p:spPr>
          <a:xfrm>
            <a:off x="8215338" y="5786454"/>
            <a:ext cx="428628" cy="428628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000108"/>
            <a:ext cx="7467600" cy="5473844"/>
          </a:xfrm>
        </p:spPr>
        <p:txBody>
          <a:bodyPr>
            <a:normAutofit/>
          </a:bodyPr>
          <a:lstStyle/>
          <a:p>
            <a:r>
              <a:rPr lang="es-CO" sz="3600" dirty="0" smtClean="0">
                <a:latin typeface="Informal Roman" pitchFamily="66" charset="0"/>
              </a:rPr>
              <a:t>“Uno de los procesos mas importantes en una organización es la elaboración de este conjunto de actividades y la determinación de que actividades precisas se van a llevar a cabo, en cuales tiempos y lugares precisos”</a:t>
            </a:r>
            <a:endParaRPr lang="es-CO" sz="3600" dirty="0">
              <a:latin typeface="Informal Roman" pitchFamily="66" charset="0"/>
            </a:endParaRPr>
          </a:p>
        </p:txBody>
      </p:sp>
      <p:sp>
        <p:nvSpPr>
          <p:cNvPr id="4" name="3 Estrella de 5 puntas">
            <a:hlinkClick r:id="rId2" action="ppaction://hlinksldjump"/>
          </p:cNvPr>
          <p:cNvSpPr/>
          <p:nvPr/>
        </p:nvSpPr>
        <p:spPr>
          <a:xfrm>
            <a:off x="8215338" y="5786454"/>
            <a:ext cx="500066" cy="357190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</p:nvPr>
        </p:nvGraphicFramePr>
        <p:xfrm>
          <a:off x="457200" y="1500174"/>
          <a:ext cx="7467600" cy="3143272"/>
        </p:xfrm>
        <a:graphic>
          <a:graphicData uri="http://schemas.openxmlformats.org/drawingml/2006/table">
            <a:tbl>
              <a:tblPr firstRow="1" bandRow="1" bandCol="1">
                <a:tableStyleId>{FABFCF23-3B69-468F-B69F-88F6DE6A72F2}</a:tableStyleId>
              </a:tblPr>
              <a:tblGrid>
                <a:gridCol w="3733800"/>
                <a:gridCol w="3733800"/>
              </a:tblGrid>
              <a:tr h="635620">
                <a:tc>
                  <a:txBody>
                    <a:bodyPr/>
                    <a:lstStyle/>
                    <a:p>
                      <a:r>
                        <a:rPr lang="es-CO" dirty="0" smtClean="0"/>
                        <a:t>AUTOR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smtClean="0"/>
                        <a:t>CRITICAS PRINCIPALES</a:t>
                      </a:r>
                      <a:endParaRPr lang="es-CO" dirty="0"/>
                    </a:p>
                  </a:txBody>
                  <a:tcPr/>
                </a:tc>
              </a:tr>
              <a:tr h="2507652">
                <a:tc>
                  <a:txBody>
                    <a:bodyPr/>
                    <a:lstStyle/>
                    <a:p>
                      <a:r>
                        <a:rPr lang="es-CO" dirty="0" smtClean="0"/>
                        <a:t>Nicos</a:t>
                      </a:r>
                      <a:r>
                        <a:rPr lang="es-CO" baseline="0" dirty="0" smtClean="0"/>
                        <a:t> Mouzelis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endParaRPr lang="es-CO" dirty="0" smtClean="0"/>
                    </a:p>
                    <a:p>
                      <a:pPr>
                        <a:buFontTx/>
                        <a:buChar char="-"/>
                      </a:pPr>
                      <a:r>
                        <a:rPr lang="es-CO" dirty="0" smtClean="0"/>
                        <a:t>Carácte</a:t>
                      </a:r>
                      <a:r>
                        <a:rPr lang="es-CO" baseline="0" dirty="0" smtClean="0"/>
                        <a:t>r generalista de la escuela universalista. </a:t>
                      </a:r>
                    </a:p>
                    <a:p>
                      <a:pPr>
                        <a:buFontTx/>
                        <a:buNone/>
                      </a:pPr>
                      <a:endParaRPr lang="es-CO" baseline="0" dirty="0" smtClean="0"/>
                    </a:p>
                    <a:p>
                      <a:pPr>
                        <a:buFontTx/>
                        <a:buChar char="-"/>
                      </a:pPr>
                      <a:r>
                        <a:rPr lang="es-CO" baseline="0" dirty="0" smtClean="0"/>
                        <a:t> ¿ Existen principios de la administración? </a:t>
                      </a:r>
                    </a:p>
                    <a:p>
                      <a:endParaRPr lang="es-CO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285860"/>
            <a:ext cx="7467600" cy="5188092"/>
          </a:xfrm>
        </p:spPr>
        <p:txBody>
          <a:bodyPr/>
          <a:lstStyle/>
          <a:p>
            <a:r>
              <a:rPr lang="es-CO" dirty="0" smtClean="0">
                <a:solidFill>
                  <a:srgbClr val="FF0000"/>
                </a:solidFill>
              </a:rPr>
              <a:t>Contradicción</a:t>
            </a:r>
            <a:r>
              <a:rPr lang="es-CO" dirty="0" smtClean="0"/>
              <a:t>: El principio del ámbito de control va contra aquel que señala que la organización con pocos niveles jerárquicos permite una mejor comunicación</a:t>
            </a:r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dirty="0" smtClean="0"/>
              <a:t>Los principios simplemente proporcionan el conocimiento que un administrador puede adquirir a través de la experiencia y acudiendo al sentido común.</a:t>
            </a:r>
            <a:endParaRPr lang="es-C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smtClean="0"/>
              <a:t>FAYOLISMO EN COLOMBIA</a:t>
            </a:r>
            <a:endParaRPr lang="es-CO" b="1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74676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4 Estrella de 5 puntas">
            <a:hlinkClick r:id="rId7" action="ppaction://hlinksldjump"/>
          </p:cNvPr>
          <p:cNvSpPr/>
          <p:nvPr/>
        </p:nvSpPr>
        <p:spPr>
          <a:xfrm>
            <a:off x="7143768" y="1928802"/>
            <a:ext cx="785818" cy="642942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5 Estrella de 5 puntas">
            <a:hlinkClick r:id="rId8" action="ppaction://hlinksldjump"/>
          </p:cNvPr>
          <p:cNvSpPr/>
          <p:nvPr/>
        </p:nvSpPr>
        <p:spPr>
          <a:xfrm>
            <a:off x="7143768" y="3714752"/>
            <a:ext cx="857256" cy="714380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6 Estrella de 5 puntas">
            <a:hlinkClick r:id="rId9" action="ppaction://hlinksldjump"/>
          </p:cNvPr>
          <p:cNvSpPr/>
          <p:nvPr/>
        </p:nvSpPr>
        <p:spPr>
          <a:xfrm>
            <a:off x="7286644" y="5357826"/>
            <a:ext cx="785818" cy="714380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Ladrillera Andina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O" dirty="0" smtClean="0"/>
          </a:p>
          <a:p>
            <a:r>
              <a:rPr lang="es-CO" dirty="0" smtClean="0"/>
              <a:t>Se da en el áreas de producción, secado, cocimiento y despacho. </a:t>
            </a:r>
          </a:p>
          <a:p>
            <a:endParaRPr lang="es-CO" dirty="0" smtClean="0"/>
          </a:p>
          <a:p>
            <a:r>
              <a:rPr lang="es-CO" dirty="0" smtClean="0"/>
              <a:t>El jefe de producción y de planta es quien supervisa</a:t>
            </a:r>
          </a:p>
          <a:p>
            <a:endParaRPr lang="es-CO" dirty="0" smtClean="0"/>
          </a:p>
          <a:p>
            <a:r>
              <a:rPr lang="es-CO" dirty="0" smtClean="0"/>
              <a:t>La eficiencia de dichas labores depende de su permanencia en sus puestos de trabajo</a:t>
            </a:r>
            <a:endParaRPr lang="es-CO" dirty="0"/>
          </a:p>
        </p:txBody>
      </p:sp>
      <p:sp>
        <p:nvSpPr>
          <p:cNvPr id="4" name="3 Estrella de 5 puntas">
            <a:hlinkClick r:id="rId2" action="ppaction://hlinksldjump"/>
          </p:cNvPr>
          <p:cNvSpPr/>
          <p:nvPr/>
        </p:nvSpPr>
        <p:spPr>
          <a:xfrm>
            <a:off x="8215338" y="5715016"/>
            <a:ext cx="428628" cy="500066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Empresa Textil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r>
              <a:rPr lang="es-CO" sz="3600" dirty="0" smtClean="0"/>
              <a:t>Solo tienen en planta 24 personas y bajo contrato a través de cooperativas</a:t>
            </a:r>
            <a:endParaRPr lang="es-CO" sz="3600" dirty="0"/>
          </a:p>
        </p:txBody>
      </p:sp>
      <p:sp>
        <p:nvSpPr>
          <p:cNvPr id="4" name="3 Estrella de 5 puntas">
            <a:hlinkClick r:id="rId2" action="ppaction://hlinksldjump"/>
          </p:cNvPr>
          <p:cNvSpPr/>
          <p:nvPr/>
        </p:nvSpPr>
        <p:spPr>
          <a:xfrm>
            <a:off x="8215338" y="5715016"/>
            <a:ext cx="428628" cy="500066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Empresa de Carnicos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O" dirty="0" smtClean="0"/>
          </a:p>
          <a:p>
            <a:endParaRPr lang="es-CO" dirty="0" smtClean="0"/>
          </a:p>
          <a:p>
            <a:endParaRPr lang="es-CO" dirty="0" smtClean="0"/>
          </a:p>
          <a:p>
            <a:r>
              <a:rPr lang="es-CO" sz="4000" dirty="0" smtClean="0"/>
              <a:t>Representado en jefes</a:t>
            </a:r>
            <a:endParaRPr lang="es-CO" sz="40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472</TotalTime>
  <Words>1535</Words>
  <Application>Microsoft Office PowerPoint</Application>
  <PresentationFormat>Presentación en pantalla (4:3)</PresentationFormat>
  <Paragraphs>388</Paragraphs>
  <Slides>57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57</vt:i4>
      </vt:variant>
    </vt:vector>
  </HeadingPairs>
  <TitlesOfParts>
    <vt:vector size="58" baseType="lpstr">
      <vt:lpstr>Mirador</vt:lpstr>
      <vt:lpstr>LA DOCTRINA ADMINISTRATIVA DE HENRY FAYOL</vt:lpstr>
      <vt:lpstr>HENRY FAYOL</vt:lpstr>
      <vt:lpstr>ASPECTOS BIOGRÁFICOS</vt:lpstr>
      <vt:lpstr>Diapositiva 4</vt:lpstr>
      <vt:lpstr>Diapositiva 5</vt:lpstr>
      <vt:lpstr>Diapositiva 6</vt:lpstr>
      <vt:lpstr>PRINCIPIOS DE LA ADMINISTRACION</vt:lpstr>
      <vt:lpstr>PRINCIPIOS DE LA ADMINISTRACION</vt:lpstr>
      <vt:lpstr>Diapositiva 9</vt:lpstr>
      <vt:lpstr>1.asociacion</vt:lpstr>
      <vt:lpstr>AUTORIDAD Y RESPONSABILIDAD</vt:lpstr>
      <vt:lpstr>Diapositiva 12</vt:lpstr>
      <vt:lpstr>DISCIPLINA</vt:lpstr>
      <vt:lpstr>Unidad de mando ordenes- inf.de control</vt:lpstr>
      <vt:lpstr>UNIDAD DE DIRECCION</vt:lpstr>
      <vt:lpstr> JERARQUIA</vt:lpstr>
      <vt:lpstr>Diapositiva 17</vt:lpstr>
      <vt:lpstr>Diapositiva 18</vt:lpstr>
      <vt:lpstr>Diapositiva 19</vt:lpstr>
      <vt:lpstr>Diapositiva 20</vt:lpstr>
      <vt:lpstr>2. ASOCIACION </vt:lpstr>
      <vt:lpstr>SUBORDINACION DE LOS INTERESES PARTICULARES AL INTERES GENERAL</vt:lpstr>
      <vt:lpstr>Diapositiva 23</vt:lpstr>
      <vt:lpstr>Estabilidad del personal</vt:lpstr>
      <vt:lpstr>UNION DEL PERSONAL</vt:lpstr>
      <vt:lpstr>3.ASOCIACION</vt:lpstr>
      <vt:lpstr>División del trabajo</vt:lpstr>
      <vt:lpstr>DIVISION DEL TRABAJO</vt:lpstr>
      <vt:lpstr>DIVISION DEL TRABAJO</vt:lpstr>
      <vt:lpstr>Diapositiva 30</vt:lpstr>
      <vt:lpstr>REMUNERACION DEL PERSONAL </vt:lpstr>
      <vt:lpstr>El jefe ideal</vt:lpstr>
      <vt:lpstr>Cualidades del jefe</vt:lpstr>
      <vt:lpstr>Diapositiva 34</vt:lpstr>
      <vt:lpstr>Diapositiva 35</vt:lpstr>
      <vt:lpstr>Diapositiva 36</vt:lpstr>
      <vt:lpstr>Diapositiva 37</vt:lpstr>
      <vt:lpstr>Diapositiva 38</vt:lpstr>
      <vt:lpstr>Diapositiva 39</vt:lpstr>
      <vt:lpstr>Diapositiva 40</vt:lpstr>
      <vt:lpstr>Semejanzas y diferencias entre Taylor y Fayol</vt:lpstr>
      <vt:lpstr>Taylor</vt:lpstr>
      <vt:lpstr>Fayol</vt:lpstr>
      <vt:lpstr>COINCIDENCIAS </vt:lpstr>
      <vt:lpstr>Diapositiva 45</vt:lpstr>
      <vt:lpstr>Debilidades teoricas </vt:lpstr>
      <vt:lpstr>conclusiones</vt:lpstr>
      <vt:lpstr>Diapositiva 48</vt:lpstr>
      <vt:lpstr>CRITICAS DE ALGUNOS AUTORES</vt:lpstr>
      <vt:lpstr>Diapositiva 50</vt:lpstr>
      <vt:lpstr>Diapositiva 51</vt:lpstr>
      <vt:lpstr>Diapositiva 52</vt:lpstr>
      <vt:lpstr>Diapositiva 53</vt:lpstr>
      <vt:lpstr>FAYOLISMO EN COLOMBIA</vt:lpstr>
      <vt:lpstr>Ladrillera Andina</vt:lpstr>
      <vt:lpstr>Empresa Textil</vt:lpstr>
      <vt:lpstr>Empresa de Carnicos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*</dc:creator>
  <cp:lastModifiedBy>ESTUDIANTES</cp:lastModifiedBy>
  <cp:revision>54</cp:revision>
  <dcterms:created xsi:type="dcterms:W3CDTF">2009-09-01T02:20:04Z</dcterms:created>
  <dcterms:modified xsi:type="dcterms:W3CDTF">2009-09-29T20:32:11Z</dcterms:modified>
</cp:coreProperties>
</file>