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302" r:id="rId4"/>
    <p:sldId id="271" r:id="rId5"/>
    <p:sldId id="272" r:id="rId6"/>
    <p:sldId id="264" r:id="rId7"/>
    <p:sldId id="273" r:id="rId8"/>
    <p:sldId id="262" r:id="rId9"/>
    <p:sldId id="263" r:id="rId10"/>
    <p:sldId id="268" r:id="rId11"/>
    <p:sldId id="269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80" r:id="rId27"/>
    <p:sldId id="295" r:id="rId28"/>
    <p:sldId id="303" r:id="rId29"/>
    <p:sldId id="304" r:id="rId30"/>
    <p:sldId id="322" r:id="rId31"/>
    <p:sldId id="305" r:id="rId32"/>
    <p:sldId id="306" r:id="rId33"/>
    <p:sldId id="311" r:id="rId34"/>
    <p:sldId id="318" r:id="rId35"/>
    <p:sldId id="298" r:id="rId36"/>
    <p:sldId id="321" r:id="rId37"/>
    <p:sldId id="307" r:id="rId38"/>
    <p:sldId id="308" r:id="rId39"/>
    <p:sldId id="309" r:id="rId40"/>
    <p:sldId id="316" r:id="rId41"/>
    <p:sldId id="310" r:id="rId42"/>
    <p:sldId id="312" r:id="rId43"/>
    <p:sldId id="319" r:id="rId44"/>
    <p:sldId id="320" r:id="rId45"/>
    <p:sldId id="261" r:id="rId46"/>
    <p:sldId id="315" r:id="rId47"/>
    <p:sldId id="317" r:id="rId48"/>
    <p:sldId id="313" r:id="rId49"/>
    <p:sldId id="314" r:id="rId50"/>
    <p:sldId id="325" r:id="rId51"/>
    <p:sldId id="274" r:id="rId5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4" autoAdjust="0"/>
    <p:restoredTop sz="81883" autoAdjust="0"/>
  </p:normalViewPr>
  <p:slideViewPr>
    <p:cSldViewPr>
      <p:cViewPr>
        <p:scale>
          <a:sx n="68" d="100"/>
          <a:sy n="68" d="100"/>
        </p:scale>
        <p:origin x="-1434" y="-6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2D8714-A483-4952-AAAD-23E31C54C876}" type="doc">
      <dgm:prSet loTypeId="urn:microsoft.com/office/officeart/2005/8/layout/radial5" loCatId="relationship" qsTypeId="urn:microsoft.com/office/officeart/2005/8/quickstyle/3d1" qsCatId="3D" csTypeId="urn:microsoft.com/office/officeart/2005/8/colors/accent4_3" csCatId="accent4" phldr="1"/>
      <dgm:spPr/>
      <dgm:t>
        <a:bodyPr/>
        <a:lstStyle/>
        <a:p>
          <a:endParaRPr lang="es-CO"/>
        </a:p>
      </dgm:t>
    </dgm:pt>
    <dgm:pt modelId="{E32FE85B-5015-426C-B34B-A25827EF610A}">
      <dgm:prSet phldrT="[Texto]"/>
      <dgm:spPr/>
      <dgm:t>
        <a:bodyPr/>
        <a:lstStyle/>
        <a:p>
          <a:r>
            <a:rPr lang="es-CO" b="1" u="sng" dirty="0" smtClean="0">
              <a:solidFill>
                <a:schemeClr val="tx1"/>
              </a:solidFill>
            </a:rPr>
            <a:t>Modelo de estructura funcional</a:t>
          </a:r>
          <a:r>
            <a:rPr lang="es-CO" b="1" u="none" dirty="0" smtClean="0">
              <a:solidFill>
                <a:schemeClr val="tx1"/>
              </a:solidFill>
            </a:rPr>
            <a:t>.</a:t>
          </a:r>
          <a:endParaRPr lang="es-CO" b="1" u="none" dirty="0">
            <a:solidFill>
              <a:schemeClr val="tx1"/>
            </a:solidFill>
          </a:endParaRPr>
        </a:p>
      </dgm:t>
    </dgm:pt>
    <dgm:pt modelId="{EFA64266-B8AD-42A6-AEE4-43F1BC0FE543}" type="parTrans" cxnId="{8902EE11-3E88-45AD-9E87-A2B300F55CEB}">
      <dgm:prSet/>
      <dgm:spPr/>
      <dgm:t>
        <a:bodyPr/>
        <a:lstStyle/>
        <a:p>
          <a:endParaRPr lang="es-CO" u="none"/>
        </a:p>
      </dgm:t>
    </dgm:pt>
    <dgm:pt modelId="{78B0CE43-7185-48B9-9E4B-53C50ECC8135}" type="sibTrans" cxnId="{8902EE11-3E88-45AD-9E87-A2B300F55CEB}">
      <dgm:prSet/>
      <dgm:spPr/>
      <dgm:t>
        <a:bodyPr/>
        <a:lstStyle/>
        <a:p>
          <a:endParaRPr lang="es-CO" u="none"/>
        </a:p>
      </dgm:t>
    </dgm:pt>
    <dgm:pt modelId="{3DA50147-1AF5-4539-97F4-736264839F62}">
      <dgm:prSet phldrT="[Texto]"/>
      <dgm:spPr/>
      <dgm:t>
        <a:bodyPr/>
        <a:lstStyle/>
        <a:p>
          <a:r>
            <a:rPr lang="es-CO" b="1" u="none" dirty="0" smtClean="0">
              <a:solidFill>
                <a:schemeClr val="tx1"/>
              </a:solidFill>
            </a:rPr>
            <a:t>Operaciones técnicas</a:t>
          </a:r>
          <a:endParaRPr lang="es-CO" b="1" u="none" dirty="0">
            <a:solidFill>
              <a:schemeClr val="tx1"/>
            </a:solidFill>
          </a:endParaRPr>
        </a:p>
      </dgm:t>
    </dgm:pt>
    <dgm:pt modelId="{3321115B-2F2A-4FE4-9507-F1B19FA18EE3}" type="parTrans" cxnId="{8DBFD736-8E43-4A68-9CA0-253C1602A058}">
      <dgm:prSet/>
      <dgm:spPr/>
      <dgm:t>
        <a:bodyPr/>
        <a:lstStyle/>
        <a:p>
          <a:endParaRPr lang="es-CO" u="none"/>
        </a:p>
      </dgm:t>
    </dgm:pt>
    <dgm:pt modelId="{71641117-F6BF-41A8-A86C-D277CD880353}" type="sibTrans" cxnId="{8DBFD736-8E43-4A68-9CA0-253C1602A058}">
      <dgm:prSet/>
      <dgm:spPr/>
      <dgm:t>
        <a:bodyPr/>
        <a:lstStyle/>
        <a:p>
          <a:endParaRPr lang="es-CO" u="none"/>
        </a:p>
      </dgm:t>
    </dgm:pt>
    <dgm:pt modelId="{61F53EB8-F48A-440E-9FF3-4E3CA43F63B6}">
      <dgm:prSet phldrT="[Texto]"/>
      <dgm:spPr/>
      <dgm:t>
        <a:bodyPr/>
        <a:lstStyle/>
        <a:p>
          <a:r>
            <a:rPr lang="es-CO" b="1" u="none" dirty="0" smtClean="0">
              <a:solidFill>
                <a:schemeClr val="tx1"/>
              </a:solidFill>
            </a:rPr>
            <a:t>Operaciones comerciales</a:t>
          </a:r>
          <a:endParaRPr lang="es-CO" b="1" u="none" dirty="0">
            <a:solidFill>
              <a:schemeClr val="tx1"/>
            </a:solidFill>
          </a:endParaRPr>
        </a:p>
      </dgm:t>
    </dgm:pt>
    <dgm:pt modelId="{F1A60B2D-814F-49AF-A301-9426B8A3CFD3}" type="parTrans" cxnId="{A09AECEF-1771-48E6-A5C6-E8441DC821C9}">
      <dgm:prSet/>
      <dgm:spPr/>
      <dgm:t>
        <a:bodyPr/>
        <a:lstStyle/>
        <a:p>
          <a:endParaRPr lang="es-CO" u="none"/>
        </a:p>
      </dgm:t>
    </dgm:pt>
    <dgm:pt modelId="{35D6C3D6-2AD0-4179-9D79-637F6BB326F9}" type="sibTrans" cxnId="{A09AECEF-1771-48E6-A5C6-E8441DC821C9}">
      <dgm:prSet/>
      <dgm:spPr/>
      <dgm:t>
        <a:bodyPr/>
        <a:lstStyle/>
        <a:p>
          <a:endParaRPr lang="es-CO" u="none"/>
        </a:p>
      </dgm:t>
    </dgm:pt>
    <dgm:pt modelId="{72C42340-18BE-4AAB-81C5-BF3B8C125F14}">
      <dgm:prSet phldrT="[Texto]" phldr="1"/>
      <dgm:spPr/>
      <dgm:t>
        <a:bodyPr/>
        <a:lstStyle/>
        <a:p>
          <a:endParaRPr lang="es-CO" u="none" dirty="0"/>
        </a:p>
      </dgm:t>
    </dgm:pt>
    <dgm:pt modelId="{1396A012-B11E-4B33-8E14-9174F3FABC9D}" type="parTrans" cxnId="{79F8471C-09AB-4B52-914B-4A38B5CA0024}">
      <dgm:prSet/>
      <dgm:spPr/>
      <dgm:t>
        <a:bodyPr/>
        <a:lstStyle/>
        <a:p>
          <a:endParaRPr lang="es-CO" u="none"/>
        </a:p>
      </dgm:t>
    </dgm:pt>
    <dgm:pt modelId="{CD84517B-A6C5-4D6E-9E60-7DC6EC81BAFD}" type="sibTrans" cxnId="{79F8471C-09AB-4B52-914B-4A38B5CA0024}">
      <dgm:prSet/>
      <dgm:spPr/>
      <dgm:t>
        <a:bodyPr/>
        <a:lstStyle/>
        <a:p>
          <a:endParaRPr lang="es-CO" u="none"/>
        </a:p>
      </dgm:t>
    </dgm:pt>
    <dgm:pt modelId="{99E77AB2-7221-42AF-90BD-C2D68A9E8988}">
      <dgm:prSet phldrT="[Texto]" phldr="1"/>
      <dgm:spPr/>
      <dgm:t>
        <a:bodyPr/>
        <a:lstStyle/>
        <a:p>
          <a:endParaRPr lang="es-CO" u="none" dirty="0"/>
        </a:p>
      </dgm:t>
    </dgm:pt>
    <dgm:pt modelId="{5313A44D-B861-4DC5-BF91-45FE7C177E2D}" type="parTrans" cxnId="{83ACAAD8-7D7C-4047-A683-95263627C265}">
      <dgm:prSet/>
      <dgm:spPr/>
      <dgm:t>
        <a:bodyPr/>
        <a:lstStyle/>
        <a:p>
          <a:endParaRPr lang="es-CO" u="none"/>
        </a:p>
      </dgm:t>
    </dgm:pt>
    <dgm:pt modelId="{4BD7B811-CFCB-4B17-9E12-9DDCD98F329E}" type="sibTrans" cxnId="{83ACAAD8-7D7C-4047-A683-95263627C265}">
      <dgm:prSet/>
      <dgm:spPr/>
      <dgm:t>
        <a:bodyPr/>
        <a:lstStyle/>
        <a:p>
          <a:endParaRPr lang="es-CO" u="none"/>
        </a:p>
      </dgm:t>
    </dgm:pt>
    <dgm:pt modelId="{EDBF2350-839C-4F4E-A355-273D49F8A85C}">
      <dgm:prSet phldrT="[Texto]" phldr="1"/>
      <dgm:spPr/>
      <dgm:t>
        <a:bodyPr/>
        <a:lstStyle/>
        <a:p>
          <a:endParaRPr lang="es-CO" u="none" dirty="0"/>
        </a:p>
      </dgm:t>
    </dgm:pt>
    <dgm:pt modelId="{71A0C84E-061B-44DE-8F61-7159460F03F4}" type="parTrans" cxnId="{5D380A5D-38FB-4072-B450-C57E9333BE46}">
      <dgm:prSet/>
      <dgm:spPr/>
      <dgm:t>
        <a:bodyPr/>
        <a:lstStyle/>
        <a:p>
          <a:endParaRPr lang="es-CO" u="none"/>
        </a:p>
      </dgm:t>
    </dgm:pt>
    <dgm:pt modelId="{EBFD346B-E549-4EE1-9D99-EB8ACECA6348}" type="sibTrans" cxnId="{5D380A5D-38FB-4072-B450-C57E9333BE46}">
      <dgm:prSet/>
      <dgm:spPr/>
      <dgm:t>
        <a:bodyPr/>
        <a:lstStyle/>
        <a:p>
          <a:endParaRPr lang="es-CO" u="none"/>
        </a:p>
      </dgm:t>
    </dgm:pt>
    <dgm:pt modelId="{5B6934CA-27BD-483B-AC88-130C6511A956}">
      <dgm:prSet phldrT="[Texto]" phldr="1"/>
      <dgm:spPr/>
      <dgm:t>
        <a:bodyPr/>
        <a:lstStyle/>
        <a:p>
          <a:endParaRPr lang="es-CO" u="none" dirty="0"/>
        </a:p>
      </dgm:t>
    </dgm:pt>
    <dgm:pt modelId="{6685BB12-D621-4988-9B41-5D3810AC9D9D}" type="parTrans" cxnId="{CB8771B0-D3A1-42AB-89F2-392716375FCB}">
      <dgm:prSet/>
      <dgm:spPr/>
      <dgm:t>
        <a:bodyPr/>
        <a:lstStyle/>
        <a:p>
          <a:endParaRPr lang="es-CO" u="none"/>
        </a:p>
      </dgm:t>
    </dgm:pt>
    <dgm:pt modelId="{56909CF2-FC1F-44FA-AFEC-8A12383C9AFB}" type="sibTrans" cxnId="{CB8771B0-D3A1-42AB-89F2-392716375FCB}">
      <dgm:prSet/>
      <dgm:spPr/>
      <dgm:t>
        <a:bodyPr/>
        <a:lstStyle/>
        <a:p>
          <a:endParaRPr lang="es-CO" u="none"/>
        </a:p>
      </dgm:t>
    </dgm:pt>
    <dgm:pt modelId="{0B40C3C7-9BC7-4FF2-AC0C-89AC0B03654A}">
      <dgm:prSet phldrT="[Texto]" phldr="1"/>
      <dgm:spPr/>
      <dgm:t>
        <a:bodyPr/>
        <a:lstStyle/>
        <a:p>
          <a:endParaRPr lang="es-CO" u="none" dirty="0"/>
        </a:p>
      </dgm:t>
    </dgm:pt>
    <dgm:pt modelId="{AA034DE2-CF6D-496A-AB0A-4B43BC2F9F87}" type="parTrans" cxnId="{8D27DA0A-5D64-4399-9708-BC1230BD3FA3}">
      <dgm:prSet/>
      <dgm:spPr/>
      <dgm:t>
        <a:bodyPr/>
        <a:lstStyle/>
        <a:p>
          <a:endParaRPr lang="es-CO" u="none"/>
        </a:p>
      </dgm:t>
    </dgm:pt>
    <dgm:pt modelId="{869A99E5-D0B6-48E0-B056-6A7532B4629B}" type="sibTrans" cxnId="{8D27DA0A-5D64-4399-9708-BC1230BD3FA3}">
      <dgm:prSet/>
      <dgm:spPr/>
      <dgm:t>
        <a:bodyPr/>
        <a:lstStyle/>
        <a:p>
          <a:endParaRPr lang="es-CO" u="none"/>
        </a:p>
      </dgm:t>
    </dgm:pt>
    <dgm:pt modelId="{8A429F13-B082-40ED-B1D9-41CB9189E6D1}">
      <dgm:prSet phldrT="[Texto]" phldr="1"/>
      <dgm:spPr/>
      <dgm:t>
        <a:bodyPr/>
        <a:lstStyle/>
        <a:p>
          <a:endParaRPr lang="es-CO" u="none" dirty="0"/>
        </a:p>
      </dgm:t>
    </dgm:pt>
    <dgm:pt modelId="{AD05DF20-21BB-44D0-B59D-72B1CAF449FA}" type="parTrans" cxnId="{C56CACD2-5CB6-4079-9EBD-61F45E945D25}">
      <dgm:prSet/>
      <dgm:spPr/>
      <dgm:t>
        <a:bodyPr/>
        <a:lstStyle/>
        <a:p>
          <a:endParaRPr lang="es-CO" u="none"/>
        </a:p>
      </dgm:t>
    </dgm:pt>
    <dgm:pt modelId="{CBC4EA6A-F12C-4F55-A60E-E3B578C6F948}" type="sibTrans" cxnId="{C56CACD2-5CB6-4079-9EBD-61F45E945D25}">
      <dgm:prSet/>
      <dgm:spPr/>
      <dgm:t>
        <a:bodyPr/>
        <a:lstStyle/>
        <a:p>
          <a:endParaRPr lang="es-CO" u="none"/>
        </a:p>
      </dgm:t>
    </dgm:pt>
    <dgm:pt modelId="{FB2286E1-89FF-4AC8-8C88-1D0E6266C018}">
      <dgm:prSet/>
      <dgm:spPr/>
      <dgm:t>
        <a:bodyPr/>
        <a:lstStyle/>
        <a:p>
          <a:endParaRPr lang="es-CO" u="none" dirty="0"/>
        </a:p>
      </dgm:t>
    </dgm:pt>
    <dgm:pt modelId="{A6A12871-A5A8-4C6A-876E-6B251C0B2EEB}" type="parTrans" cxnId="{3B7C45BA-DF37-4E33-908C-264381B5C87B}">
      <dgm:prSet/>
      <dgm:spPr/>
      <dgm:t>
        <a:bodyPr/>
        <a:lstStyle/>
        <a:p>
          <a:endParaRPr lang="es-CO" u="none"/>
        </a:p>
      </dgm:t>
    </dgm:pt>
    <dgm:pt modelId="{664C703C-3471-4A9A-A1FB-A67D7FDA44DF}" type="sibTrans" cxnId="{3B7C45BA-DF37-4E33-908C-264381B5C87B}">
      <dgm:prSet/>
      <dgm:spPr/>
      <dgm:t>
        <a:bodyPr/>
        <a:lstStyle/>
        <a:p>
          <a:endParaRPr lang="es-CO" u="none"/>
        </a:p>
      </dgm:t>
    </dgm:pt>
    <dgm:pt modelId="{C5037C4F-8646-440A-8D6B-65B404411DFB}">
      <dgm:prSet/>
      <dgm:spPr/>
      <dgm:t>
        <a:bodyPr/>
        <a:lstStyle/>
        <a:p>
          <a:endParaRPr lang="es-CO" u="none" dirty="0"/>
        </a:p>
      </dgm:t>
    </dgm:pt>
    <dgm:pt modelId="{D7F54CA8-D746-437B-84BF-6ABDD3598CA9}" type="parTrans" cxnId="{0E558111-0C18-4A89-8400-411DA6A498CB}">
      <dgm:prSet/>
      <dgm:spPr/>
      <dgm:t>
        <a:bodyPr/>
        <a:lstStyle/>
        <a:p>
          <a:endParaRPr lang="es-CO" u="none"/>
        </a:p>
      </dgm:t>
    </dgm:pt>
    <dgm:pt modelId="{8A0C01CA-F016-473F-8040-38C0EE6CF346}" type="sibTrans" cxnId="{0E558111-0C18-4A89-8400-411DA6A498CB}">
      <dgm:prSet/>
      <dgm:spPr/>
      <dgm:t>
        <a:bodyPr/>
        <a:lstStyle/>
        <a:p>
          <a:endParaRPr lang="es-CO" u="none"/>
        </a:p>
      </dgm:t>
    </dgm:pt>
    <dgm:pt modelId="{66F05C95-6F67-496D-B9D8-CB227B07769E}">
      <dgm:prSet/>
      <dgm:spPr/>
      <dgm:t>
        <a:bodyPr/>
        <a:lstStyle/>
        <a:p>
          <a:endParaRPr lang="es-CO" u="none" dirty="0"/>
        </a:p>
      </dgm:t>
    </dgm:pt>
    <dgm:pt modelId="{F88F7979-AFC3-448E-BE26-68FCC4F930A6}" type="parTrans" cxnId="{F91ABA2B-416A-42B6-8936-13478DC29E3F}">
      <dgm:prSet/>
      <dgm:spPr/>
      <dgm:t>
        <a:bodyPr/>
        <a:lstStyle/>
        <a:p>
          <a:endParaRPr lang="es-CO" u="none"/>
        </a:p>
      </dgm:t>
    </dgm:pt>
    <dgm:pt modelId="{B7556540-A9E2-4634-8FC3-5962853F5828}" type="sibTrans" cxnId="{F91ABA2B-416A-42B6-8936-13478DC29E3F}">
      <dgm:prSet/>
      <dgm:spPr/>
      <dgm:t>
        <a:bodyPr/>
        <a:lstStyle/>
        <a:p>
          <a:endParaRPr lang="es-CO" u="none"/>
        </a:p>
      </dgm:t>
    </dgm:pt>
    <dgm:pt modelId="{8A6CA5F0-2718-406A-8A4F-E7162C4D8DED}">
      <dgm:prSet/>
      <dgm:spPr/>
      <dgm:t>
        <a:bodyPr/>
        <a:lstStyle/>
        <a:p>
          <a:endParaRPr lang="es-CO" u="none" dirty="0"/>
        </a:p>
      </dgm:t>
    </dgm:pt>
    <dgm:pt modelId="{AD7CC77A-A34E-412F-9707-A56ABAEFC0D2}" type="parTrans" cxnId="{083F2A64-EE2B-4CAE-8D82-CF8B5E9D1692}">
      <dgm:prSet/>
      <dgm:spPr/>
      <dgm:t>
        <a:bodyPr/>
        <a:lstStyle/>
        <a:p>
          <a:endParaRPr lang="es-CO" u="none"/>
        </a:p>
      </dgm:t>
    </dgm:pt>
    <dgm:pt modelId="{96C1E75F-F076-43BF-82D4-625243D588E3}" type="sibTrans" cxnId="{083F2A64-EE2B-4CAE-8D82-CF8B5E9D1692}">
      <dgm:prSet/>
      <dgm:spPr/>
      <dgm:t>
        <a:bodyPr/>
        <a:lstStyle/>
        <a:p>
          <a:endParaRPr lang="es-CO" u="none"/>
        </a:p>
      </dgm:t>
    </dgm:pt>
    <dgm:pt modelId="{70C8BA6C-10FD-4D5E-B0A3-30169B27432A}">
      <dgm:prSet/>
      <dgm:spPr/>
      <dgm:t>
        <a:bodyPr/>
        <a:lstStyle/>
        <a:p>
          <a:endParaRPr lang="es-CO" u="none" dirty="0"/>
        </a:p>
      </dgm:t>
    </dgm:pt>
    <dgm:pt modelId="{AD1F5070-8596-489E-A7F5-34833F2C83CD}" type="parTrans" cxnId="{446F3F25-6F1F-4C13-8D24-3CD75EB4B0EE}">
      <dgm:prSet/>
      <dgm:spPr/>
      <dgm:t>
        <a:bodyPr/>
        <a:lstStyle/>
        <a:p>
          <a:endParaRPr lang="es-CO" u="none"/>
        </a:p>
      </dgm:t>
    </dgm:pt>
    <dgm:pt modelId="{B9040C62-D324-4245-8898-F0A70C193528}" type="sibTrans" cxnId="{446F3F25-6F1F-4C13-8D24-3CD75EB4B0EE}">
      <dgm:prSet/>
      <dgm:spPr/>
      <dgm:t>
        <a:bodyPr/>
        <a:lstStyle/>
        <a:p>
          <a:endParaRPr lang="es-CO" u="none"/>
        </a:p>
      </dgm:t>
    </dgm:pt>
    <dgm:pt modelId="{7E696DA1-7989-4D32-9A26-10F7C83AC95C}">
      <dgm:prSet/>
      <dgm:spPr/>
      <dgm:t>
        <a:bodyPr/>
        <a:lstStyle/>
        <a:p>
          <a:r>
            <a:rPr lang="es-CO" b="1" u="none" dirty="0" smtClean="0">
              <a:solidFill>
                <a:schemeClr val="tx1"/>
              </a:solidFill>
            </a:rPr>
            <a:t>Operaciones financieras </a:t>
          </a:r>
          <a:endParaRPr lang="es-CO" b="1" u="none" dirty="0">
            <a:solidFill>
              <a:schemeClr val="tx1"/>
            </a:solidFill>
          </a:endParaRPr>
        </a:p>
      </dgm:t>
    </dgm:pt>
    <dgm:pt modelId="{DCC691FA-9384-42A7-89EA-748F344EDE4E}" type="parTrans" cxnId="{778D7DD7-9F4A-4708-B330-9614281AB433}">
      <dgm:prSet/>
      <dgm:spPr/>
      <dgm:t>
        <a:bodyPr/>
        <a:lstStyle/>
        <a:p>
          <a:endParaRPr lang="es-CO" u="none"/>
        </a:p>
      </dgm:t>
    </dgm:pt>
    <dgm:pt modelId="{4083B688-F785-47B2-B971-3EA0CE197965}" type="sibTrans" cxnId="{778D7DD7-9F4A-4708-B330-9614281AB433}">
      <dgm:prSet/>
      <dgm:spPr/>
      <dgm:t>
        <a:bodyPr/>
        <a:lstStyle/>
        <a:p>
          <a:endParaRPr lang="es-CO" u="none"/>
        </a:p>
      </dgm:t>
    </dgm:pt>
    <dgm:pt modelId="{899AE96F-4607-4B64-81B6-51F8B83A930D}">
      <dgm:prSet/>
      <dgm:spPr/>
      <dgm:t>
        <a:bodyPr/>
        <a:lstStyle/>
        <a:p>
          <a:r>
            <a:rPr lang="es-CO" b="1" u="none" dirty="0" smtClean="0">
              <a:solidFill>
                <a:schemeClr val="tx1"/>
              </a:solidFill>
            </a:rPr>
            <a:t>Operaciones de seguridad </a:t>
          </a:r>
          <a:endParaRPr lang="es-CO" b="1" u="none" dirty="0">
            <a:solidFill>
              <a:schemeClr val="tx1"/>
            </a:solidFill>
          </a:endParaRPr>
        </a:p>
      </dgm:t>
    </dgm:pt>
    <dgm:pt modelId="{C93D8F87-3B58-4218-9305-FCCFF0FF1843}" type="parTrans" cxnId="{D68197B6-3560-48AB-9D8F-BACC82D58530}">
      <dgm:prSet/>
      <dgm:spPr/>
      <dgm:t>
        <a:bodyPr/>
        <a:lstStyle/>
        <a:p>
          <a:endParaRPr lang="es-CO" u="none"/>
        </a:p>
      </dgm:t>
    </dgm:pt>
    <dgm:pt modelId="{85D102A8-5FB7-4029-97BE-943CC54557C6}" type="sibTrans" cxnId="{D68197B6-3560-48AB-9D8F-BACC82D58530}">
      <dgm:prSet/>
      <dgm:spPr/>
      <dgm:t>
        <a:bodyPr/>
        <a:lstStyle/>
        <a:p>
          <a:endParaRPr lang="es-CO" u="none"/>
        </a:p>
      </dgm:t>
    </dgm:pt>
    <dgm:pt modelId="{D53DCAAB-B54C-4A48-A151-CCE6F783B319}">
      <dgm:prSet/>
      <dgm:spPr/>
      <dgm:t>
        <a:bodyPr/>
        <a:lstStyle/>
        <a:p>
          <a:r>
            <a:rPr lang="es-CO" b="1" u="none" dirty="0" smtClean="0">
              <a:solidFill>
                <a:schemeClr val="tx1"/>
              </a:solidFill>
            </a:rPr>
            <a:t>Operaciones de contabilidad </a:t>
          </a:r>
          <a:endParaRPr lang="es-CO" b="1" u="none" dirty="0">
            <a:solidFill>
              <a:schemeClr val="tx1"/>
            </a:solidFill>
          </a:endParaRPr>
        </a:p>
      </dgm:t>
    </dgm:pt>
    <dgm:pt modelId="{4FF9D839-AA9E-4A4B-9779-7C0013BD43D9}" type="parTrans" cxnId="{2598EE47-8A4F-4A52-8D59-AA8CB8FC3FAC}">
      <dgm:prSet/>
      <dgm:spPr/>
      <dgm:t>
        <a:bodyPr/>
        <a:lstStyle/>
        <a:p>
          <a:endParaRPr lang="es-CO" u="none"/>
        </a:p>
      </dgm:t>
    </dgm:pt>
    <dgm:pt modelId="{1C639232-80B3-4A07-A0B4-309543235E57}" type="sibTrans" cxnId="{2598EE47-8A4F-4A52-8D59-AA8CB8FC3FAC}">
      <dgm:prSet/>
      <dgm:spPr/>
      <dgm:t>
        <a:bodyPr/>
        <a:lstStyle/>
        <a:p>
          <a:endParaRPr lang="es-CO" u="none"/>
        </a:p>
      </dgm:t>
    </dgm:pt>
    <dgm:pt modelId="{A0425866-1630-4078-B79C-BE9F98998AA1}">
      <dgm:prSet/>
      <dgm:spPr/>
      <dgm:t>
        <a:bodyPr/>
        <a:lstStyle/>
        <a:p>
          <a:r>
            <a:rPr lang="es-CO" b="1" u="none" dirty="0" smtClean="0">
              <a:solidFill>
                <a:schemeClr val="tx1"/>
              </a:solidFill>
            </a:rPr>
            <a:t>Operaciones administrativas </a:t>
          </a:r>
          <a:endParaRPr lang="es-CO" b="1" u="none" dirty="0">
            <a:solidFill>
              <a:schemeClr val="tx1"/>
            </a:solidFill>
          </a:endParaRPr>
        </a:p>
      </dgm:t>
    </dgm:pt>
    <dgm:pt modelId="{9F683AE4-63ED-40BE-A379-9620DA53FEDE}" type="parTrans" cxnId="{19E00A5D-0A94-40D2-A26A-9E2308A92281}">
      <dgm:prSet/>
      <dgm:spPr/>
      <dgm:t>
        <a:bodyPr/>
        <a:lstStyle/>
        <a:p>
          <a:endParaRPr lang="es-CO" u="none"/>
        </a:p>
      </dgm:t>
    </dgm:pt>
    <dgm:pt modelId="{5F601CB9-C055-4850-A5F3-CA6C81B401B2}" type="sibTrans" cxnId="{19E00A5D-0A94-40D2-A26A-9E2308A92281}">
      <dgm:prSet/>
      <dgm:spPr/>
      <dgm:t>
        <a:bodyPr/>
        <a:lstStyle/>
        <a:p>
          <a:endParaRPr lang="es-CO" u="none"/>
        </a:p>
      </dgm:t>
    </dgm:pt>
    <dgm:pt modelId="{D131DE80-D0F4-4D7B-AE9C-2A1F0399FD1F}" type="pres">
      <dgm:prSet presAssocID="{4C2D8714-A483-4952-AAAD-23E31C54C876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s-CO"/>
        </a:p>
      </dgm:t>
    </dgm:pt>
    <dgm:pt modelId="{E6B859BC-6633-4427-B655-9814BE85FE42}" type="pres">
      <dgm:prSet presAssocID="{E32FE85B-5015-426C-B34B-A25827EF610A}" presName="centerShape" presStyleLbl="node0" presStyleIdx="0" presStyleCnt="1"/>
      <dgm:spPr/>
      <dgm:t>
        <a:bodyPr/>
        <a:lstStyle/>
        <a:p>
          <a:endParaRPr lang="es-CO"/>
        </a:p>
      </dgm:t>
    </dgm:pt>
    <dgm:pt modelId="{4B4D7087-F9C0-471E-B975-9288CCE4911E}" type="pres">
      <dgm:prSet presAssocID="{3321115B-2F2A-4FE4-9507-F1B19FA18EE3}" presName="parTrans" presStyleLbl="sibTrans2D1" presStyleIdx="0" presStyleCnt="6"/>
      <dgm:spPr/>
      <dgm:t>
        <a:bodyPr/>
        <a:lstStyle/>
        <a:p>
          <a:endParaRPr lang="es-CO"/>
        </a:p>
      </dgm:t>
    </dgm:pt>
    <dgm:pt modelId="{FE94D0F2-47CE-407D-922C-220A82A3CDC7}" type="pres">
      <dgm:prSet presAssocID="{3321115B-2F2A-4FE4-9507-F1B19FA18EE3}" presName="connectorText" presStyleLbl="sibTrans2D1" presStyleIdx="0" presStyleCnt="6"/>
      <dgm:spPr/>
      <dgm:t>
        <a:bodyPr/>
        <a:lstStyle/>
        <a:p>
          <a:endParaRPr lang="es-CO"/>
        </a:p>
      </dgm:t>
    </dgm:pt>
    <dgm:pt modelId="{FC708F94-1154-4636-AFC4-2F6AF824A074}" type="pres">
      <dgm:prSet presAssocID="{3DA50147-1AF5-4539-97F4-736264839F62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E901AF54-C2E6-4AF7-A2F6-E90B10FBF19B}" type="pres">
      <dgm:prSet presAssocID="{F1A60B2D-814F-49AF-A301-9426B8A3CFD3}" presName="parTrans" presStyleLbl="sibTrans2D1" presStyleIdx="1" presStyleCnt="6"/>
      <dgm:spPr/>
      <dgm:t>
        <a:bodyPr/>
        <a:lstStyle/>
        <a:p>
          <a:endParaRPr lang="es-CO"/>
        </a:p>
      </dgm:t>
    </dgm:pt>
    <dgm:pt modelId="{C287A6B2-F981-44AE-B19B-37123FE18997}" type="pres">
      <dgm:prSet presAssocID="{F1A60B2D-814F-49AF-A301-9426B8A3CFD3}" presName="connectorText" presStyleLbl="sibTrans2D1" presStyleIdx="1" presStyleCnt="6"/>
      <dgm:spPr/>
      <dgm:t>
        <a:bodyPr/>
        <a:lstStyle/>
        <a:p>
          <a:endParaRPr lang="es-CO"/>
        </a:p>
      </dgm:t>
    </dgm:pt>
    <dgm:pt modelId="{212304C7-09E3-46EC-8CFE-78ADF6DC2C5E}" type="pres">
      <dgm:prSet presAssocID="{61F53EB8-F48A-440E-9FF3-4E3CA43F63B6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D9C1892D-2520-41D4-AE37-1FE1BC7896FF}" type="pres">
      <dgm:prSet presAssocID="{DCC691FA-9384-42A7-89EA-748F344EDE4E}" presName="parTrans" presStyleLbl="sibTrans2D1" presStyleIdx="2" presStyleCnt="6"/>
      <dgm:spPr/>
      <dgm:t>
        <a:bodyPr/>
        <a:lstStyle/>
        <a:p>
          <a:endParaRPr lang="es-CO"/>
        </a:p>
      </dgm:t>
    </dgm:pt>
    <dgm:pt modelId="{698F6C68-B814-4D92-9D86-9F7128022FBD}" type="pres">
      <dgm:prSet presAssocID="{DCC691FA-9384-42A7-89EA-748F344EDE4E}" presName="connectorText" presStyleLbl="sibTrans2D1" presStyleIdx="2" presStyleCnt="6"/>
      <dgm:spPr/>
      <dgm:t>
        <a:bodyPr/>
        <a:lstStyle/>
        <a:p>
          <a:endParaRPr lang="es-CO"/>
        </a:p>
      </dgm:t>
    </dgm:pt>
    <dgm:pt modelId="{AD2A841A-CE61-4663-B0A9-85A95206F60A}" type="pres">
      <dgm:prSet presAssocID="{7E696DA1-7989-4D32-9A26-10F7C83AC95C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843B722B-C83B-4251-AB73-E9F59B602496}" type="pres">
      <dgm:prSet presAssocID="{C93D8F87-3B58-4218-9305-FCCFF0FF1843}" presName="parTrans" presStyleLbl="sibTrans2D1" presStyleIdx="3" presStyleCnt="6"/>
      <dgm:spPr/>
      <dgm:t>
        <a:bodyPr/>
        <a:lstStyle/>
        <a:p>
          <a:endParaRPr lang="es-CO"/>
        </a:p>
      </dgm:t>
    </dgm:pt>
    <dgm:pt modelId="{73F56100-D115-4FEA-AE45-75007F95FAAD}" type="pres">
      <dgm:prSet presAssocID="{C93D8F87-3B58-4218-9305-FCCFF0FF1843}" presName="connectorText" presStyleLbl="sibTrans2D1" presStyleIdx="3" presStyleCnt="6"/>
      <dgm:spPr/>
      <dgm:t>
        <a:bodyPr/>
        <a:lstStyle/>
        <a:p>
          <a:endParaRPr lang="es-CO"/>
        </a:p>
      </dgm:t>
    </dgm:pt>
    <dgm:pt modelId="{7DC25354-3C3B-4C91-A250-5EABCBB7D5E3}" type="pres">
      <dgm:prSet presAssocID="{899AE96F-4607-4B64-81B6-51F8B83A930D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A240BD2E-5C5A-4AD1-8021-92096C870262}" type="pres">
      <dgm:prSet presAssocID="{4FF9D839-AA9E-4A4B-9779-7C0013BD43D9}" presName="parTrans" presStyleLbl="sibTrans2D1" presStyleIdx="4" presStyleCnt="6"/>
      <dgm:spPr/>
      <dgm:t>
        <a:bodyPr/>
        <a:lstStyle/>
        <a:p>
          <a:endParaRPr lang="es-CO"/>
        </a:p>
      </dgm:t>
    </dgm:pt>
    <dgm:pt modelId="{4515FC69-1EFF-4DB6-9663-B06660226D81}" type="pres">
      <dgm:prSet presAssocID="{4FF9D839-AA9E-4A4B-9779-7C0013BD43D9}" presName="connectorText" presStyleLbl="sibTrans2D1" presStyleIdx="4" presStyleCnt="6"/>
      <dgm:spPr/>
      <dgm:t>
        <a:bodyPr/>
        <a:lstStyle/>
        <a:p>
          <a:endParaRPr lang="es-CO"/>
        </a:p>
      </dgm:t>
    </dgm:pt>
    <dgm:pt modelId="{325578F2-67D2-4B4C-93C1-19C7ECA88A88}" type="pres">
      <dgm:prSet presAssocID="{D53DCAAB-B54C-4A48-A151-CCE6F783B319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54A4A120-D78C-4E30-A09D-5AD5D603322A}" type="pres">
      <dgm:prSet presAssocID="{9F683AE4-63ED-40BE-A379-9620DA53FEDE}" presName="parTrans" presStyleLbl="sibTrans2D1" presStyleIdx="5" presStyleCnt="6"/>
      <dgm:spPr/>
      <dgm:t>
        <a:bodyPr/>
        <a:lstStyle/>
        <a:p>
          <a:endParaRPr lang="es-CO"/>
        </a:p>
      </dgm:t>
    </dgm:pt>
    <dgm:pt modelId="{35320449-A61B-4C4A-BF8E-9DCDB63BBBB4}" type="pres">
      <dgm:prSet presAssocID="{9F683AE4-63ED-40BE-A379-9620DA53FEDE}" presName="connectorText" presStyleLbl="sibTrans2D1" presStyleIdx="5" presStyleCnt="6"/>
      <dgm:spPr/>
      <dgm:t>
        <a:bodyPr/>
        <a:lstStyle/>
        <a:p>
          <a:endParaRPr lang="es-CO"/>
        </a:p>
      </dgm:t>
    </dgm:pt>
    <dgm:pt modelId="{D9F8C292-F3CA-432F-B898-AEB8CE04377C}" type="pres">
      <dgm:prSet presAssocID="{A0425866-1630-4078-B79C-BE9F98998AA1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2BE23F74-B6B1-4B28-8290-802DE70EF368}" type="presOf" srcId="{4FF9D839-AA9E-4A4B-9779-7C0013BD43D9}" destId="{A240BD2E-5C5A-4AD1-8021-92096C870262}" srcOrd="0" destOrd="0" presId="urn:microsoft.com/office/officeart/2005/8/layout/radial5"/>
    <dgm:cxn modelId="{4FD627B7-3EFF-4B5C-9BBB-F4809479FB2F}" type="presOf" srcId="{3321115B-2F2A-4FE4-9507-F1B19FA18EE3}" destId="{4B4D7087-F9C0-471E-B975-9288CCE4911E}" srcOrd="0" destOrd="0" presId="urn:microsoft.com/office/officeart/2005/8/layout/radial5"/>
    <dgm:cxn modelId="{A09AECEF-1771-48E6-A5C6-E8441DC821C9}" srcId="{E32FE85B-5015-426C-B34B-A25827EF610A}" destId="{61F53EB8-F48A-440E-9FF3-4E3CA43F63B6}" srcOrd="1" destOrd="0" parTransId="{F1A60B2D-814F-49AF-A301-9426B8A3CFD3}" sibTransId="{35D6C3D6-2AD0-4179-9D79-637F6BB326F9}"/>
    <dgm:cxn modelId="{83ACAAD8-7D7C-4047-A683-95263627C265}" srcId="{72C42340-18BE-4AAB-81C5-BF3B8C125F14}" destId="{99E77AB2-7221-42AF-90BD-C2D68A9E8988}" srcOrd="0" destOrd="0" parTransId="{5313A44D-B861-4DC5-BF91-45FE7C177E2D}" sibTransId="{4BD7B811-CFCB-4B17-9E12-9DDCD98F329E}"/>
    <dgm:cxn modelId="{8D27DA0A-5D64-4399-9708-BC1230BD3FA3}" srcId="{5B6934CA-27BD-483B-AC88-130C6511A956}" destId="{0B40C3C7-9BC7-4FF2-AC0C-89AC0B03654A}" srcOrd="0" destOrd="0" parTransId="{AA034DE2-CF6D-496A-AB0A-4B43BC2F9F87}" sibTransId="{869A99E5-D0B6-48E0-B056-6A7532B4629B}"/>
    <dgm:cxn modelId="{63DDFD8A-C08B-4D75-9AB4-05F331F9195E}" type="presOf" srcId="{4FF9D839-AA9E-4A4B-9779-7C0013BD43D9}" destId="{4515FC69-1EFF-4DB6-9663-B06660226D81}" srcOrd="1" destOrd="0" presId="urn:microsoft.com/office/officeart/2005/8/layout/radial5"/>
    <dgm:cxn modelId="{7774973A-5499-4E5B-A864-55FD95393D94}" type="presOf" srcId="{C93D8F87-3B58-4218-9305-FCCFF0FF1843}" destId="{843B722B-C83B-4251-AB73-E9F59B602496}" srcOrd="0" destOrd="0" presId="urn:microsoft.com/office/officeart/2005/8/layout/radial5"/>
    <dgm:cxn modelId="{3B7C45BA-DF37-4E33-908C-264381B5C87B}" srcId="{4C2D8714-A483-4952-AAAD-23E31C54C876}" destId="{FB2286E1-89FF-4AC8-8C88-1D0E6266C018}" srcOrd="3" destOrd="0" parTransId="{A6A12871-A5A8-4C6A-876E-6B251C0B2EEB}" sibTransId="{664C703C-3471-4A9A-A1FB-A67D7FDA44DF}"/>
    <dgm:cxn modelId="{3CA58186-80F8-4CE6-97C8-AE602FBC1952}" type="presOf" srcId="{E32FE85B-5015-426C-B34B-A25827EF610A}" destId="{E6B859BC-6633-4427-B655-9814BE85FE42}" srcOrd="0" destOrd="0" presId="urn:microsoft.com/office/officeart/2005/8/layout/radial5"/>
    <dgm:cxn modelId="{0CCE4543-05A9-4D24-A52A-3E5A113A77E5}" type="presOf" srcId="{C93D8F87-3B58-4218-9305-FCCFF0FF1843}" destId="{73F56100-D115-4FEA-AE45-75007F95FAAD}" srcOrd="1" destOrd="0" presId="urn:microsoft.com/office/officeart/2005/8/layout/radial5"/>
    <dgm:cxn modelId="{8860D0FB-FCBB-4BB3-8425-9CA423F13BBB}" type="presOf" srcId="{A0425866-1630-4078-B79C-BE9F98998AA1}" destId="{D9F8C292-F3CA-432F-B898-AEB8CE04377C}" srcOrd="0" destOrd="0" presId="urn:microsoft.com/office/officeart/2005/8/layout/radial5"/>
    <dgm:cxn modelId="{2598EE47-8A4F-4A52-8D59-AA8CB8FC3FAC}" srcId="{E32FE85B-5015-426C-B34B-A25827EF610A}" destId="{D53DCAAB-B54C-4A48-A151-CCE6F783B319}" srcOrd="4" destOrd="0" parTransId="{4FF9D839-AA9E-4A4B-9779-7C0013BD43D9}" sibTransId="{1C639232-80B3-4A07-A0B4-309543235E57}"/>
    <dgm:cxn modelId="{EA60C571-96F4-4368-B27B-EA4D6D755020}" type="presOf" srcId="{61F53EB8-F48A-440E-9FF3-4E3CA43F63B6}" destId="{212304C7-09E3-46EC-8CFE-78ADF6DC2C5E}" srcOrd="0" destOrd="0" presId="urn:microsoft.com/office/officeart/2005/8/layout/radial5"/>
    <dgm:cxn modelId="{8DBFD736-8E43-4A68-9CA0-253C1602A058}" srcId="{E32FE85B-5015-426C-B34B-A25827EF610A}" destId="{3DA50147-1AF5-4539-97F4-736264839F62}" srcOrd="0" destOrd="0" parTransId="{3321115B-2F2A-4FE4-9507-F1B19FA18EE3}" sibTransId="{71641117-F6BF-41A8-A86C-D277CD880353}"/>
    <dgm:cxn modelId="{CD76630E-6724-4C84-823A-29C92E15B620}" type="presOf" srcId="{3DA50147-1AF5-4539-97F4-736264839F62}" destId="{FC708F94-1154-4636-AFC4-2F6AF824A074}" srcOrd="0" destOrd="0" presId="urn:microsoft.com/office/officeart/2005/8/layout/radial5"/>
    <dgm:cxn modelId="{19E00A5D-0A94-40D2-A26A-9E2308A92281}" srcId="{E32FE85B-5015-426C-B34B-A25827EF610A}" destId="{A0425866-1630-4078-B79C-BE9F98998AA1}" srcOrd="5" destOrd="0" parTransId="{9F683AE4-63ED-40BE-A379-9620DA53FEDE}" sibTransId="{5F601CB9-C055-4850-A5F3-CA6C81B401B2}"/>
    <dgm:cxn modelId="{AE5FDAC2-A690-4D12-99DA-6BFC4A0F0C31}" type="presOf" srcId="{4C2D8714-A483-4952-AAAD-23E31C54C876}" destId="{D131DE80-D0F4-4D7B-AE9C-2A1F0399FD1F}" srcOrd="0" destOrd="0" presId="urn:microsoft.com/office/officeart/2005/8/layout/radial5"/>
    <dgm:cxn modelId="{F3D748FE-9F87-432A-8A1A-9C35932B461F}" type="presOf" srcId="{D53DCAAB-B54C-4A48-A151-CCE6F783B319}" destId="{325578F2-67D2-4B4C-93C1-19C7ECA88A88}" srcOrd="0" destOrd="0" presId="urn:microsoft.com/office/officeart/2005/8/layout/radial5"/>
    <dgm:cxn modelId="{778D7DD7-9F4A-4708-B330-9614281AB433}" srcId="{E32FE85B-5015-426C-B34B-A25827EF610A}" destId="{7E696DA1-7989-4D32-9A26-10F7C83AC95C}" srcOrd="2" destOrd="0" parTransId="{DCC691FA-9384-42A7-89EA-748F344EDE4E}" sibTransId="{4083B688-F785-47B2-B971-3EA0CE197965}"/>
    <dgm:cxn modelId="{27860422-92D4-4552-8455-03C8B900E1AD}" type="presOf" srcId="{9F683AE4-63ED-40BE-A379-9620DA53FEDE}" destId="{35320449-A61B-4C4A-BF8E-9DCDB63BBBB4}" srcOrd="1" destOrd="0" presId="urn:microsoft.com/office/officeart/2005/8/layout/radial5"/>
    <dgm:cxn modelId="{0E558111-0C18-4A89-8400-411DA6A498CB}" srcId="{66F05C95-6F67-496D-B9D8-CB227B07769E}" destId="{C5037C4F-8646-440A-8D6B-65B404411DFB}" srcOrd="0" destOrd="0" parTransId="{D7F54CA8-D746-437B-84BF-6ABDD3598CA9}" sibTransId="{8A0C01CA-F016-473F-8040-38C0EE6CF346}"/>
    <dgm:cxn modelId="{79F8471C-09AB-4B52-914B-4A38B5CA0024}" srcId="{4C2D8714-A483-4952-AAAD-23E31C54C876}" destId="{72C42340-18BE-4AAB-81C5-BF3B8C125F14}" srcOrd="1" destOrd="0" parTransId="{1396A012-B11E-4B33-8E14-9174F3FABC9D}" sibTransId="{CD84517B-A6C5-4D6E-9E60-7DC6EC81BAFD}"/>
    <dgm:cxn modelId="{63F2F8FC-DAB8-4FC0-A5C7-190FF240C864}" type="presOf" srcId="{F1A60B2D-814F-49AF-A301-9426B8A3CFD3}" destId="{C287A6B2-F981-44AE-B19B-37123FE18997}" srcOrd="1" destOrd="0" presId="urn:microsoft.com/office/officeart/2005/8/layout/radial5"/>
    <dgm:cxn modelId="{F91ABA2B-416A-42B6-8936-13478DC29E3F}" srcId="{4C2D8714-A483-4952-AAAD-23E31C54C876}" destId="{66F05C95-6F67-496D-B9D8-CB227B07769E}" srcOrd="4" destOrd="0" parTransId="{F88F7979-AFC3-448E-BE26-68FCC4F930A6}" sibTransId="{B7556540-A9E2-4634-8FC3-5962853F5828}"/>
    <dgm:cxn modelId="{D68197B6-3560-48AB-9D8F-BACC82D58530}" srcId="{E32FE85B-5015-426C-B34B-A25827EF610A}" destId="{899AE96F-4607-4B64-81B6-51F8B83A930D}" srcOrd="3" destOrd="0" parTransId="{C93D8F87-3B58-4218-9305-FCCFF0FF1843}" sibTransId="{85D102A8-5FB7-4029-97BE-943CC54557C6}"/>
    <dgm:cxn modelId="{8902EE11-3E88-45AD-9E87-A2B300F55CEB}" srcId="{4C2D8714-A483-4952-AAAD-23E31C54C876}" destId="{E32FE85B-5015-426C-B34B-A25827EF610A}" srcOrd="0" destOrd="0" parTransId="{EFA64266-B8AD-42A6-AEE4-43F1BC0FE543}" sibTransId="{78B0CE43-7185-48B9-9E4B-53C50ECC8135}"/>
    <dgm:cxn modelId="{5D380A5D-38FB-4072-B450-C57E9333BE46}" srcId="{72C42340-18BE-4AAB-81C5-BF3B8C125F14}" destId="{EDBF2350-839C-4F4E-A355-273D49F8A85C}" srcOrd="1" destOrd="0" parTransId="{71A0C84E-061B-44DE-8F61-7159460F03F4}" sibTransId="{EBFD346B-E549-4EE1-9D99-EB8ACECA6348}"/>
    <dgm:cxn modelId="{083F2A64-EE2B-4CAE-8D82-CF8B5E9D1692}" srcId="{FB2286E1-89FF-4AC8-8C88-1D0E6266C018}" destId="{8A6CA5F0-2718-406A-8A4F-E7162C4D8DED}" srcOrd="0" destOrd="0" parTransId="{AD7CC77A-A34E-412F-9707-A56ABAEFC0D2}" sibTransId="{96C1E75F-F076-43BF-82D4-625243D588E3}"/>
    <dgm:cxn modelId="{9D1AC59C-8AA1-4BCA-98FD-2D79B17E42C6}" type="presOf" srcId="{7E696DA1-7989-4D32-9A26-10F7C83AC95C}" destId="{AD2A841A-CE61-4663-B0A9-85A95206F60A}" srcOrd="0" destOrd="0" presId="urn:microsoft.com/office/officeart/2005/8/layout/radial5"/>
    <dgm:cxn modelId="{0056DB21-0C1B-4C9C-91FB-15D73F181BAC}" type="presOf" srcId="{3321115B-2F2A-4FE4-9507-F1B19FA18EE3}" destId="{FE94D0F2-47CE-407D-922C-220A82A3CDC7}" srcOrd="1" destOrd="0" presId="urn:microsoft.com/office/officeart/2005/8/layout/radial5"/>
    <dgm:cxn modelId="{446F3F25-6F1F-4C13-8D24-3CD75EB4B0EE}" srcId="{4C2D8714-A483-4952-AAAD-23E31C54C876}" destId="{70C8BA6C-10FD-4D5E-B0A3-30169B27432A}" srcOrd="5" destOrd="0" parTransId="{AD1F5070-8596-489E-A7F5-34833F2C83CD}" sibTransId="{B9040C62-D324-4245-8898-F0A70C193528}"/>
    <dgm:cxn modelId="{7DD24525-842C-485D-A7B3-BFB462179B2D}" type="presOf" srcId="{9F683AE4-63ED-40BE-A379-9620DA53FEDE}" destId="{54A4A120-D78C-4E30-A09D-5AD5D603322A}" srcOrd="0" destOrd="0" presId="urn:microsoft.com/office/officeart/2005/8/layout/radial5"/>
    <dgm:cxn modelId="{704467D0-B399-4E8C-9D65-D3B49AD7F831}" type="presOf" srcId="{DCC691FA-9384-42A7-89EA-748F344EDE4E}" destId="{D9C1892D-2520-41D4-AE37-1FE1BC7896FF}" srcOrd="0" destOrd="0" presId="urn:microsoft.com/office/officeart/2005/8/layout/radial5"/>
    <dgm:cxn modelId="{C56CACD2-5CB6-4079-9EBD-61F45E945D25}" srcId="{5B6934CA-27BD-483B-AC88-130C6511A956}" destId="{8A429F13-B082-40ED-B1D9-41CB9189E6D1}" srcOrd="1" destOrd="0" parTransId="{AD05DF20-21BB-44D0-B59D-72B1CAF449FA}" sibTransId="{CBC4EA6A-F12C-4F55-A60E-E3B578C6F948}"/>
    <dgm:cxn modelId="{4A3EEF9F-F199-4BBD-8EB7-14DE9357A995}" type="presOf" srcId="{899AE96F-4607-4B64-81B6-51F8B83A930D}" destId="{7DC25354-3C3B-4C91-A250-5EABCBB7D5E3}" srcOrd="0" destOrd="0" presId="urn:microsoft.com/office/officeart/2005/8/layout/radial5"/>
    <dgm:cxn modelId="{54A9C522-66B7-4F13-AF8A-83DF63F966B9}" type="presOf" srcId="{F1A60B2D-814F-49AF-A301-9426B8A3CFD3}" destId="{E901AF54-C2E6-4AF7-A2F6-E90B10FBF19B}" srcOrd="0" destOrd="0" presId="urn:microsoft.com/office/officeart/2005/8/layout/radial5"/>
    <dgm:cxn modelId="{CB8771B0-D3A1-42AB-89F2-392716375FCB}" srcId="{4C2D8714-A483-4952-AAAD-23E31C54C876}" destId="{5B6934CA-27BD-483B-AC88-130C6511A956}" srcOrd="2" destOrd="0" parTransId="{6685BB12-D621-4988-9B41-5D3810AC9D9D}" sibTransId="{56909CF2-FC1F-44FA-AFEC-8A12383C9AFB}"/>
    <dgm:cxn modelId="{69DD7353-A745-4DD4-AA4F-BB78CC3266DC}" type="presOf" srcId="{DCC691FA-9384-42A7-89EA-748F344EDE4E}" destId="{698F6C68-B814-4D92-9D86-9F7128022FBD}" srcOrd="1" destOrd="0" presId="urn:microsoft.com/office/officeart/2005/8/layout/radial5"/>
    <dgm:cxn modelId="{2375062C-74AD-4324-8850-B7A7B6707C4E}" type="presParOf" srcId="{D131DE80-D0F4-4D7B-AE9C-2A1F0399FD1F}" destId="{E6B859BC-6633-4427-B655-9814BE85FE42}" srcOrd="0" destOrd="0" presId="urn:microsoft.com/office/officeart/2005/8/layout/radial5"/>
    <dgm:cxn modelId="{3D2E424B-7472-43D8-96EE-A9F27EA2EA54}" type="presParOf" srcId="{D131DE80-D0F4-4D7B-AE9C-2A1F0399FD1F}" destId="{4B4D7087-F9C0-471E-B975-9288CCE4911E}" srcOrd="1" destOrd="0" presId="urn:microsoft.com/office/officeart/2005/8/layout/radial5"/>
    <dgm:cxn modelId="{834E4D66-4719-4B51-B316-DA385BBF5AC3}" type="presParOf" srcId="{4B4D7087-F9C0-471E-B975-9288CCE4911E}" destId="{FE94D0F2-47CE-407D-922C-220A82A3CDC7}" srcOrd="0" destOrd="0" presId="urn:microsoft.com/office/officeart/2005/8/layout/radial5"/>
    <dgm:cxn modelId="{CC58605A-764D-402F-86C8-DC093F481530}" type="presParOf" srcId="{D131DE80-D0F4-4D7B-AE9C-2A1F0399FD1F}" destId="{FC708F94-1154-4636-AFC4-2F6AF824A074}" srcOrd="2" destOrd="0" presId="urn:microsoft.com/office/officeart/2005/8/layout/radial5"/>
    <dgm:cxn modelId="{4177AFAF-D772-42A7-AC61-83BF9F1DF619}" type="presParOf" srcId="{D131DE80-D0F4-4D7B-AE9C-2A1F0399FD1F}" destId="{E901AF54-C2E6-4AF7-A2F6-E90B10FBF19B}" srcOrd="3" destOrd="0" presId="urn:microsoft.com/office/officeart/2005/8/layout/radial5"/>
    <dgm:cxn modelId="{3712F968-5C51-47FC-8A6D-888F8BEE21CC}" type="presParOf" srcId="{E901AF54-C2E6-4AF7-A2F6-E90B10FBF19B}" destId="{C287A6B2-F981-44AE-B19B-37123FE18997}" srcOrd="0" destOrd="0" presId="urn:microsoft.com/office/officeart/2005/8/layout/radial5"/>
    <dgm:cxn modelId="{4A2E1B68-71AF-435E-B5E7-8E8446FDF16B}" type="presParOf" srcId="{D131DE80-D0F4-4D7B-AE9C-2A1F0399FD1F}" destId="{212304C7-09E3-46EC-8CFE-78ADF6DC2C5E}" srcOrd="4" destOrd="0" presId="urn:microsoft.com/office/officeart/2005/8/layout/radial5"/>
    <dgm:cxn modelId="{660DCDC8-CCF9-4D2C-90D1-A237177E07D8}" type="presParOf" srcId="{D131DE80-D0F4-4D7B-AE9C-2A1F0399FD1F}" destId="{D9C1892D-2520-41D4-AE37-1FE1BC7896FF}" srcOrd="5" destOrd="0" presId="urn:microsoft.com/office/officeart/2005/8/layout/radial5"/>
    <dgm:cxn modelId="{E9D31DD5-F1CD-4A55-A5BB-FAD8C88BD05A}" type="presParOf" srcId="{D9C1892D-2520-41D4-AE37-1FE1BC7896FF}" destId="{698F6C68-B814-4D92-9D86-9F7128022FBD}" srcOrd="0" destOrd="0" presId="urn:microsoft.com/office/officeart/2005/8/layout/radial5"/>
    <dgm:cxn modelId="{11FE2B31-62BD-4020-BF75-6722FB9CA53A}" type="presParOf" srcId="{D131DE80-D0F4-4D7B-AE9C-2A1F0399FD1F}" destId="{AD2A841A-CE61-4663-B0A9-85A95206F60A}" srcOrd="6" destOrd="0" presId="urn:microsoft.com/office/officeart/2005/8/layout/radial5"/>
    <dgm:cxn modelId="{881F62B0-8B15-48D2-960C-39581A8A9D1A}" type="presParOf" srcId="{D131DE80-D0F4-4D7B-AE9C-2A1F0399FD1F}" destId="{843B722B-C83B-4251-AB73-E9F59B602496}" srcOrd="7" destOrd="0" presId="urn:microsoft.com/office/officeart/2005/8/layout/radial5"/>
    <dgm:cxn modelId="{8510F2B3-6E2E-4EDB-AD84-BEED67A60160}" type="presParOf" srcId="{843B722B-C83B-4251-AB73-E9F59B602496}" destId="{73F56100-D115-4FEA-AE45-75007F95FAAD}" srcOrd="0" destOrd="0" presId="urn:microsoft.com/office/officeart/2005/8/layout/radial5"/>
    <dgm:cxn modelId="{1AF01A2D-9D80-4BD9-9325-114887701A77}" type="presParOf" srcId="{D131DE80-D0F4-4D7B-AE9C-2A1F0399FD1F}" destId="{7DC25354-3C3B-4C91-A250-5EABCBB7D5E3}" srcOrd="8" destOrd="0" presId="urn:microsoft.com/office/officeart/2005/8/layout/radial5"/>
    <dgm:cxn modelId="{CE16D814-0B09-4841-8C94-B198A9BD1BEF}" type="presParOf" srcId="{D131DE80-D0F4-4D7B-AE9C-2A1F0399FD1F}" destId="{A240BD2E-5C5A-4AD1-8021-92096C870262}" srcOrd="9" destOrd="0" presId="urn:microsoft.com/office/officeart/2005/8/layout/radial5"/>
    <dgm:cxn modelId="{AAB69A7D-E8DF-487C-A010-0F97E5D1F18C}" type="presParOf" srcId="{A240BD2E-5C5A-4AD1-8021-92096C870262}" destId="{4515FC69-1EFF-4DB6-9663-B06660226D81}" srcOrd="0" destOrd="0" presId="urn:microsoft.com/office/officeart/2005/8/layout/radial5"/>
    <dgm:cxn modelId="{41890D2D-7605-4388-81F1-B6F3F1128CC4}" type="presParOf" srcId="{D131DE80-D0F4-4D7B-AE9C-2A1F0399FD1F}" destId="{325578F2-67D2-4B4C-93C1-19C7ECA88A88}" srcOrd="10" destOrd="0" presId="urn:microsoft.com/office/officeart/2005/8/layout/radial5"/>
    <dgm:cxn modelId="{B5A402D8-1654-40BF-A5D1-3CA10BA42474}" type="presParOf" srcId="{D131DE80-D0F4-4D7B-AE9C-2A1F0399FD1F}" destId="{54A4A120-D78C-4E30-A09D-5AD5D603322A}" srcOrd="11" destOrd="0" presId="urn:microsoft.com/office/officeart/2005/8/layout/radial5"/>
    <dgm:cxn modelId="{88B00DDD-9CC3-4917-BDE9-6A7A1C1FC2FC}" type="presParOf" srcId="{54A4A120-D78C-4E30-A09D-5AD5D603322A}" destId="{35320449-A61B-4C4A-BF8E-9DCDB63BBBB4}" srcOrd="0" destOrd="0" presId="urn:microsoft.com/office/officeart/2005/8/layout/radial5"/>
    <dgm:cxn modelId="{6761011D-91DF-4410-BE38-ABF53F29D7E3}" type="presParOf" srcId="{D131DE80-D0F4-4D7B-AE9C-2A1F0399FD1F}" destId="{D9F8C292-F3CA-432F-B898-AEB8CE04377C}" srcOrd="12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A25F0C-8E1F-4D43-99D2-D776D0EFBC84}" type="doc">
      <dgm:prSet loTypeId="urn:microsoft.com/office/officeart/2005/8/layout/vList4#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2960670F-54B5-4CB9-A25B-D05BA1C7F7F5}">
      <dgm:prSet phldrT="[Texto]"/>
      <dgm:spPr/>
      <dgm:t>
        <a:bodyPr/>
        <a:lstStyle/>
        <a:p>
          <a:r>
            <a:rPr lang="es-CO" dirty="0" smtClean="0">
              <a:latin typeface="Cooper Black" pitchFamily="18" charset="0"/>
              <a:cs typeface="Arial" pitchFamily="34" charset="0"/>
            </a:rPr>
            <a:t>OPERACION TECNICA</a:t>
          </a:r>
          <a:endParaRPr lang="es-CO" dirty="0">
            <a:latin typeface="Cooper Black" pitchFamily="18" charset="0"/>
          </a:endParaRPr>
        </a:p>
      </dgm:t>
    </dgm:pt>
    <dgm:pt modelId="{F4F85DE7-51ED-49CC-B498-FBDC3267B92A}" type="parTrans" cxnId="{EDBD878E-B0A2-41A5-8C76-A5BA0CE2ED23}">
      <dgm:prSet/>
      <dgm:spPr/>
      <dgm:t>
        <a:bodyPr/>
        <a:lstStyle/>
        <a:p>
          <a:endParaRPr lang="es-CO"/>
        </a:p>
      </dgm:t>
    </dgm:pt>
    <dgm:pt modelId="{E8D9C413-B2AC-4D40-9941-22E717BBDC42}" type="sibTrans" cxnId="{EDBD878E-B0A2-41A5-8C76-A5BA0CE2ED23}">
      <dgm:prSet/>
      <dgm:spPr/>
      <dgm:t>
        <a:bodyPr/>
        <a:lstStyle/>
        <a:p>
          <a:endParaRPr lang="es-CO"/>
        </a:p>
      </dgm:t>
    </dgm:pt>
    <dgm:pt modelId="{7C9EBC59-DCB4-416D-9EF4-7969420574FD}">
      <dgm:prSet phldrT="[Texto]"/>
      <dgm:spPr/>
      <dgm:t>
        <a:bodyPr/>
        <a:lstStyle/>
        <a:p>
          <a:r>
            <a:rPr lang="es-CO" dirty="0" smtClean="0">
              <a:latin typeface="+mn-lt"/>
              <a:cs typeface="Arial" pitchFamily="34" charset="0"/>
            </a:rPr>
            <a:t>Actividades relacionadas con la elaboración del producto o la prestación del servicio. Según el objetivo de la empresa.</a:t>
          </a:r>
          <a:endParaRPr lang="es-CO" dirty="0">
            <a:latin typeface="+mn-lt"/>
          </a:endParaRPr>
        </a:p>
      </dgm:t>
    </dgm:pt>
    <dgm:pt modelId="{86DFFEF8-D664-43CC-9E83-48FDEA552C42}" type="parTrans" cxnId="{DB938889-4F83-4034-9AD2-016DA9B94C11}">
      <dgm:prSet/>
      <dgm:spPr/>
      <dgm:t>
        <a:bodyPr/>
        <a:lstStyle/>
        <a:p>
          <a:endParaRPr lang="es-CO"/>
        </a:p>
      </dgm:t>
    </dgm:pt>
    <dgm:pt modelId="{AAB73147-F901-4089-AA38-DCF6C04C4765}" type="sibTrans" cxnId="{DB938889-4F83-4034-9AD2-016DA9B94C11}">
      <dgm:prSet/>
      <dgm:spPr/>
      <dgm:t>
        <a:bodyPr/>
        <a:lstStyle/>
        <a:p>
          <a:endParaRPr lang="es-CO"/>
        </a:p>
      </dgm:t>
    </dgm:pt>
    <dgm:pt modelId="{D101AEAF-224D-4228-9687-460096A4BB73}">
      <dgm:prSet phldrT="[Texto]"/>
      <dgm:spPr/>
      <dgm:t>
        <a:bodyPr/>
        <a:lstStyle/>
        <a:p>
          <a:r>
            <a:rPr lang="es-CO" dirty="0" smtClean="0">
              <a:latin typeface="Cooper Black" pitchFamily="18" charset="0"/>
              <a:cs typeface="Arial" pitchFamily="34" charset="0"/>
            </a:rPr>
            <a:t>OPERACION COMERCIAL</a:t>
          </a:r>
          <a:endParaRPr lang="es-CO" dirty="0">
            <a:latin typeface="Cooper Black" pitchFamily="18" charset="0"/>
          </a:endParaRPr>
        </a:p>
      </dgm:t>
    </dgm:pt>
    <dgm:pt modelId="{A6238E3A-044E-4904-A97D-B6776A86ACDA}" type="parTrans" cxnId="{592D0586-7246-49F7-A575-8C744D3A6777}">
      <dgm:prSet/>
      <dgm:spPr/>
      <dgm:t>
        <a:bodyPr/>
        <a:lstStyle/>
        <a:p>
          <a:endParaRPr lang="es-CO"/>
        </a:p>
      </dgm:t>
    </dgm:pt>
    <dgm:pt modelId="{F0F50879-0BDC-42F9-8394-95E0742E9AD4}" type="sibTrans" cxnId="{592D0586-7246-49F7-A575-8C744D3A6777}">
      <dgm:prSet/>
      <dgm:spPr/>
      <dgm:t>
        <a:bodyPr/>
        <a:lstStyle/>
        <a:p>
          <a:endParaRPr lang="es-CO"/>
        </a:p>
      </dgm:t>
    </dgm:pt>
    <dgm:pt modelId="{A9247823-652D-4D25-8BEF-F117C24C1BA2}">
      <dgm:prSet phldrT="[Texto]"/>
      <dgm:spPr/>
      <dgm:t>
        <a:bodyPr/>
        <a:lstStyle/>
        <a:p>
          <a:r>
            <a:rPr lang="es-CO" dirty="0" smtClean="0">
              <a:latin typeface="+mn-lt"/>
              <a:cs typeface="Arial" pitchFamily="34" charset="0"/>
            </a:rPr>
            <a:t>Actividades relacionadas con las ventas y la circulación de los productos, o la prestación de servicios.</a:t>
          </a:r>
          <a:endParaRPr lang="es-CO" dirty="0">
            <a:latin typeface="+mn-lt"/>
          </a:endParaRPr>
        </a:p>
      </dgm:t>
    </dgm:pt>
    <dgm:pt modelId="{B3F93CED-3BCB-4149-B5D4-B6FE0D494AFC}" type="parTrans" cxnId="{1D0CEF32-B3B3-45DB-ABDF-6F1B1B72FFDA}">
      <dgm:prSet/>
      <dgm:spPr/>
      <dgm:t>
        <a:bodyPr/>
        <a:lstStyle/>
        <a:p>
          <a:endParaRPr lang="es-CO"/>
        </a:p>
      </dgm:t>
    </dgm:pt>
    <dgm:pt modelId="{3E6BD093-5052-4B47-AC37-1BF3A23EECD4}" type="sibTrans" cxnId="{1D0CEF32-B3B3-45DB-ABDF-6F1B1B72FFDA}">
      <dgm:prSet/>
      <dgm:spPr/>
      <dgm:t>
        <a:bodyPr/>
        <a:lstStyle/>
        <a:p>
          <a:endParaRPr lang="es-CO"/>
        </a:p>
      </dgm:t>
    </dgm:pt>
    <dgm:pt modelId="{751483A0-5F31-4DAC-8611-F939F8017180}">
      <dgm:prSet phldrT="[Texto]"/>
      <dgm:spPr/>
      <dgm:t>
        <a:bodyPr/>
        <a:lstStyle/>
        <a:p>
          <a:r>
            <a:rPr lang="es-CO" dirty="0" smtClean="0">
              <a:latin typeface="Cooper Black" pitchFamily="18" charset="0"/>
              <a:cs typeface="Arial" pitchFamily="34" charset="0"/>
            </a:rPr>
            <a:t>OPERACION FINANCIERA</a:t>
          </a:r>
          <a:endParaRPr lang="es-CO" dirty="0">
            <a:latin typeface="Cooper Black" pitchFamily="18" charset="0"/>
          </a:endParaRPr>
        </a:p>
      </dgm:t>
    </dgm:pt>
    <dgm:pt modelId="{D57AA4FF-C951-4C1C-9175-01BF3ADA2624}" type="parTrans" cxnId="{694E8578-9AC8-4808-B2F0-CF64C1694EC5}">
      <dgm:prSet/>
      <dgm:spPr/>
      <dgm:t>
        <a:bodyPr/>
        <a:lstStyle/>
        <a:p>
          <a:endParaRPr lang="es-CO"/>
        </a:p>
      </dgm:t>
    </dgm:pt>
    <dgm:pt modelId="{36BE67EA-16F4-46B0-9CFA-DCE6531778DA}" type="sibTrans" cxnId="{694E8578-9AC8-4808-B2F0-CF64C1694EC5}">
      <dgm:prSet/>
      <dgm:spPr/>
      <dgm:t>
        <a:bodyPr/>
        <a:lstStyle/>
        <a:p>
          <a:endParaRPr lang="es-CO"/>
        </a:p>
      </dgm:t>
    </dgm:pt>
    <dgm:pt modelId="{6659EFB4-A98D-4708-AD11-0B3F58362C3A}">
      <dgm:prSet phldrT="[Texto]"/>
      <dgm:spPr/>
      <dgm:t>
        <a:bodyPr/>
        <a:lstStyle/>
        <a:p>
          <a:r>
            <a:rPr lang="es-CO" dirty="0" smtClean="0">
              <a:latin typeface="+mn-lt"/>
              <a:cs typeface="Arial" pitchFamily="34" charset="0"/>
            </a:rPr>
            <a:t>Actividades necesarias para conseguir y administrar el capital.</a:t>
          </a:r>
          <a:endParaRPr lang="es-CO" dirty="0">
            <a:latin typeface="+mn-lt"/>
          </a:endParaRPr>
        </a:p>
      </dgm:t>
    </dgm:pt>
    <dgm:pt modelId="{2FB01ACE-C547-4938-BA59-E90073326455}" type="parTrans" cxnId="{F989C805-C6BD-4808-8DB7-1CC1CE63729A}">
      <dgm:prSet/>
      <dgm:spPr/>
      <dgm:t>
        <a:bodyPr/>
        <a:lstStyle/>
        <a:p>
          <a:endParaRPr lang="es-CO"/>
        </a:p>
      </dgm:t>
    </dgm:pt>
    <dgm:pt modelId="{C165BCB8-97F7-42E3-964A-4E6C21F88CB6}" type="sibTrans" cxnId="{F989C805-C6BD-4808-8DB7-1CC1CE63729A}">
      <dgm:prSet/>
      <dgm:spPr/>
      <dgm:t>
        <a:bodyPr/>
        <a:lstStyle/>
        <a:p>
          <a:endParaRPr lang="es-CO"/>
        </a:p>
      </dgm:t>
    </dgm:pt>
    <dgm:pt modelId="{514CA467-DFF1-4BF9-A82A-EA7FEB41CDA6}" type="pres">
      <dgm:prSet presAssocID="{9EA25F0C-8E1F-4D43-99D2-D776D0EFBC84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CO"/>
        </a:p>
      </dgm:t>
    </dgm:pt>
    <dgm:pt modelId="{7376BF1B-F442-44C7-89D2-561ED76A36A3}" type="pres">
      <dgm:prSet presAssocID="{2960670F-54B5-4CB9-A25B-D05BA1C7F7F5}" presName="comp" presStyleCnt="0"/>
      <dgm:spPr/>
    </dgm:pt>
    <dgm:pt modelId="{44B4C85D-29E6-410B-BBE8-F5015B259D87}" type="pres">
      <dgm:prSet presAssocID="{2960670F-54B5-4CB9-A25B-D05BA1C7F7F5}" presName="box" presStyleLbl="node1" presStyleIdx="0" presStyleCnt="3"/>
      <dgm:spPr/>
      <dgm:t>
        <a:bodyPr/>
        <a:lstStyle/>
        <a:p>
          <a:endParaRPr lang="es-CO"/>
        </a:p>
      </dgm:t>
    </dgm:pt>
    <dgm:pt modelId="{EFA989C9-BA94-4B9F-B686-4723D0E511D7}" type="pres">
      <dgm:prSet presAssocID="{2960670F-54B5-4CB9-A25B-D05BA1C7F7F5}" presName="img" presStyleLbl="fgImgPlace1" presStyleIdx="0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9BB9C3CD-D466-4BEE-85F4-D2CE9946073D}" type="pres">
      <dgm:prSet presAssocID="{2960670F-54B5-4CB9-A25B-D05BA1C7F7F5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C057C877-397F-4183-84CD-58209E7750F4}" type="pres">
      <dgm:prSet presAssocID="{E8D9C413-B2AC-4D40-9941-22E717BBDC42}" presName="spacer" presStyleCnt="0"/>
      <dgm:spPr/>
    </dgm:pt>
    <dgm:pt modelId="{B31CA49B-5B50-48A6-837C-F066DF91F1C9}" type="pres">
      <dgm:prSet presAssocID="{D101AEAF-224D-4228-9687-460096A4BB73}" presName="comp" presStyleCnt="0"/>
      <dgm:spPr/>
    </dgm:pt>
    <dgm:pt modelId="{9DB13407-5989-4870-8A72-C22736BC960E}" type="pres">
      <dgm:prSet presAssocID="{D101AEAF-224D-4228-9687-460096A4BB73}" presName="box" presStyleLbl="node1" presStyleIdx="1" presStyleCnt="3"/>
      <dgm:spPr/>
      <dgm:t>
        <a:bodyPr/>
        <a:lstStyle/>
        <a:p>
          <a:endParaRPr lang="es-CO"/>
        </a:p>
      </dgm:t>
    </dgm:pt>
    <dgm:pt modelId="{FCD64C5A-7481-42FB-84AE-73B24F0FD03E}" type="pres">
      <dgm:prSet presAssocID="{D101AEAF-224D-4228-9687-460096A4BB73}" presName="img" presStyleLbl="fgImgPlace1" presStyleIdx="1" presStyleCnt="3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6D514D7B-03AD-42D4-B81F-A850756FA2BE}" type="pres">
      <dgm:prSet presAssocID="{D101AEAF-224D-4228-9687-460096A4BB73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60361677-7258-403D-994B-05CD8A168325}" type="pres">
      <dgm:prSet presAssocID="{F0F50879-0BDC-42F9-8394-95E0742E9AD4}" presName="spacer" presStyleCnt="0"/>
      <dgm:spPr/>
    </dgm:pt>
    <dgm:pt modelId="{4B118DCE-9A06-4385-B114-5549E4BE5C40}" type="pres">
      <dgm:prSet presAssocID="{751483A0-5F31-4DAC-8611-F939F8017180}" presName="comp" presStyleCnt="0"/>
      <dgm:spPr/>
    </dgm:pt>
    <dgm:pt modelId="{2397ABA0-C50E-4211-9FAD-10BA20B2DE5B}" type="pres">
      <dgm:prSet presAssocID="{751483A0-5F31-4DAC-8611-F939F8017180}" presName="box" presStyleLbl="node1" presStyleIdx="2" presStyleCnt="3"/>
      <dgm:spPr/>
      <dgm:t>
        <a:bodyPr/>
        <a:lstStyle/>
        <a:p>
          <a:endParaRPr lang="es-CO"/>
        </a:p>
      </dgm:t>
    </dgm:pt>
    <dgm:pt modelId="{9BC00A66-3C1F-48C1-8292-8C8EF8F8FCB3}" type="pres">
      <dgm:prSet presAssocID="{751483A0-5F31-4DAC-8611-F939F8017180}" presName="img" presStyleLbl="fgImgPlace1" presStyleIdx="2" presStyleCnt="3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EC3FB7AE-DD56-4596-934A-16382F702CA6}" type="pres">
      <dgm:prSet presAssocID="{751483A0-5F31-4DAC-8611-F939F8017180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962892DB-E611-4E07-8C52-3554C01701C1}" type="presOf" srcId="{7C9EBC59-DCB4-416D-9EF4-7969420574FD}" destId="{9BB9C3CD-D466-4BEE-85F4-D2CE9946073D}" srcOrd="1" destOrd="1" presId="urn:microsoft.com/office/officeart/2005/8/layout/vList4#1"/>
    <dgm:cxn modelId="{1D0CEF32-B3B3-45DB-ABDF-6F1B1B72FFDA}" srcId="{D101AEAF-224D-4228-9687-460096A4BB73}" destId="{A9247823-652D-4D25-8BEF-F117C24C1BA2}" srcOrd="0" destOrd="0" parTransId="{B3F93CED-3BCB-4149-B5D4-B6FE0D494AFC}" sibTransId="{3E6BD093-5052-4B47-AC37-1BF3A23EECD4}"/>
    <dgm:cxn modelId="{6F971093-0634-4560-8401-1947BBAE6F36}" type="presOf" srcId="{A9247823-652D-4D25-8BEF-F117C24C1BA2}" destId="{6D514D7B-03AD-42D4-B81F-A850756FA2BE}" srcOrd="1" destOrd="1" presId="urn:microsoft.com/office/officeart/2005/8/layout/vList4#1"/>
    <dgm:cxn modelId="{ECB65EAC-3AA0-4D8B-BFC8-6CD1CD05A2BB}" type="presOf" srcId="{751483A0-5F31-4DAC-8611-F939F8017180}" destId="{2397ABA0-C50E-4211-9FAD-10BA20B2DE5B}" srcOrd="0" destOrd="0" presId="urn:microsoft.com/office/officeart/2005/8/layout/vList4#1"/>
    <dgm:cxn modelId="{B8C1B4EC-33CC-4123-8CCE-6091430ADCDE}" type="presOf" srcId="{A9247823-652D-4D25-8BEF-F117C24C1BA2}" destId="{9DB13407-5989-4870-8A72-C22736BC960E}" srcOrd="0" destOrd="1" presId="urn:microsoft.com/office/officeart/2005/8/layout/vList4#1"/>
    <dgm:cxn modelId="{F989C805-C6BD-4808-8DB7-1CC1CE63729A}" srcId="{751483A0-5F31-4DAC-8611-F939F8017180}" destId="{6659EFB4-A98D-4708-AD11-0B3F58362C3A}" srcOrd="0" destOrd="0" parTransId="{2FB01ACE-C547-4938-BA59-E90073326455}" sibTransId="{C165BCB8-97F7-42E3-964A-4E6C21F88CB6}"/>
    <dgm:cxn modelId="{BD61AA3B-C67B-49EC-91B6-526007DE1EAD}" type="presOf" srcId="{9EA25F0C-8E1F-4D43-99D2-D776D0EFBC84}" destId="{514CA467-DFF1-4BF9-A82A-EA7FEB41CDA6}" srcOrd="0" destOrd="0" presId="urn:microsoft.com/office/officeart/2005/8/layout/vList4#1"/>
    <dgm:cxn modelId="{BC4A74D4-16BD-4A53-A6D4-A133106253B8}" type="presOf" srcId="{751483A0-5F31-4DAC-8611-F939F8017180}" destId="{EC3FB7AE-DD56-4596-934A-16382F702CA6}" srcOrd="1" destOrd="0" presId="urn:microsoft.com/office/officeart/2005/8/layout/vList4#1"/>
    <dgm:cxn modelId="{D6504EC2-4E51-45C1-AD42-7CE58A5F7664}" type="presOf" srcId="{7C9EBC59-DCB4-416D-9EF4-7969420574FD}" destId="{44B4C85D-29E6-410B-BBE8-F5015B259D87}" srcOrd="0" destOrd="1" presId="urn:microsoft.com/office/officeart/2005/8/layout/vList4#1"/>
    <dgm:cxn modelId="{790C9995-8DE1-4D08-89F6-90C1BB211E4A}" type="presOf" srcId="{D101AEAF-224D-4228-9687-460096A4BB73}" destId="{9DB13407-5989-4870-8A72-C22736BC960E}" srcOrd="0" destOrd="0" presId="urn:microsoft.com/office/officeart/2005/8/layout/vList4#1"/>
    <dgm:cxn modelId="{52A47007-F1BC-4586-A6FC-5C91E3A677A8}" type="presOf" srcId="{2960670F-54B5-4CB9-A25B-D05BA1C7F7F5}" destId="{44B4C85D-29E6-410B-BBE8-F5015B259D87}" srcOrd="0" destOrd="0" presId="urn:microsoft.com/office/officeart/2005/8/layout/vList4#1"/>
    <dgm:cxn modelId="{DB938889-4F83-4034-9AD2-016DA9B94C11}" srcId="{2960670F-54B5-4CB9-A25B-D05BA1C7F7F5}" destId="{7C9EBC59-DCB4-416D-9EF4-7969420574FD}" srcOrd="0" destOrd="0" parTransId="{86DFFEF8-D664-43CC-9E83-48FDEA552C42}" sibTransId="{AAB73147-F901-4089-AA38-DCF6C04C4765}"/>
    <dgm:cxn modelId="{DB4EBD72-8B2B-4C88-ACE0-A7E04B7801AC}" type="presOf" srcId="{2960670F-54B5-4CB9-A25B-D05BA1C7F7F5}" destId="{9BB9C3CD-D466-4BEE-85F4-D2CE9946073D}" srcOrd="1" destOrd="0" presId="urn:microsoft.com/office/officeart/2005/8/layout/vList4#1"/>
    <dgm:cxn modelId="{694E8578-9AC8-4808-B2F0-CF64C1694EC5}" srcId="{9EA25F0C-8E1F-4D43-99D2-D776D0EFBC84}" destId="{751483A0-5F31-4DAC-8611-F939F8017180}" srcOrd="2" destOrd="0" parTransId="{D57AA4FF-C951-4C1C-9175-01BF3ADA2624}" sibTransId="{36BE67EA-16F4-46B0-9CFA-DCE6531778DA}"/>
    <dgm:cxn modelId="{2CD1F73B-1BA7-4CA1-AFCE-E3C5C23AB931}" type="presOf" srcId="{6659EFB4-A98D-4708-AD11-0B3F58362C3A}" destId="{EC3FB7AE-DD56-4596-934A-16382F702CA6}" srcOrd="1" destOrd="1" presId="urn:microsoft.com/office/officeart/2005/8/layout/vList4#1"/>
    <dgm:cxn modelId="{77428362-06C6-4B75-B122-A8BD58D12231}" type="presOf" srcId="{D101AEAF-224D-4228-9687-460096A4BB73}" destId="{6D514D7B-03AD-42D4-B81F-A850756FA2BE}" srcOrd="1" destOrd="0" presId="urn:microsoft.com/office/officeart/2005/8/layout/vList4#1"/>
    <dgm:cxn modelId="{A4580DA4-8862-46FA-B10B-3D35BF28BFE2}" type="presOf" srcId="{6659EFB4-A98D-4708-AD11-0B3F58362C3A}" destId="{2397ABA0-C50E-4211-9FAD-10BA20B2DE5B}" srcOrd="0" destOrd="1" presId="urn:microsoft.com/office/officeart/2005/8/layout/vList4#1"/>
    <dgm:cxn modelId="{EDBD878E-B0A2-41A5-8C76-A5BA0CE2ED23}" srcId="{9EA25F0C-8E1F-4D43-99D2-D776D0EFBC84}" destId="{2960670F-54B5-4CB9-A25B-D05BA1C7F7F5}" srcOrd="0" destOrd="0" parTransId="{F4F85DE7-51ED-49CC-B498-FBDC3267B92A}" sibTransId="{E8D9C413-B2AC-4D40-9941-22E717BBDC42}"/>
    <dgm:cxn modelId="{592D0586-7246-49F7-A575-8C744D3A6777}" srcId="{9EA25F0C-8E1F-4D43-99D2-D776D0EFBC84}" destId="{D101AEAF-224D-4228-9687-460096A4BB73}" srcOrd="1" destOrd="0" parTransId="{A6238E3A-044E-4904-A97D-B6776A86ACDA}" sibTransId="{F0F50879-0BDC-42F9-8394-95E0742E9AD4}"/>
    <dgm:cxn modelId="{8D04CB3D-D286-4568-9275-FA0E3130A9F8}" type="presParOf" srcId="{514CA467-DFF1-4BF9-A82A-EA7FEB41CDA6}" destId="{7376BF1B-F442-44C7-89D2-561ED76A36A3}" srcOrd="0" destOrd="0" presId="urn:microsoft.com/office/officeart/2005/8/layout/vList4#1"/>
    <dgm:cxn modelId="{3628B62F-C5BB-498B-B84B-DBA0C4F2EDEA}" type="presParOf" srcId="{7376BF1B-F442-44C7-89D2-561ED76A36A3}" destId="{44B4C85D-29E6-410B-BBE8-F5015B259D87}" srcOrd="0" destOrd="0" presId="urn:microsoft.com/office/officeart/2005/8/layout/vList4#1"/>
    <dgm:cxn modelId="{D671379D-A72A-4AD3-84AE-26227861DC75}" type="presParOf" srcId="{7376BF1B-F442-44C7-89D2-561ED76A36A3}" destId="{EFA989C9-BA94-4B9F-B686-4723D0E511D7}" srcOrd="1" destOrd="0" presId="urn:microsoft.com/office/officeart/2005/8/layout/vList4#1"/>
    <dgm:cxn modelId="{4200995A-6137-41A9-8916-CAE3618392E6}" type="presParOf" srcId="{7376BF1B-F442-44C7-89D2-561ED76A36A3}" destId="{9BB9C3CD-D466-4BEE-85F4-D2CE9946073D}" srcOrd="2" destOrd="0" presId="urn:microsoft.com/office/officeart/2005/8/layout/vList4#1"/>
    <dgm:cxn modelId="{6121070B-8723-46EB-9C6B-4AF86C850017}" type="presParOf" srcId="{514CA467-DFF1-4BF9-A82A-EA7FEB41CDA6}" destId="{C057C877-397F-4183-84CD-58209E7750F4}" srcOrd="1" destOrd="0" presId="urn:microsoft.com/office/officeart/2005/8/layout/vList4#1"/>
    <dgm:cxn modelId="{AC8F1B81-0CFE-4921-9EDD-D5ED9374692B}" type="presParOf" srcId="{514CA467-DFF1-4BF9-A82A-EA7FEB41CDA6}" destId="{B31CA49B-5B50-48A6-837C-F066DF91F1C9}" srcOrd="2" destOrd="0" presId="urn:microsoft.com/office/officeart/2005/8/layout/vList4#1"/>
    <dgm:cxn modelId="{A4A84C12-1F35-4F55-B93D-077CBE5877AE}" type="presParOf" srcId="{B31CA49B-5B50-48A6-837C-F066DF91F1C9}" destId="{9DB13407-5989-4870-8A72-C22736BC960E}" srcOrd="0" destOrd="0" presId="urn:microsoft.com/office/officeart/2005/8/layout/vList4#1"/>
    <dgm:cxn modelId="{140944B9-3898-47C8-B75B-D090771F109A}" type="presParOf" srcId="{B31CA49B-5B50-48A6-837C-F066DF91F1C9}" destId="{FCD64C5A-7481-42FB-84AE-73B24F0FD03E}" srcOrd="1" destOrd="0" presId="urn:microsoft.com/office/officeart/2005/8/layout/vList4#1"/>
    <dgm:cxn modelId="{8324BA93-50D2-41B0-BA9E-9550CD41F64B}" type="presParOf" srcId="{B31CA49B-5B50-48A6-837C-F066DF91F1C9}" destId="{6D514D7B-03AD-42D4-B81F-A850756FA2BE}" srcOrd="2" destOrd="0" presId="urn:microsoft.com/office/officeart/2005/8/layout/vList4#1"/>
    <dgm:cxn modelId="{7EB58724-F61E-4B22-8965-0D2BFD8319F7}" type="presParOf" srcId="{514CA467-DFF1-4BF9-A82A-EA7FEB41CDA6}" destId="{60361677-7258-403D-994B-05CD8A168325}" srcOrd="3" destOrd="0" presId="urn:microsoft.com/office/officeart/2005/8/layout/vList4#1"/>
    <dgm:cxn modelId="{F462EFAC-E468-44A8-A15F-A87E0D5DE84F}" type="presParOf" srcId="{514CA467-DFF1-4BF9-A82A-EA7FEB41CDA6}" destId="{4B118DCE-9A06-4385-B114-5549E4BE5C40}" srcOrd="4" destOrd="0" presId="urn:microsoft.com/office/officeart/2005/8/layout/vList4#1"/>
    <dgm:cxn modelId="{EAD9B4DE-9911-4DB1-86D6-9C063103A4CD}" type="presParOf" srcId="{4B118DCE-9A06-4385-B114-5549E4BE5C40}" destId="{2397ABA0-C50E-4211-9FAD-10BA20B2DE5B}" srcOrd="0" destOrd="0" presId="urn:microsoft.com/office/officeart/2005/8/layout/vList4#1"/>
    <dgm:cxn modelId="{60A25DB2-0B5F-4949-9521-EE2E062CE546}" type="presParOf" srcId="{4B118DCE-9A06-4385-B114-5549E4BE5C40}" destId="{9BC00A66-3C1F-48C1-8292-8C8EF8F8FCB3}" srcOrd="1" destOrd="0" presId="urn:microsoft.com/office/officeart/2005/8/layout/vList4#1"/>
    <dgm:cxn modelId="{779447D0-4E51-46A0-AF7C-66C1BF817934}" type="presParOf" srcId="{4B118DCE-9A06-4385-B114-5549E4BE5C40}" destId="{EC3FB7AE-DD56-4596-934A-16382F702CA6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5B5453-AAA8-478F-8099-4CA7070A8532}" type="doc">
      <dgm:prSet loTypeId="urn:microsoft.com/office/officeart/2005/8/layout/vList4#2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D6805E6F-66B7-4F62-824F-BBE6195F05CE}">
      <dgm:prSet phldrT="[Texto]"/>
      <dgm:spPr/>
      <dgm:t>
        <a:bodyPr/>
        <a:lstStyle/>
        <a:p>
          <a:r>
            <a:rPr lang="es-CO" dirty="0" smtClean="0">
              <a:latin typeface="Cooper Black" pitchFamily="18" charset="0"/>
              <a:cs typeface="Arial" pitchFamily="34" charset="0"/>
            </a:rPr>
            <a:t>OPERACIÓN  DE SEGURIDAD</a:t>
          </a:r>
          <a:endParaRPr lang="es-CO" dirty="0">
            <a:latin typeface="Cooper Black" pitchFamily="18" charset="0"/>
          </a:endParaRPr>
        </a:p>
      </dgm:t>
    </dgm:pt>
    <dgm:pt modelId="{EB9375CF-3138-48D9-AAD4-EF9C19D9C308}" type="parTrans" cxnId="{91950C74-F7C4-4CFE-8F6A-7367732E2424}">
      <dgm:prSet/>
      <dgm:spPr/>
      <dgm:t>
        <a:bodyPr/>
        <a:lstStyle/>
        <a:p>
          <a:endParaRPr lang="es-CO"/>
        </a:p>
      </dgm:t>
    </dgm:pt>
    <dgm:pt modelId="{2AB7179F-F9D3-4CD4-BDD4-1C4FB1CEBFC0}" type="sibTrans" cxnId="{91950C74-F7C4-4CFE-8F6A-7367732E2424}">
      <dgm:prSet/>
      <dgm:spPr/>
      <dgm:t>
        <a:bodyPr/>
        <a:lstStyle/>
        <a:p>
          <a:endParaRPr lang="es-CO"/>
        </a:p>
      </dgm:t>
    </dgm:pt>
    <dgm:pt modelId="{B4E017B1-87E1-4139-9960-B38BB478641E}">
      <dgm:prSet phldrT="[Texto]"/>
      <dgm:spPr/>
      <dgm:t>
        <a:bodyPr/>
        <a:lstStyle/>
        <a:p>
          <a:r>
            <a:rPr lang="es-CO" dirty="0" smtClean="0">
              <a:latin typeface="+mn-lt"/>
              <a:cs typeface="Arial" pitchFamily="34" charset="0"/>
            </a:rPr>
            <a:t>Actividad relativa a la protección de los bienes y de las personas.</a:t>
          </a:r>
          <a:endParaRPr lang="es-CO" dirty="0">
            <a:latin typeface="+mn-lt"/>
          </a:endParaRPr>
        </a:p>
      </dgm:t>
    </dgm:pt>
    <dgm:pt modelId="{3E38CFEE-FBE0-416A-BBE9-BBCCE48512EB}" type="parTrans" cxnId="{660FDEA6-3EE0-4599-8613-18267CB73ECE}">
      <dgm:prSet/>
      <dgm:spPr/>
      <dgm:t>
        <a:bodyPr/>
        <a:lstStyle/>
        <a:p>
          <a:endParaRPr lang="es-CO"/>
        </a:p>
      </dgm:t>
    </dgm:pt>
    <dgm:pt modelId="{AC8E12DB-1800-448B-99B1-4EDDCE844E09}" type="sibTrans" cxnId="{660FDEA6-3EE0-4599-8613-18267CB73ECE}">
      <dgm:prSet/>
      <dgm:spPr/>
      <dgm:t>
        <a:bodyPr/>
        <a:lstStyle/>
        <a:p>
          <a:endParaRPr lang="es-CO"/>
        </a:p>
      </dgm:t>
    </dgm:pt>
    <dgm:pt modelId="{27FBEF08-F8E0-4CF5-926F-BB860318F150}">
      <dgm:prSet phldrT="[Texto]"/>
      <dgm:spPr/>
      <dgm:t>
        <a:bodyPr/>
        <a:lstStyle/>
        <a:p>
          <a:r>
            <a:rPr lang="es-CO" dirty="0" smtClean="0">
              <a:latin typeface="Cooper Black" pitchFamily="18" charset="0"/>
              <a:cs typeface="Arial" pitchFamily="34" charset="0"/>
            </a:rPr>
            <a:t>OPERACION DE CONTABILIDAD</a:t>
          </a:r>
          <a:endParaRPr lang="es-CO" dirty="0">
            <a:latin typeface="Cooper Black" pitchFamily="18" charset="0"/>
          </a:endParaRPr>
        </a:p>
      </dgm:t>
    </dgm:pt>
    <dgm:pt modelId="{587CB5C9-9EFF-4A6F-9729-44F74BF33D5E}" type="parTrans" cxnId="{E0AB125A-2D34-47A3-BE7A-EFC98F4E72F3}">
      <dgm:prSet/>
      <dgm:spPr/>
      <dgm:t>
        <a:bodyPr/>
        <a:lstStyle/>
        <a:p>
          <a:endParaRPr lang="es-CO"/>
        </a:p>
      </dgm:t>
    </dgm:pt>
    <dgm:pt modelId="{7004D40E-2123-4017-A2F9-A7877B7C9EB8}" type="sibTrans" cxnId="{E0AB125A-2D34-47A3-BE7A-EFC98F4E72F3}">
      <dgm:prSet/>
      <dgm:spPr/>
      <dgm:t>
        <a:bodyPr/>
        <a:lstStyle/>
        <a:p>
          <a:endParaRPr lang="es-CO"/>
        </a:p>
      </dgm:t>
    </dgm:pt>
    <dgm:pt modelId="{1ACFE976-CB8C-4B64-A297-FC57DCAF1423}">
      <dgm:prSet phldrT="[Texto]"/>
      <dgm:spPr/>
      <dgm:t>
        <a:bodyPr/>
        <a:lstStyle/>
        <a:p>
          <a:r>
            <a:rPr lang="es-CO" dirty="0" smtClean="0">
              <a:latin typeface="+mn-lt"/>
              <a:cs typeface="Arial" pitchFamily="34" charset="0"/>
            </a:rPr>
            <a:t>Registros de las operaciones que se realizan con el fin de mantener al día la información necesaria.</a:t>
          </a:r>
          <a:endParaRPr lang="es-CO" dirty="0">
            <a:latin typeface="+mn-lt"/>
          </a:endParaRPr>
        </a:p>
      </dgm:t>
    </dgm:pt>
    <dgm:pt modelId="{FFA5DB79-1646-4A2B-A5EF-6E70DA6D799E}" type="parTrans" cxnId="{0F406A85-FB5B-437B-BEAA-96CA3B46D362}">
      <dgm:prSet/>
      <dgm:spPr/>
      <dgm:t>
        <a:bodyPr/>
        <a:lstStyle/>
        <a:p>
          <a:endParaRPr lang="es-CO"/>
        </a:p>
      </dgm:t>
    </dgm:pt>
    <dgm:pt modelId="{A8FF0F09-56EA-4429-8BEB-326EF487EF64}" type="sibTrans" cxnId="{0F406A85-FB5B-437B-BEAA-96CA3B46D362}">
      <dgm:prSet/>
      <dgm:spPr/>
      <dgm:t>
        <a:bodyPr/>
        <a:lstStyle/>
        <a:p>
          <a:endParaRPr lang="es-CO"/>
        </a:p>
      </dgm:t>
    </dgm:pt>
    <dgm:pt modelId="{EFC315B4-7588-476B-9259-2E0BD848152C}">
      <dgm:prSet phldrT="[Texto]"/>
      <dgm:spPr/>
      <dgm:t>
        <a:bodyPr/>
        <a:lstStyle/>
        <a:p>
          <a:r>
            <a:rPr lang="es-CO" dirty="0" smtClean="0">
              <a:latin typeface="Cooper Black" pitchFamily="18" charset="0"/>
              <a:cs typeface="Arial" pitchFamily="34" charset="0"/>
            </a:rPr>
            <a:t>OPERACION ADMINISTRATIVA</a:t>
          </a:r>
          <a:endParaRPr lang="es-CO" dirty="0">
            <a:latin typeface="Cooper Black" pitchFamily="18" charset="0"/>
          </a:endParaRPr>
        </a:p>
      </dgm:t>
    </dgm:pt>
    <dgm:pt modelId="{A6398A19-2172-4320-8951-455B102641FD}" type="parTrans" cxnId="{0994749D-3BC2-4311-B16C-904046FF4E94}">
      <dgm:prSet/>
      <dgm:spPr/>
      <dgm:t>
        <a:bodyPr/>
        <a:lstStyle/>
        <a:p>
          <a:endParaRPr lang="es-CO"/>
        </a:p>
      </dgm:t>
    </dgm:pt>
    <dgm:pt modelId="{E04331B3-A9AF-4E39-8621-AC763508AEB8}" type="sibTrans" cxnId="{0994749D-3BC2-4311-B16C-904046FF4E94}">
      <dgm:prSet/>
      <dgm:spPr/>
      <dgm:t>
        <a:bodyPr/>
        <a:lstStyle/>
        <a:p>
          <a:endParaRPr lang="es-CO"/>
        </a:p>
      </dgm:t>
    </dgm:pt>
    <dgm:pt modelId="{63F9C866-A219-43B5-BF0D-8773CB3B1691}" type="pres">
      <dgm:prSet presAssocID="{4D5B5453-AAA8-478F-8099-4CA7070A8532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CO"/>
        </a:p>
      </dgm:t>
    </dgm:pt>
    <dgm:pt modelId="{4B1132A6-8597-46AD-9A25-E8AC859B82B2}" type="pres">
      <dgm:prSet presAssocID="{D6805E6F-66B7-4F62-824F-BBE6195F05CE}" presName="comp" presStyleCnt="0"/>
      <dgm:spPr/>
    </dgm:pt>
    <dgm:pt modelId="{6E87836D-5826-4ED5-B566-4475F68B0E71}" type="pres">
      <dgm:prSet presAssocID="{D6805E6F-66B7-4F62-824F-BBE6195F05CE}" presName="box" presStyleLbl="node1" presStyleIdx="0" presStyleCnt="3" custScaleY="82213"/>
      <dgm:spPr/>
      <dgm:t>
        <a:bodyPr/>
        <a:lstStyle/>
        <a:p>
          <a:endParaRPr lang="es-CO"/>
        </a:p>
      </dgm:t>
    </dgm:pt>
    <dgm:pt modelId="{85C6277F-B257-400E-B75D-8A6BB89AA8A0}" type="pres">
      <dgm:prSet presAssocID="{D6805E6F-66B7-4F62-824F-BBE6195F05CE}" presName="img" presStyleLbl="fgImgPlace1" presStyleIdx="0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s-CO"/>
        </a:p>
      </dgm:t>
    </dgm:pt>
    <dgm:pt modelId="{DEFF687F-A405-4FE4-846A-E05A68EC055C}" type="pres">
      <dgm:prSet presAssocID="{D6805E6F-66B7-4F62-824F-BBE6195F05CE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BEBC6BAE-CAFF-44A7-9613-B7970C852E5D}" type="pres">
      <dgm:prSet presAssocID="{2AB7179F-F9D3-4CD4-BDD4-1C4FB1CEBFC0}" presName="spacer" presStyleCnt="0"/>
      <dgm:spPr/>
    </dgm:pt>
    <dgm:pt modelId="{FE69B660-0D94-4D73-890B-417DF78AD5EA}" type="pres">
      <dgm:prSet presAssocID="{27FBEF08-F8E0-4CF5-926F-BB860318F150}" presName="comp" presStyleCnt="0"/>
      <dgm:spPr/>
    </dgm:pt>
    <dgm:pt modelId="{479F98EB-8799-4158-973B-5FA10E6AE54D}" type="pres">
      <dgm:prSet presAssocID="{27FBEF08-F8E0-4CF5-926F-BB860318F150}" presName="box" presStyleLbl="node1" presStyleIdx="1" presStyleCnt="3" custScaleY="70845"/>
      <dgm:spPr/>
      <dgm:t>
        <a:bodyPr/>
        <a:lstStyle/>
        <a:p>
          <a:endParaRPr lang="es-CO"/>
        </a:p>
      </dgm:t>
    </dgm:pt>
    <dgm:pt modelId="{D1EC41CD-59F2-4274-BC79-842A5C811E52}" type="pres">
      <dgm:prSet presAssocID="{27FBEF08-F8E0-4CF5-926F-BB860318F150}" presName="img" presStyleLbl="fgImgPlace1" presStyleIdx="1" presStyleCnt="3" custScaleX="92262" custScaleY="74061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s-CO"/>
        </a:p>
      </dgm:t>
    </dgm:pt>
    <dgm:pt modelId="{D3489216-D188-4229-9395-AAA9FD0B6383}" type="pres">
      <dgm:prSet presAssocID="{27FBEF08-F8E0-4CF5-926F-BB860318F150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EC9165A8-80DE-4688-A3C4-157E3563CBB2}" type="pres">
      <dgm:prSet presAssocID="{7004D40E-2123-4017-A2F9-A7877B7C9EB8}" presName="spacer" presStyleCnt="0"/>
      <dgm:spPr/>
    </dgm:pt>
    <dgm:pt modelId="{D11573E9-C64B-4058-A18E-39BAC44F3799}" type="pres">
      <dgm:prSet presAssocID="{EFC315B4-7588-476B-9259-2E0BD848152C}" presName="comp" presStyleCnt="0"/>
      <dgm:spPr/>
    </dgm:pt>
    <dgm:pt modelId="{701EC0D6-D0AF-45CA-9519-D93399F38A1C}" type="pres">
      <dgm:prSet presAssocID="{EFC315B4-7588-476B-9259-2E0BD848152C}" presName="box" presStyleLbl="node1" presStyleIdx="2" presStyleCnt="3"/>
      <dgm:spPr/>
      <dgm:t>
        <a:bodyPr/>
        <a:lstStyle/>
        <a:p>
          <a:endParaRPr lang="es-CO"/>
        </a:p>
      </dgm:t>
    </dgm:pt>
    <dgm:pt modelId="{94A85830-FF12-43E9-A84E-388F97C9520F}" type="pres">
      <dgm:prSet presAssocID="{EFC315B4-7588-476B-9259-2E0BD848152C}" presName="img" presStyleLbl="fgImgPlace1" presStyleIdx="2" presStyleCnt="3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s-CO"/>
        </a:p>
      </dgm:t>
    </dgm:pt>
    <dgm:pt modelId="{8E1E3D04-2AD1-4DFB-BD69-7B2B3140EAF4}" type="pres">
      <dgm:prSet presAssocID="{EFC315B4-7588-476B-9259-2E0BD848152C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0F406A85-FB5B-437B-BEAA-96CA3B46D362}" srcId="{27FBEF08-F8E0-4CF5-926F-BB860318F150}" destId="{1ACFE976-CB8C-4B64-A297-FC57DCAF1423}" srcOrd="0" destOrd="0" parTransId="{FFA5DB79-1646-4A2B-A5EF-6E70DA6D799E}" sibTransId="{A8FF0F09-56EA-4429-8BEB-326EF487EF64}"/>
    <dgm:cxn modelId="{E0AB125A-2D34-47A3-BE7A-EFC98F4E72F3}" srcId="{4D5B5453-AAA8-478F-8099-4CA7070A8532}" destId="{27FBEF08-F8E0-4CF5-926F-BB860318F150}" srcOrd="1" destOrd="0" parTransId="{587CB5C9-9EFF-4A6F-9729-44F74BF33D5E}" sibTransId="{7004D40E-2123-4017-A2F9-A7877B7C9EB8}"/>
    <dgm:cxn modelId="{C400D0A0-015A-462A-AED3-96C96B942B6F}" type="presOf" srcId="{EFC315B4-7588-476B-9259-2E0BD848152C}" destId="{701EC0D6-D0AF-45CA-9519-D93399F38A1C}" srcOrd="0" destOrd="0" presId="urn:microsoft.com/office/officeart/2005/8/layout/vList4#2"/>
    <dgm:cxn modelId="{912F32ED-4D99-4A4A-88D1-650F869ED09D}" type="presOf" srcId="{EFC315B4-7588-476B-9259-2E0BD848152C}" destId="{8E1E3D04-2AD1-4DFB-BD69-7B2B3140EAF4}" srcOrd="1" destOrd="0" presId="urn:microsoft.com/office/officeart/2005/8/layout/vList4#2"/>
    <dgm:cxn modelId="{7C4F8ABA-A286-483D-B165-7ACDB25AAAC7}" type="presOf" srcId="{1ACFE976-CB8C-4B64-A297-FC57DCAF1423}" destId="{479F98EB-8799-4158-973B-5FA10E6AE54D}" srcOrd="0" destOrd="1" presId="urn:microsoft.com/office/officeart/2005/8/layout/vList4#2"/>
    <dgm:cxn modelId="{9E1F0311-38BE-4682-B28C-947F45054DEF}" type="presOf" srcId="{B4E017B1-87E1-4139-9960-B38BB478641E}" destId="{DEFF687F-A405-4FE4-846A-E05A68EC055C}" srcOrd="1" destOrd="1" presId="urn:microsoft.com/office/officeart/2005/8/layout/vList4#2"/>
    <dgm:cxn modelId="{2EC2B3C1-2A15-4233-BD7A-EC903A83FDEC}" type="presOf" srcId="{1ACFE976-CB8C-4B64-A297-FC57DCAF1423}" destId="{D3489216-D188-4229-9395-AAA9FD0B6383}" srcOrd="1" destOrd="1" presId="urn:microsoft.com/office/officeart/2005/8/layout/vList4#2"/>
    <dgm:cxn modelId="{E468F64F-14EE-44E1-A905-EA0388427079}" type="presOf" srcId="{4D5B5453-AAA8-478F-8099-4CA7070A8532}" destId="{63F9C866-A219-43B5-BF0D-8773CB3B1691}" srcOrd="0" destOrd="0" presId="urn:microsoft.com/office/officeart/2005/8/layout/vList4#2"/>
    <dgm:cxn modelId="{660FDEA6-3EE0-4599-8613-18267CB73ECE}" srcId="{D6805E6F-66B7-4F62-824F-BBE6195F05CE}" destId="{B4E017B1-87E1-4139-9960-B38BB478641E}" srcOrd="0" destOrd="0" parTransId="{3E38CFEE-FBE0-416A-BBE9-BBCCE48512EB}" sibTransId="{AC8E12DB-1800-448B-99B1-4EDDCE844E09}"/>
    <dgm:cxn modelId="{0994749D-3BC2-4311-B16C-904046FF4E94}" srcId="{4D5B5453-AAA8-478F-8099-4CA7070A8532}" destId="{EFC315B4-7588-476B-9259-2E0BD848152C}" srcOrd="2" destOrd="0" parTransId="{A6398A19-2172-4320-8951-455B102641FD}" sibTransId="{E04331B3-A9AF-4E39-8621-AC763508AEB8}"/>
    <dgm:cxn modelId="{FAB2A28E-78B3-47BD-9DEE-6D7280A56D11}" type="presOf" srcId="{D6805E6F-66B7-4F62-824F-BBE6195F05CE}" destId="{DEFF687F-A405-4FE4-846A-E05A68EC055C}" srcOrd="1" destOrd="0" presId="urn:microsoft.com/office/officeart/2005/8/layout/vList4#2"/>
    <dgm:cxn modelId="{D844E853-D7AA-4563-8B8B-46CAFE12EB7C}" type="presOf" srcId="{27FBEF08-F8E0-4CF5-926F-BB860318F150}" destId="{479F98EB-8799-4158-973B-5FA10E6AE54D}" srcOrd="0" destOrd="0" presId="urn:microsoft.com/office/officeart/2005/8/layout/vList4#2"/>
    <dgm:cxn modelId="{91950C74-F7C4-4CFE-8F6A-7367732E2424}" srcId="{4D5B5453-AAA8-478F-8099-4CA7070A8532}" destId="{D6805E6F-66B7-4F62-824F-BBE6195F05CE}" srcOrd="0" destOrd="0" parTransId="{EB9375CF-3138-48D9-AAD4-EF9C19D9C308}" sibTransId="{2AB7179F-F9D3-4CD4-BDD4-1C4FB1CEBFC0}"/>
    <dgm:cxn modelId="{426D6BA8-B2FE-4F55-A206-C81B7C28D9DF}" type="presOf" srcId="{D6805E6F-66B7-4F62-824F-BBE6195F05CE}" destId="{6E87836D-5826-4ED5-B566-4475F68B0E71}" srcOrd="0" destOrd="0" presId="urn:microsoft.com/office/officeart/2005/8/layout/vList4#2"/>
    <dgm:cxn modelId="{78D119FC-A3D0-458C-86DE-8AF6C906F6F0}" type="presOf" srcId="{B4E017B1-87E1-4139-9960-B38BB478641E}" destId="{6E87836D-5826-4ED5-B566-4475F68B0E71}" srcOrd="0" destOrd="1" presId="urn:microsoft.com/office/officeart/2005/8/layout/vList4#2"/>
    <dgm:cxn modelId="{026B8B0B-B855-44F9-9AF5-464CC7B2F89C}" type="presOf" srcId="{27FBEF08-F8E0-4CF5-926F-BB860318F150}" destId="{D3489216-D188-4229-9395-AAA9FD0B6383}" srcOrd="1" destOrd="0" presId="urn:microsoft.com/office/officeart/2005/8/layout/vList4#2"/>
    <dgm:cxn modelId="{CD680D24-AAE3-4BE0-B43E-D44A5CEE3644}" type="presParOf" srcId="{63F9C866-A219-43B5-BF0D-8773CB3B1691}" destId="{4B1132A6-8597-46AD-9A25-E8AC859B82B2}" srcOrd="0" destOrd="0" presId="urn:microsoft.com/office/officeart/2005/8/layout/vList4#2"/>
    <dgm:cxn modelId="{0EA7759A-649E-457E-AD45-11F6FB634265}" type="presParOf" srcId="{4B1132A6-8597-46AD-9A25-E8AC859B82B2}" destId="{6E87836D-5826-4ED5-B566-4475F68B0E71}" srcOrd="0" destOrd="0" presId="urn:microsoft.com/office/officeart/2005/8/layout/vList4#2"/>
    <dgm:cxn modelId="{CE9739A2-001E-4F2B-A3E6-6130BC1D131E}" type="presParOf" srcId="{4B1132A6-8597-46AD-9A25-E8AC859B82B2}" destId="{85C6277F-B257-400E-B75D-8A6BB89AA8A0}" srcOrd="1" destOrd="0" presId="urn:microsoft.com/office/officeart/2005/8/layout/vList4#2"/>
    <dgm:cxn modelId="{8A488E24-49FC-4BE6-8AD4-6AEA6CCC5697}" type="presParOf" srcId="{4B1132A6-8597-46AD-9A25-E8AC859B82B2}" destId="{DEFF687F-A405-4FE4-846A-E05A68EC055C}" srcOrd="2" destOrd="0" presId="urn:microsoft.com/office/officeart/2005/8/layout/vList4#2"/>
    <dgm:cxn modelId="{F0309497-D150-4448-B23D-279BFED412B6}" type="presParOf" srcId="{63F9C866-A219-43B5-BF0D-8773CB3B1691}" destId="{BEBC6BAE-CAFF-44A7-9613-B7970C852E5D}" srcOrd="1" destOrd="0" presId="urn:microsoft.com/office/officeart/2005/8/layout/vList4#2"/>
    <dgm:cxn modelId="{7F7546C7-E606-4886-8967-643776132491}" type="presParOf" srcId="{63F9C866-A219-43B5-BF0D-8773CB3B1691}" destId="{FE69B660-0D94-4D73-890B-417DF78AD5EA}" srcOrd="2" destOrd="0" presId="urn:microsoft.com/office/officeart/2005/8/layout/vList4#2"/>
    <dgm:cxn modelId="{CAED8DDF-4B06-45ED-B942-14D9BFC2A5A4}" type="presParOf" srcId="{FE69B660-0D94-4D73-890B-417DF78AD5EA}" destId="{479F98EB-8799-4158-973B-5FA10E6AE54D}" srcOrd="0" destOrd="0" presId="urn:microsoft.com/office/officeart/2005/8/layout/vList4#2"/>
    <dgm:cxn modelId="{785EEA52-84CA-4637-9769-DFBEC910FC36}" type="presParOf" srcId="{FE69B660-0D94-4D73-890B-417DF78AD5EA}" destId="{D1EC41CD-59F2-4274-BC79-842A5C811E52}" srcOrd="1" destOrd="0" presId="urn:microsoft.com/office/officeart/2005/8/layout/vList4#2"/>
    <dgm:cxn modelId="{8CE333AC-8CE5-4D08-A450-F35A609A7A9B}" type="presParOf" srcId="{FE69B660-0D94-4D73-890B-417DF78AD5EA}" destId="{D3489216-D188-4229-9395-AAA9FD0B6383}" srcOrd="2" destOrd="0" presId="urn:microsoft.com/office/officeart/2005/8/layout/vList4#2"/>
    <dgm:cxn modelId="{3560ED51-0487-4C44-9817-504EB1244490}" type="presParOf" srcId="{63F9C866-A219-43B5-BF0D-8773CB3B1691}" destId="{EC9165A8-80DE-4688-A3C4-157E3563CBB2}" srcOrd="3" destOrd="0" presId="urn:microsoft.com/office/officeart/2005/8/layout/vList4#2"/>
    <dgm:cxn modelId="{BE7DE372-6B32-4E4A-A0EF-B88C270A5B2E}" type="presParOf" srcId="{63F9C866-A219-43B5-BF0D-8773CB3B1691}" destId="{D11573E9-C64B-4058-A18E-39BAC44F3799}" srcOrd="4" destOrd="0" presId="urn:microsoft.com/office/officeart/2005/8/layout/vList4#2"/>
    <dgm:cxn modelId="{72C193A2-5ADB-4E86-BDB5-A9CAE9F67DDE}" type="presParOf" srcId="{D11573E9-C64B-4058-A18E-39BAC44F3799}" destId="{701EC0D6-D0AF-45CA-9519-D93399F38A1C}" srcOrd="0" destOrd="0" presId="urn:microsoft.com/office/officeart/2005/8/layout/vList4#2"/>
    <dgm:cxn modelId="{0424424C-BE13-434B-94BA-5C965D37E711}" type="presParOf" srcId="{D11573E9-C64B-4058-A18E-39BAC44F3799}" destId="{94A85830-FF12-43E9-A84E-388F97C9520F}" srcOrd="1" destOrd="0" presId="urn:microsoft.com/office/officeart/2005/8/layout/vList4#2"/>
    <dgm:cxn modelId="{D02C3C84-B7ED-41C9-9233-CD7CB584E366}" type="presParOf" srcId="{D11573E9-C64B-4058-A18E-39BAC44F3799}" destId="{8E1E3D04-2AD1-4DFB-BD69-7B2B3140EAF4}" srcOrd="2" destOrd="0" presId="urn:microsoft.com/office/officeart/2005/8/layout/vList4#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BD3936-1120-43A4-A84D-733FF3B64049}" type="doc">
      <dgm:prSet loTypeId="urn:microsoft.com/office/officeart/2005/8/layout/pyramid1" loCatId="pyramid" qsTypeId="urn:microsoft.com/office/officeart/2005/8/quickstyle/simple1" qsCatId="simple" csTypeId="urn:microsoft.com/office/officeart/2005/8/colors/accent1_5" csCatId="accent1" phldr="1"/>
      <dgm:spPr/>
    </dgm:pt>
    <dgm:pt modelId="{5784D0BD-84B9-4209-B035-5BEBCB95AD99}">
      <dgm:prSet phldrT="[Texto]"/>
      <dgm:spPr/>
      <dgm:t>
        <a:bodyPr/>
        <a:lstStyle/>
        <a:p>
          <a:r>
            <a:rPr lang="es-CO" dirty="0" smtClean="0"/>
            <a:t>Presidente </a:t>
          </a:r>
          <a:endParaRPr lang="es-CO" dirty="0"/>
        </a:p>
      </dgm:t>
    </dgm:pt>
    <dgm:pt modelId="{3406ECB2-4471-4AE0-AA06-08E4A208A8C6}" type="parTrans" cxnId="{F66C3ADC-3A93-4A55-8A9C-81A534660A4E}">
      <dgm:prSet/>
      <dgm:spPr/>
      <dgm:t>
        <a:bodyPr/>
        <a:lstStyle/>
        <a:p>
          <a:endParaRPr lang="es-CO"/>
        </a:p>
      </dgm:t>
    </dgm:pt>
    <dgm:pt modelId="{6D5F802F-FB75-4C0C-871A-DB7B26C79D9F}" type="sibTrans" cxnId="{F66C3ADC-3A93-4A55-8A9C-81A534660A4E}">
      <dgm:prSet/>
      <dgm:spPr/>
      <dgm:t>
        <a:bodyPr/>
        <a:lstStyle/>
        <a:p>
          <a:endParaRPr lang="es-CO"/>
        </a:p>
      </dgm:t>
    </dgm:pt>
    <dgm:pt modelId="{D10AEC4B-5923-4E0C-AD96-51D6186605CA}">
      <dgm:prSet phldrT="[Texto]"/>
      <dgm:spPr/>
      <dgm:t>
        <a:bodyPr/>
        <a:lstStyle/>
        <a:p>
          <a:r>
            <a:rPr lang="es-CO" dirty="0" smtClean="0"/>
            <a:t>Supervisor </a:t>
          </a:r>
          <a:endParaRPr lang="es-CO" dirty="0"/>
        </a:p>
      </dgm:t>
    </dgm:pt>
    <dgm:pt modelId="{B5D52C47-A8A8-4ED7-8785-015255256C49}" type="parTrans" cxnId="{E24A2ACF-8D3B-476C-B989-C46B0BCB91B8}">
      <dgm:prSet/>
      <dgm:spPr/>
      <dgm:t>
        <a:bodyPr/>
        <a:lstStyle/>
        <a:p>
          <a:endParaRPr lang="es-CO"/>
        </a:p>
      </dgm:t>
    </dgm:pt>
    <dgm:pt modelId="{492862EC-9E0D-414F-9746-99E2F657017D}" type="sibTrans" cxnId="{E24A2ACF-8D3B-476C-B989-C46B0BCB91B8}">
      <dgm:prSet/>
      <dgm:spPr/>
      <dgm:t>
        <a:bodyPr/>
        <a:lstStyle/>
        <a:p>
          <a:endParaRPr lang="es-CO"/>
        </a:p>
      </dgm:t>
    </dgm:pt>
    <dgm:pt modelId="{06DBB2B3-AEDB-4A33-B470-E476C66CF592}">
      <dgm:prSet phldrT="[Texto]"/>
      <dgm:spPr/>
      <dgm:t>
        <a:bodyPr/>
        <a:lstStyle/>
        <a:p>
          <a:r>
            <a:rPr lang="es-CO" dirty="0" smtClean="0"/>
            <a:t>Ejecución </a:t>
          </a:r>
          <a:endParaRPr lang="es-CO" dirty="0"/>
        </a:p>
      </dgm:t>
    </dgm:pt>
    <dgm:pt modelId="{6EA07288-D979-4226-88E0-1EC03DCF20DA}" type="parTrans" cxnId="{D391F82D-39A3-4C14-860C-961CB01804BA}">
      <dgm:prSet/>
      <dgm:spPr/>
      <dgm:t>
        <a:bodyPr/>
        <a:lstStyle/>
        <a:p>
          <a:endParaRPr lang="es-CO"/>
        </a:p>
      </dgm:t>
    </dgm:pt>
    <dgm:pt modelId="{D2436B24-92A1-4661-A321-D6C9486204F1}" type="sibTrans" cxnId="{D391F82D-39A3-4C14-860C-961CB01804BA}">
      <dgm:prSet/>
      <dgm:spPr/>
      <dgm:t>
        <a:bodyPr/>
        <a:lstStyle/>
        <a:p>
          <a:endParaRPr lang="es-CO"/>
        </a:p>
      </dgm:t>
    </dgm:pt>
    <dgm:pt modelId="{3A99D05D-CAAF-4200-B768-074C09E4E6BF}">
      <dgm:prSet/>
      <dgm:spPr/>
      <dgm:t>
        <a:bodyPr/>
        <a:lstStyle/>
        <a:p>
          <a:r>
            <a:rPr lang="es-CO" dirty="0" smtClean="0"/>
            <a:t>Director </a:t>
          </a:r>
          <a:endParaRPr lang="es-CO" dirty="0"/>
        </a:p>
      </dgm:t>
    </dgm:pt>
    <dgm:pt modelId="{5110B6BD-1EEB-4A97-9AB9-38D1BEE36383}" type="parTrans" cxnId="{739885C6-01F8-4794-95D3-FD48BFF72400}">
      <dgm:prSet/>
      <dgm:spPr/>
      <dgm:t>
        <a:bodyPr/>
        <a:lstStyle/>
        <a:p>
          <a:endParaRPr lang="es-CO"/>
        </a:p>
      </dgm:t>
    </dgm:pt>
    <dgm:pt modelId="{5E301C4C-D79D-45BC-A9FC-79FBBE0274BA}" type="sibTrans" cxnId="{739885C6-01F8-4794-95D3-FD48BFF72400}">
      <dgm:prSet/>
      <dgm:spPr/>
      <dgm:t>
        <a:bodyPr/>
        <a:lstStyle/>
        <a:p>
          <a:endParaRPr lang="es-CO"/>
        </a:p>
      </dgm:t>
    </dgm:pt>
    <dgm:pt modelId="{A9A6E424-0BE6-416E-AAC7-238BC8FD0EE4}">
      <dgm:prSet/>
      <dgm:spPr/>
      <dgm:t>
        <a:bodyPr/>
        <a:lstStyle/>
        <a:p>
          <a:r>
            <a:rPr lang="es-CO" dirty="0" smtClean="0"/>
            <a:t>Jefe </a:t>
          </a:r>
          <a:endParaRPr lang="es-CO" dirty="0"/>
        </a:p>
      </dgm:t>
    </dgm:pt>
    <dgm:pt modelId="{3C2DE458-1D0F-458B-A0E4-61D1C89AA8B9}" type="parTrans" cxnId="{6001F1DB-8382-486D-A325-5513CACCB37B}">
      <dgm:prSet/>
      <dgm:spPr/>
      <dgm:t>
        <a:bodyPr/>
        <a:lstStyle/>
        <a:p>
          <a:endParaRPr lang="es-CO"/>
        </a:p>
      </dgm:t>
    </dgm:pt>
    <dgm:pt modelId="{579A025B-F985-439C-8576-E82690DBFC7A}" type="sibTrans" cxnId="{6001F1DB-8382-486D-A325-5513CACCB37B}">
      <dgm:prSet/>
      <dgm:spPr/>
      <dgm:t>
        <a:bodyPr/>
        <a:lstStyle/>
        <a:p>
          <a:endParaRPr lang="es-CO"/>
        </a:p>
      </dgm:t>
    </dgm:pt>
    <dgm:pt modelId="{6C30EC0C-9ADB-41BA-B1C5-87B35CAEAFB2}">
      <dgm:prSet/>
      <dgm:spPr/>
      <dgm:t>
        <a:bodyPr/>
        <a:lstStyle/>
        <a:p>
          <a:r>
            <a:rPr lang="es-CO" dirty="0" smtClean="0"/>
            <a:t>Gerente </a:t>
          </a:r>
          <a:endParaRPr lang="es-CO" dirty="0"/>
        </a:p>
      </dgm:t>
    </dgm:pt>
    <dgm:pt modelId="{91B44274-17A8-4662-A2C7-2CEAAF0E76EA}" type="parTrans" cxnId="{99D21A95-BD8B-41E0-9D0A-6FED43AAE802}">
      <dgm:prSet/>
      <dgm:spPr/>
      <dgm:t>
        <a:bodyPr/>
        <a:lstStyle/>
        <a:p>
          <a:endParaRPr lang="es-CO"/>
        </a:p>
      </dgm:t>
    </dgm:pt>
    <dgm:pt modelId="{7C29A770-4125-4B2C-8973-FD90F55A56B4}" type="sibTrans" cxnId="{99D21A95-BD8B-41E0-9D0A-6FED43AAE802}">
      <dgm:prSet/>
      <dgm:spPr/>
      <dgm:t>
        <a:bodyPr/>
        <a:lstStyle/>
        <a:p>
          <a:endParaRPr lang="es-CO"/>
        </a:p>
      </dgm:t>
    </dgm:pt>
    <dgm:pt modelId="{8E319B09-CEBC-4AEC-BEC6-123418E3E690}" type="pres">
      <dgm:prSet presAssocID="{31BD3936-1120-43A4-A84D-733FF3B64049}" presName="Name0" presStyleCnt="0">
        <dgm:presLayoutVars>
          <dgm:dir/>
          <dgm:animLvl val="lvl"/>
          <dgm:resizeHandles val="exact"/>
        </dgm:presLayoutVars>
      </dgm:prSet>
      <dgm:spPr/>
    </dgm:pt>
    <dgm:pt modelId="{51F18576-99EC-4219-8A66-F4BB15AE5E0D}" type="pres">
      <dgm:prSet presAssocID="{5784D0BD-84B9-4209-B035-5BEBCB95AD99}" presName="Name8" presStyleCnt="0"/>
      <dgm:spPr/>
    </dgm:pt>
    <dgm:pt modelId="{3DE4442D-7149-4AF9-9ABE-417C8275F56D}" type="pres">
      <dgm:prSet presAssocID="{5784D0BD-84B9-4209-B035-5BEBCB95AD99}" presName="level" presStyleLbl="node1" presStyleIdx="0" presStyleCnt="6" custScaleX="221183" custScaleY="128917" custLinFactNeighborX="-1005" custLinFactNeighborY="9644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D11C0375-0456-44BB-905C-4B9203ACD740}" type="pres">
      <dgm:prSet presAssocID="{5784D0BD-84B9-4209-B035-5BEBCB95AD99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E2A1574B-0627-4D15-BC27-92B624D5F151}" type="pres">
      <dgm:prSet presAssocID="{3A99D05D-CAAF-4200-B768-074C09E4E6BF}" presName="Name8" presStyleCnt="0"/>
      <dgm:spPr/>
    </dgm:pt>
    <dgm:pt modelId="{9B14C0CD-2198-4F7C-BDA6-C415F901C305}" type="pres">
      <dgm:prSet presAssocID="{3A99D05D-CAAF-4200-B768-074C09E4E6BF}" presName="level" presStyleLbl="node1" presStyleIdx="1" presStyleCnt="6" custScaleX="121159" custLinFactNeighborX="-827" custLinFactNeighborY="6101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B3D9AC26-7168-416E-8172-E4C1A1F44FCD}" type="pres">
      <dgm:prSet presAssocID="{3A99D05D-CAAF-4200-B768-074C09E4E6B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3231CF7C-6EAE-4738-98F0-3DB8110C6120}" type="pres">
      <dgm:prSet presAssocID="{6C30EC0C-9ADB-41BA-B1C5-87B35CAEAFB2}" presName="Name8" presStyleCnt="0"/>
      <dgm:spPr/>
    </dgm:pt>
    <dgm:pt modelId="{D67CE99D-BDE6-4F82-8D8C-A96C3B750C76}" type="pres">
      <dgm:prSet presAssocID="{6C30EC0C-9ADB-41BA-B1C5-87B35CAEAFB2}" presName="level" presStyleLbl="node1" presStyleIdx="2" presStyleCnt="6" custScaleX="103249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FE738F60-A7B5-41CC-8851-6F4AC70DD6F0}" type="pres">
      <dgm:prSet presAssocID="{6C30EC0C-9ADB-41BA-B1C5-87B35CAEAFB2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FDA5F63E-E693-473D-B017-25FDE58B736A}" type="pres">
      <dgm:prSet presAssocID="{A9A6E424-0BE6-416E-AAC7-238BC8FD0EE4}" presName="Name8" presStyleCnt="0"/>
      <dgm:spPr/>
    </dgm:pt>
    <dgm:pt modelId="{58015BEF-F19D-4055-86C1-697839861C7C}" type="pres">
      <dgm:prSet presAssocID="{A9A6E424-0BE6-416E-AAC7-238BC8FD0EE4}" presName="level" presStyleLbl="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1F95C447-BC94-4312-BA74-7A32FC3E484A}" type="pres">
      <dgm:prSet presAssocID="{A9A6E424-0BE6-416E-AAC7-238BC8FD0EE4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5C98849D-F3BB-4CDD-8CF7-AB05F247F71C}" type="pres">
      <dgm:prSet presAssocID="{D10AEC4B-5923-4E0C-AD96-51D6186605CA}" presName="Name8" presStyleCnt="0"/>
      <dgm:spPr/>
    </dgm:pt>
    <dgm:pt modelId="{7E5610F2-06FB-47B5-B1F3-19B7F5D0086B}" type="pres">
      <dgm:prSet presAssocID="{D10AEC4B-5923-4E0C-AD96-51D6186605CA}" presName="level" presStyleLbl="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4E616754-0A5C-478B-9EA4-92C3DB1A0DC7}" type="pres">
      <dgm:prSet presAssocID="{D10AEC4B-5923-4E0C-AD96-51D6186605CA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4B807659-5325-4FFD-BF5C-12CD1CFD06E2}" type="pres">
      <dgm:prSet presAssocID="{06DBB2B3-AEDB-4A33-B470-E476C66CF592}" presName="Name8" presStyleCnt="0"/>
      <dgm:spPr/>
    </dgm:pt>
    <dgm:pt modelId="{54B3826F-F17A-448C-8052-E22FB4B65769}" type="pres">
      <dgm:prSet presAssocID="{06DBB2B3-AEDB-4A33-B470-E476C66CF592}" presName="level" presStyleLbl="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F22054C9-5E45-4064-9C06-0A3427503D9B}" type="pres">
      <dgm:prSet presAssocID="{06DBB2B3-AEDB-4A33-B470-E476C66CF592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6001F1DB-8382-486D-A325-5513CACCB37B}" srcId="{31BD3936-1120-43A4-A84D-733FF3B64049}" destId="{A9A6E424-0BE6-416E-AAC7-238BC8FD0EE4}" srcOrd="3" destOrd="0" parTransId="{3C2DE458-1D0F-458B-A0E4-61D1C89AA8B9}" sibTransId="{579A025B-F985-439C-8576-E82690DBFC7A}"/>
    <dgm:cxn modelId="{8E515258-B1F9-462C-ABB6-6F3BF0FEFA58}" type="presOf" srcId="{A9A6E424-0BE6-416E-AAC7-238BC8FD0EE4}" destId="{58015BEF-F19D-4055-86C1-697839861C7C}" srcOrd="0" destOrd="0" presId="urn:microsoft.com/office/officeart/2005/8/layout/pyramid1"/>
    <dgm:cxn modelId="{76286712-502D-4884-B7B6-8D03029FF946}" type="presOf" srcId="{31BD3936-1120-43A4-A84D-733FF3B64049}" destId="{8E319B09-CEBC-4AEC-BEC6-123418E3E690}" srcOrd="0" destOrd="0" presId="urn:microsoft.com/office/officeart/2005/8/layout/pyramid1"/>
    <dgm:cxn modelId="{1D62ABAB-7F85-455C-92E8-D66ADE435CF5}" type="presOf" srcId="{6C30EC0C-9ADB-41BA-B1C5-87B35CAEAFB2}" destId="{D67CE99D-BDE6-4F82-8D8C-A96C3B750C76}" srcOrd="0" destOrd="0" presId="urn:microsoft.com/office/officeart/2005/8/layout/pyramid1"/>
    <dgm:cxn modelId="{550DA907-83CE-4F0B-AC03-405ABC47FA24}" type="presOf" srcId="{D10AEC4B-5923-4E0C-AD96-51D6186605CA}" destId="{7E5610F2-06FB-47B5-B1F3-19B7F5D0086B}" srcOrd="0" destOrd="0" presId="urn:microsoft.com/office/officeart/2005/8/layout/pyramid1"/>
    <dgm:cxn modelId="{C3221A51-4115-456D-B2CC-24BEC9129F2D}" type="presOf" srcId="{5784D0BD-84B9-4209-B035-5BEBCB95AD99}" destId="{D11C0375-0456-44BB-905C-4B9203ACD740}" srcOrd="1" destOrd="0" presId="urn:microsoft.com/office/officeart/2005/8/layout/pyramid1"/>
    <dgm:cxn modelId="{809FF3B4-3308-4081-9ABE-1EF6A92AEE3C}" type="presOf" srcId="{06DBB2B3-AEDB-4A33-B470-E476C66CF592}" destId="{F22054C9-5E45-4064-9C06-0A3427503D9B}" srcOrd="1" destOrd="0" presId="urn:microsoft.com/office/officeart/2005/8/layout/pyramid1"/>
    <dgm:cxn modelId="{D391F82D-39A3-4C14-860C-961CB01804BA}" srcId="{31BD3936-1120-43A4-A84D-733FF3B64049}" destId="{06DBB2B3-AEDB-4A33-B470-E476C66CF592}" srcOrd="5" destOrd="0" parTransId="{6EA07288-D979-4226-88E0-1EC03DCF20DA}" sibTransId="{D2436B24-92A1-4661-A321-D6C9486204F1}"/>
    <dgm:cxn modelId="{98850DC2-F956-41CD-A9D5-BEEA34388C06}" type="presOf" srcId="{6C30EC0C-9ADB-41BA-B1C5-87B35CAEAFB2}" destId="{FE738F60-A7B5-41CC-8851-6F4AC70DD6F0}" srcOrd="1" destOrd="0" presId="urn:microsoft.com/office/officeart/2005/8/layout/pyramid1"/>
    <dgm:cxn modelId="{93B0FA54-50DE-44FA-A619-6C9AFEB5C7FE}" type="presOf" srcId="{06DBB2B3-AEDB-4A33-B470-E476C66CF592}" destId="{54B3826F-F17A-448C-8052-E22FB4B65769}" srcOrd="0" destOrd="0" presId="urn:microsoft.com/office/officeart/2005/8/layout/pyramid1"/>
    <dgm:cxn modelId="{3B78F6F6-F050-4372-BF79-396663A92B81}" type="presOf" srcId="{3A99D05D-CAAF-4200-B768-074C09E4E6BF}" destId="{9B14C0CD-2198-4F7C-BDA6-C415F901C305}" srcOrd="0" destOrd="0" presId="urn:microsoft.com/office/officeart/2005/8/layout/pyramid1"/>
    <dgm:cxn modelId="{85351BF7-931E-446A-BC3D-D0319D441932}" type="presOf" srcId="{A9A6E424-0BE6-416E-AAC7-238BC8FD0EE4}" destId="{1F95C447-BC94-4312-BA74-7A32FC3E484A}" srcOrd="1" destOrd="0" presId="urn:microsoft.com/office/officeart/2005/8/layout/pyramid1"/>
    <dgm:cxn modelId="{23B6DCBC-4491-449F-87A2-E65C9892EE35}" type="presOf" srcId="{3A99D05D-CAAF-4200-B768-074C09E4E6BF}" destId="{B3D9AC26-7168-416E-8172-E4C1A1F44FCD}" srcOrd="1" destOrd="0" presId="urn:microsoft.com/office/officeart/2005/8/layout/pyramid1"/>
    <dgm:cxn modelId="{58BD2872-2FFD-41EF-8A63-F63B69960B17}" type="presOf" srcId="{D10AEC4B-5923-4E0C-AD96-51D6186605CA}" destId="{4E616754-0A5C-478B-9EA4-92C3DB1A0DC7}" srcOrd="1" destOrd="0" presId="urn:microsoft.com/office/officeart/2005/8/layout/pyramid1"/>
    <dgm:cxn modelId="{739885C6-01F8-4794-95D3-FD48BFF72400}" srcId="{31BD3936-1120-43A4-A84D-733FF3B64049}" destId="{3A99D05D-CAAF-4200-B768-074C09E4E6BF}" srcOrd="1" destOrd="0" parTransId="{5110B6BD-1EEB-4A97-9AB9-38D1BEE36383}" sibTransId="{5E301C4C-D79D-45BC-A9FC-79FBBE0274BA}"/>
    <dgm:cxn modelId="{99D21A95-BD8B-41E0-9D0A-6FED43AAE802}" srcId="{31BD3936-1120-43A4-A84D-733FF3B64049}" destId="{6C30EC0C-9ADB-41BA-B1C5-87B35CAEAFB2}" srcOrd="2" destOrd="0" parTransId="{91B44274-17A8-4662-A2C7-2CEAAF0E76EA}" sibTransId="{7C29A770-4125-4B2C-8973-FD90F55A56B4}"/>
    <dgm:cxn modelId="{D31EB2CC-FE2A-472C-8D65-D9DAB465F590}" type="presOf" srcId="{5784D0BD-84B9-4209-B035-5BEBCB95AD99}" destId="{3DE4442D-7149-4AF9-9ABE-417C8275F56D}" srcOrd="0" destOrd="0" presId="urn:microsoft.com/office/officeart/2005/8/layout/pyramid1"/>
    <dgm:cxn modelId="{F66C3ADC-3A93-4A55-8A9C-81A534660A4E}" srcId="{31BD3936-1120-43A4-A84D-733FF3B64049}" destId="{5784D0BD-84B9-4209-B035-5BEBCB95AD99}" srcOrd="0" destOrd="0" parTransId="{3406ECB2-4471-4AE0-AA06-08E4A208A8C6}" sibTransId="{6D5F802F-FB75-4C0C-871A-DB7B26C79D9F}"/>
    <dgm:cxn modelId="{E24A2ACF-8D3B-476C-B989-C46B0BCB91B8}" srcId="{31BD3936-1120-43A4-A84D-733FF3B64049}" destId="{D10AEC4B-5923-4E0C-AD96-51D6186605CA}" srcOrd="4" destOrd="0" parTransId="{B5D52C47-A8A8-4ED7-8785-015255256C49}" sibTransId="{492862EC-9E0D-414F-9746-99E2F657017D}"/>
    <dgm:cxn modelId="{EC93C5AF-D54B-436A-9A23-4DAF26C010A0}" type="presParOf" srcId="{8E319B09-CEBC-4AEC-BEC6-123418E3E690}" destId="{51F18576-99EC-4219-8A66-F4BB15AE5E0D}" srcOrd="0" destOrd="0" presId="urn:microsoft.com/office/officeart/2005/8/layout/pyramid1"/>
    <dgm:cxn modelId="{9AE36C83-D8EA-434C-BE26-CB8D4CBDDF0D}" type="presParOf" srcId="{51F18576-99EC-4219-8A66-F4BB15AE5E0D}" destId="{3DE4442D-7149-4AF9-9ABE-417C8275F56D}" srcOrd="0" destOrd="0" presId="urn:microsoft.com/office/officeart/2005/8/layout/pyramid1"/>
    <dgm:cxn modelId="{0E5EF319-04FE-4689-894F-AA2F81A99F9D}" type="presParOf" srcId="{51F18576-99EC-4219-8A66-F4BB15AE5E0D}" destId="{D11C0375-0456-44BB-905C-4B9203ACD740}" srcOrd="1" destOrd="0" presId="urn:microsoft.com/office/officeart/2005/8/layout/pyramid1"/>
    <dgm:cxn modelId="{0511C07A-0452-4BF2-BB45-ABECDD7CC1F2}" type="presParOf" srcId="{8E319B09-CEBC-4AEC-BEC6-123418E3E690}" destId="{E2A1574B-0627-4D15-BC27-92B624D5F151}" srcOrd="1" destOrd="0" presId="urn:microsoft.com/office/officeart/2005/8/layout/pyramid1"/>
    <dgm:cxn modelId="{EAB48233-622E-424B-9169-BA88F6FAE37F}" type="presParOf" srcId="{E2A1574B-0627-4D15-BC27-92B624D5F151}" destId="{9B14C0CD-2198-4F7C-BDA6-C415F901C305}" srcOrd="0" destOrd="0" presId="urn:microsoft.com/office/officeart/2005/8/layout/pyramid1"/>
    <dgm:cxn modelId="{AC7E1366-E15F-442A-A7D0-E178B8704C51}" type="presParOf" srcId="{E2A1574B-0627-4D15-BC27-92B624D5F151}" destId="{B3D9AC26-7168-416E-8172-E4C1A1F44FCD}" srcOrd="1" destOrd="0" presId="urn:microsoft.com/office/officeart/2005/8/layout/pyramid1"/>
    <dgm:cxn modelId="{30DD58AD-4B80-4972-821D-6EFD18055304}" type="presParOf" srcId="{8E319B09-CEBC-4AEC-BEC6-123418E3E690}" destId="{3231CF7C-6EAE-4738-98F0-3DB8110C6120}" srcOrd="2" destOrd="0" presId="urn:microsoft.com/office/officeart/2005/8/layout/pyramid1"/>
    <dgm:cxn modelId="{52E4841F-26A1-485A-B63E-3470D0B01EB8}" type="presParOf" srcId="{3231CF7C-6EAE-4738-98F0-3DB8110C6120}" destId="{D67CE99D-BDE6-4F82-8D8C-A96C3B750C76}" srcOrd="0" destOrd="0" presId="urn:microsoft.com/office/officeart/2005/8/layout/pyramid1"/>
    <dgm:cxn modelId="{D09BCF51-47BD-44DF-8A17-ADC55CA6D66E}" type="presParOf" srcId="{3231CF7C-6EAE-4738-98F0-3DB8110C6120}" destId="{FE738F60-A7B5-41CC-8851-6F4AC70DD6F0}" srcOrd="1" destOrd="0" presId="urn:microsoft.com/office/officeart/2005/8/layout/pyramid1"/>
    <dgm:cxn modelId="{6E2C6067-B696-4BF6-B4C7-90AF11D909A1}" type="presParOf" srcId="{8E319B09-CEBC-4AEC-BEC6-123418E3E690}" destId="{FDA5F63E-E693-473D-B017-25FDE58B736A}" srcOrd="3" destOrd="0" presId="urn:microsoft.com/office/officeart/2005/8/layout/pyramid1"/>
    <dgm:cxn modelId="{AC6769C8-A4CD-46FB-A872-7C2AD098346F}" type="presParOf" srcId="{FDA5F63E-E693-473D-B017-25FDE58B736A}" destId="{58015BEF-F19D-4055-86C1-697839861C7C}" srcOrd="0" destOrd="0" presId="urn:microsoft.com/office/officeart/2005/8/layout/pyramid1"/>
    <dgm:cxn modelId="{2BBAE8EF-14AA-487A-A4E8-2C8DC8E4464C}" type="presParOf" srcId="{FDA5F63E-E693-473D-B017-25FDE58B736A}" destId="{1F95C447-BC94-4312-BA74-7A32FC3E484A}" srcOrd="1" destOrd="0" presId="urn:microsoft.com/office/officeart/2005/8/layout/pyramid1"/>
    <dgm:cxn modelId="{C3218FE2-9AD4-4B7C-95B4-91BEB4BA95FA}" type="presParOf" srcId="{8E319B09-CEBC-4AEC-BEC6-123418E3E690}" destId="{5C98849D-F3BB-4CDD-8CF7-AB05F247F71C}" srcOrd="4" destOrd="0" presId="urn:microsoft.com/office/officeart/2005/8/layout/pyramid1"/>
    <dgm:cxn modelId="{0954BE69-13A7-4100-8B4D-065E06321156}" type="presParOf" srcId="{5C98849D-F3BB-4CDD-8CF7-AB05F247F71C}" destId="{7E5610F2-06FB-47B5-B1F3-19B7F5D0086B}" srcOrd="0" destOrd="0" presId="urn:microsoft.com/office/officeart/2005/8/layout/pyramid1"/>
    <dgm:cxn modelId="{4104B826-FDAF-4986-AF6B-B73ED9783D7A}" type="presParOf" srcId="{5C98849D-F3BB-4CDD-8CF7-AB05F247F71C}" destId="{4E616754-0A5C-478B-9EA4-92C3DB1A0DC7}" srcOrd="1" destOrd="0" presId="urn:microsoft.com/office/officeart/2005/8/layout/pyramid1"/>
    <dgm:cxn modelId="{1CABB546-E0AD-4045-9F60-46D12A5C1D31}" type="presParOf" srcId="{8E319B09-CEBC-4AEC-BEC6-123418E3E690}" destId="{4B807659-5325-4FFD-BF5C-12CD1CFD06E2}" srcOrd="5" destOrd="0" presId="urn:microsoft.com/office/officeart/2005/8/layout/pyramid1"/>
    <dgm:cxn modelId="{87338065-C16F-4BF9-A7F5-B3E2FB9C6BFA}" type="presParOf" srcId="{4B807659-5325-4FFD-BF5C-12CD1CFD06E2}" destId="{54B3826F-F17A-448C-8052-E22FB4B65769}" srcOrd="0" destOrd="0" presId="urn:microsoft.com/office/officeart/2005/8/layout/pyramid1"/>
    <dgm:cxn modelId="{53BD499D-35FB-42A5-A282-6DDCFD11A26C}" type="presParOf" srcId="{4B807659-5325-4FFD-BF5C-12CD1CFD06E2}" destId="{F22054C9-5E45-4064-9C06-0A3427503D9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417197-C0A9-42CD-BACB-BF460D09C23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D87A0A4B-9DD2-4F0F-B5E5-F0C73F017120}">
      <dgm:prSet phldrT="[Texto]"/>
      <dgm:spPr/>
      <dgm:t>
        <a:bodyPr/>
        <a:lstStyle/>
        <a:p>
          <a:r>
            <a:rPr lang="es-CO" dirty="0" smtClean="0"/>
            <a:t>Estándares de cantidad</a:t>
          </a:r>
          <a:endParaRPr lang="es-CO" dirty="0"/>
        </a:p>
      </dgm:t>
    </dgm:pt>
    <dgm:pt modelId="{1C7F8A32-A006-47F3-8FFD-D66925CE30D9}" type="parTrans" cxnId="{5AD074A5-5F8F-45DA-B679-CA5538172F8C}">
      <dgm:prSet/>
      <dgm:spPr/>
      <dgm:t>
        <a:bodyPr/>
        <a:lstStyle/>
        <a:p>
          <a:endParaRPr lang="es-CO"/>
        </a:p>
      </dgm:t>
    </dgm:pt>
    <dgm:pt modelId="{90E6C74D-D0A5-4B8A-B789-3E70CEB30BCB}" type="sibTrans" cxnId="{5AD074A5-5F8F-45DA-B679-CA5538172F8C}">
      <dgm:prSet/>
      <dgm:spPr/>
      <dgm:t>
        <a:bodyPr/>
        <a:lstStyle/>
        <a:p>
          <a:endParaRPr lang="es-CO"/>
        </a:p>
      </dgm:t>
    </dgm:pt>
    <dgm:pt modelId="{CCE51F6C-C3E5-4FB4-BFD6-E61D97BAE7E9}">
      <dgm:prSet phldrT="[Texto]" custT="1"/>
      <dgm:spPr/>
      <dgm:t>
        <a:bodyPr/>
        <a:lstStyle/>
        <a:p>
          <a:r>
            <a:rPr lang="es-CO" sz="1800" dirty="0" smtClean="0"/>
            <a:t>Como volumen de producción, cantidad de existencias, cantidad de materiales primas, números de horas, entre otros</a:t>
          </a:r>
          <a:endParaRPr lang="es-CO" sz="1800" dirty="0"/>
        </a:p>
      </dgm:t>
    </dgm:pt>
    <dgm:pt modelId="{673E0D18-B8B5-48B4-9653-52E917C219D2}" type="parTrans" cxnId="{449FD7E3-587F-486F-8BC9-A9134B5566EF}">
      <dgm:prSet/>
      <dgm:spPr/>
      <dgm:t>
        <a:bodyPr/>
        <a:lstStyle/>
        <a:p>
          <a:endParaRPr lang="es-CO"/>
        </a:p>
      </dgm:t>
    </dgm:pt>
    <dgm:pt modelId="{C6A864D6-C8D5-4D27-98A3-6A21BA31A1B1}" type="sibTrans" cxnId="{449FD7E3-587F-486F-8BC9-A9134B5566EF}">
      <dgm:prSet/>
      <dgm:spPr/>
      <dgm:t>
        <a:bodyPr/>
        <a:lstStyle/>
        <a:p>
          <a:endParaRPr lang="es-CO"/>
        </a:p>
      </dgm:t>
    </dgm:pt>
    <dgm:pt modelId="{9E42C1A9-9C2F-4565-B8F6-6911EB15A431}">
      <dgm:prSet phldrT="[Texto]"/>
      <dgm:spPr/>
      <dgm:t>
        <a:bodyPr/>
        <a:lstStyle/>
        <a:p>
          <a:r>
            <a:rPr lang="es-CO" dirty="0" smtClean="0"/>
            <a:t>Estándares de calidad</a:t>
          </a:r>
          <a:endParaRPr lang="es-CO" dirty="0"/>
        </a:p>
      </dgm:t>
    </dgm:pt>
    <dgm:pt modelId="{D48EABBF-4F4D-47A8-B095-611510053BA7}" type="parTrans" cxnId="{F1138224-4B19-4E15-9569-555C7E0E17CA}">
      <dgm:prSet/>
      <dgm:spPr/>
      <dgm:t>
        <a:bodyPr/>
        <a:lstStyle/>
        <a:p>
          <a:endParaRPr lang="es-CO"/>
        </a:p>
      </dgm:t>
    </dgm:pt>
    <dgm:pt modelId="{99AD8D03-9038-4BCE-88F5-68E03C413BE8}" type="sibTrans" cxnId="{F1138224-4B19-4E15-9569-555C7E0E17CA}">
      <dgm:prSet/>
      <dgm:spPr/>
      <dgm:t>
        <a:bodyPr/>
        <a:lstStyle/>
        <a:p>
          <a:endParaRPr lang="es-CO"/>
        </a:p>
      </dgm:t>
    </dgm:pt>
    <dgm:pt modelId="{58DBAA8B-C88F-43CD-970F-E85D4394D8E1}">
      <dgm:prSet phldrT="[Texto]" custT="1"/>
      <dgm:spPr/>
      <dgm:t>
        <a:bodyPr/>
        <a:lstStyle/>
        <a:p>
          <a:r>
            <a:rPr lang="es-CO" sz="1800" dirty="0" smtClean="0"/>
            <a:t>Como control de materia prima recibida, control de calidad de producción, especificaciones del producto, entre otros.</a:t>
          </a:r>
          <a:endParaRPr lang="es-CO" sz="1800" dirty="0"/>
        </a:p>
      </dgm:t>
    </dgm:pt>
    <dgm:pt modelId="{C6A93F76-8E95-45C3-88FB-877698B98E8A}" type="parTrans" cxnId="{7C14F8E0-4CD9-4B20-8B24-5021781F9C37}">
      <dgm:prSet/>
      <dgm:spPr/>
      <dgm:t>
        <a:bodyPr/>
        <a:lstStyle/>
        <a:p>
          <a:endParaRPr lang="es-CO"/>
        </a:p>
      </dgm:t>
    </dgm:pt>
    <dgm:pt modelId="{F078C007-2518-4354-90A7-A2C706F7FC65}" type="sibTrans" cxnId="{7C14F8E0-4CD9-4B20-8B24-5021781F9C37}">
      <dgm:prSet/>
      <dgm:spPr/>
      <dgm:t>
        <a:bodyPr/>
        <a:lstStyle/>
        <a:p>
          <a:endParaRPr lang="es-CO"/>
        </a:p>
      </dgm:t>
    </dgm:pt>
    <dgm:pt modelId="{2B0D0C5E-2080-442B-82F2-742F5E813448}">
      <dgm:prSet phldrT="[Texto]"/>
      <dgm:spPr/>
      <dgm:t>
        <a:bodyPr/>
        <a:lstStyle/>
        <a:p>
          <a:r>
            <a:rPr lang="es-CO" dirty="0" smtClean="0"/>
            <a:t>Estándares de tiempo</a:t>
          </a:r>
          <a:endParaRPr lang="es-CO" dirty="0"/>
        </a:p>
      </dgm:t>
    </dgm:pt>
    <dgm:pt modelId="{58E575CB-726A-4D99-86B9-82524043B984}" type="parTrans" cxnId="{652A6049-661F-451D-A12C-30AF00534525}">
      <dgm:prSet/>
      <dgm:spPr/>
      <dgm:t>
        <a:bodyPr/>
        <a:lstStyle/>
        <a:p>
          <a:endParaRPr lang="es-CO"/>
        </a:p>
      </dgm:t>
    </dgm:pt>
    <dgm:pt modelId="{00525C3C-DB40-4CF2-93DA-03D1AF73DE6C}" type="sibTrans" cxnId="{652A6049-661F-451D-A12C-30AF00534525}">
      <dgm:prSet/>
      <dgm:spPr/>
      <dgm:t>
        <a:bodyPr/>
        <a:lstStyle/>
        <a:p>
          <a:endParaRPr lang="es-CO"/>
        </a:p>
      </dgm:t>
    </dgm:pt>
    <dgm:pt modelId="{64BD96C4-1363-4567-A953-B51B771EBC1D}">
      <dgm:prSet phldrT="[Texto]" custT="1"/>
      <dgm:spPr/>
      <dgm:t>
        <a:bodyPr/>
        <a:lstStyle/>
        <a:p>
          <a:r>
            <a:rPr lang="es-CO" sz="1800" dirty="0" smtClean="0"/>
            <a:t>Como tiempo estándar para producir un determinado producto, tiempo medio de existencias de un productos determinado, entre otros.</a:t>
          </a:r>
          <a:endParaRPr lang="es-CO" sz="1800" dirty="0"/>
        </a:p>
      </dgm:t>
    </dgm:pt>
    <dgm:pt modelId="{159C6A0C-3408-4791-A076-1561EB76DE37}" type="parTrans" cxnId="{EE33CDEB-589D-4B47-BA05-4E03CD7B59EE}">
      <dgm:prSet/>
      <dgm:spPr/>
      <dgm:t>
        <a:bodyPr/>
        <a:lstStyle/>
        <a:p>
          <a:endParaRPr lang="es-CO"/>
        </a:p>
      </dgm:t>
    </dgm:pt>
    <dgm:pt modelId="{2500499B-A461-4B35-842F-6D03288DC70E}" type="sibTrans" cxnId="{EE33CDEB-589D-4B47-BA05-4E03CD7B59EE}">
      <dgm:prSet/>
      <dgm:spPr/>
      <dgm:t>
        <a:bodyPr/>
        <a:lstStyle/>
        <a:p>
          <a:endParaRPr lang="es-CO"/>
        </a:p>
      </dgm:t>
    </dgm:pt>
    <dgm:pt modelId="{2A009212-6830-4877-9AC3-5FF60E57BD56}">
      <dgm:prSet/>
      <dgm:spPr/>
      <dgm:t>
        <a:bodyPr/>
        <a:lstStyle/>
        <a:p>
          <a:endParaRPr lang="es-CO" sz="1100" dirty="0"/>
        </a:p>
      </dgm:t>
    </dgm:pt>
    <dgm:pt modelId="{B579FBDB-2877-4D4D-81F9-A8A6FDFEB99D}" type="sibTrans" cxnId="{BC835CBB-B52C-4ABA-B602-10B03073818D}">
      <dgm:prSet/>
      <dgm:spPr/>
      <dgm:t>
        <a:bodyPr/>
        <a:lstStyle/>
        <a:p>
          <a:endParaRPr lang="es-CO"/>
        </a:p>
      </dgm:t>
    </dgm:pt>
    <dgm:pt modelId="{6BD671F2-638C-497F-BBD5-60E726D5B779}" type="parTrans" cxnId="{BC835CBB-B52C-4ABA-B602-10B03073818D}">
      <dgm:prSet/>
      <dgm:spPr/>
      <dgm:t>
        <a:bodyPr/>
        <a:lstStyle/>
        <a:p>
          <a:endParaRPr lang="es-CO"/>
        </a:p>
      </dgm:t>
    </dgm:pt>
    <dgm:pt modelId="{B84CA3DC-5048-4E61-B850-ED3B302F05F8}">
      <dgm:prSet/>
      <dgm:spPr/>
      <dgm:t>
        <a:bodyPr/>
        <a:lstStyle/>
        <a:p>
          <a:r>
            <a:rPr lang="es-CO" dirty="0" smtClean="0"/>
            <a:t>Estándares de costos </a:t>
          </a:r>
          <a:endParaRPr lang="es-CO" dirty="0"/>
        </a:p>
      </dgm:t>
    </dgm:pt>
    <dgm:pt modelId="{9E642499-458A-4009-88A9-3706BFFF43AE}" type="sibTrans" cxnId="{94E80E14-C50E-46D0-8FB9-370E2CA7158D}">
      <dgm:prSet/>
      <dgm:spPr/>
      <dgm:t>
        <a:bodyPr/>
        <a:lstStyle/>
        <a:p>
          <a:endParaRPr lang="es-CO"/>
        </a:p>
      </dgm:t>
    </dgm:pt>
    <dgm:pt modelId="{8B986FD6-06B3-4118-B7F3-D03C93A39AC7}" type="parTrans" cxnId="{94E80E14-C50E-46D0-8FB9-370E2CA7158D}">
      <dgm:prSet/>
      <dgm:spPr/>
      <dgm:t>
        <a:bodyPr/>
        <a:lstStyle/>
        <a:p>
          <a:endParaRPr lang="es-CO"/>
        </a:p>
      </dgm:t>
    </dgm:pt>
    <dgm:pt modelId="{9FD5B409-A9A2-4AE0-AC5E-C305D40E48A6}">
      <dgm:prSet/>
      <dgm:spPr/>
      <dgm:t>
        <a:bodyPr/>
        <a:lstStyle/>
        <a:p>
          <a:endParaRPr lang="es-CO" sz="1100" dirty="0"/>
        </a:p>
      </dgm:t>
    </dgm:pt>
    <dgm:pt modelId="{A32599F5-CB75-4433-8A0C-F074DD420219}" type="parTrans" cxnId="{71C29507-26B2-495B-9ABD-FE2CC5262A54}">
      <dgm:prSet/>
      <dgm:spPr/>
      <dgm:t>
        <a:bodyPr/>
        <a:lstStyle/>
        <a:p>
          <a:endParaRPr lang="es-CO"/>
        </a:p>
      </dgm:t>
    </dgm:pt>
    <dgm:pt modelId="{8A3790FF-9849-462A-AC19-566359C73F0D}" type="sibTrans" cxnId="{71C29507-26B2-495B-9ABD-FE2CC5262A54}">
      <dgm:prSet/>
      <dgm:spPr/>
      <dgm:t>
        <a:bodyPr/>
        <a:lstStyle/>
        <a:p>
          <a:endParaRPr lang="es-CO"/>
        </a:p>
      </dgm:t>
    </dgm:pt>
    <dgm:pt modelId="{A7DA45B4-4E24-4D70-A0D6-119D57516F48}">
      <dgm:prSet custT="1"/>
      <dgm:spPr/>
      <dgm:t>
        <a:bodyPr/>
        <a:lstStyle/>
        <a:p>
          <a:r>
            <a:rPr lang="es-CO" sz="1800" dirty="0" smtClean="0"/>
            <a:t>Como costos de producción, costos de administración, costos de ventas, entre otros.</a:t>
          </a:r>
          <a:endParaRPr lang="es-CO" sz="1800" dirty="0"/>
        </a:p>
      </dgm:t>
    </dgm:pt>
    <dgm:pt modelId="{9EEB1C66-BA1C-4614-8FE5-8BFC879AE0FF}" type="parTrans" cxnId="{B757F569-40D9-4581-B86A-CDBF9311DD8B}">
      <dgm:prSet/>
      <dgm:spPr/>
      <dgm:t>
        <a:bodyPr/>
        <a:lstStyle/>
        <a:p>
          <a:endParaRPr lang="es-CO"/>
        </a:p>
      </dgm:t>
    </dgm:pt>
    <dgm:pt modelId="{72E4195F-AA2A-4963-A493-72B2DCB6946F}" type="sibTrans" cxnId="{B757F569-40D9-4581-B86A-CDBF9311DD8B}">
      <dgm:prSet/>
      <dgm:spPr/>
      <dgm:t>
        <a:bodyPr/>
        <a:lstStyle/>
        <a:p>
          <a:endParaRPr lang="es-CO"/>
        </a:p>
      </dgm:t>
    </dgm:pt>
    <dgm:pt modelId="{36230E19-8908-4357-A40F-3A0AA962C35B}" type="pres">
      <dgm:prSet presAssocID="{86417197-C0A9-42CD-BACB-BF460D09C23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CO"/>
        </a:p>
      </dgm:t>
    </dgm:pt>
    <dgm:pt modelId="{64BD3FBC-BA47-4BFF-BC90-CE904A31373F}" type="pres">
      <dgm:prSet presAssocID="{D87A0A4B-9DD2-4F0F-B5E5-F0C73F017120}" presName="linNode" presStyleCnt="0"/>
      <dgm:spPr/>
    </dgm:pt>
    <dgm:pt modelId="{9CB7B8FF-9F84-43E0-8482-940E40575026}" type="pres">
      <dgm:prSet presAssocID="{D87A0A4B-9DD2-4F0F-B5E5-F0C73F017120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0BAD5B21-424F-45B6-A17F-47D40C02D39C}" type="pres">
      <dgm:prSet presAssocID="{D87A0A4B-9DD2-4F0F-B5E5-F0C73F017120}" presName="descendantText" presStyleLbl="alignAccFollowNode1" presStyleIdx="0" presStyleCnt="4" custScaleY="116272" custLinFactNeighborX="1010" custLinFactNeighborY="4265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06E32060-27A5-4B3C-8E80-9772FF558634}" type="pres">
      <dgm:prSet presAssocID="{90E6C74D-D0A5-4B8A-B789-3E70CEB30BCB}" presName="sp" presStyleCnt="0"/>
      <dgm:spPr/>
    </dgm:pt>
    <dgm:pt modelId="{00BE1096-C52A-4A1F-8679-3D4460A8E0AE}" type="pres">
      <dgm:prSet presAssocID="{9E42C1A9-9C2F-4565-B8F6-6911EB15A431}" presName="linNode" presStyleCnt="0"/>
      <dgm:spPr/>
    </dgm:pt>
    <dgm:pt modelId="{A63D6789-6EFF-4050-8126-59E678606C47}" type="pres">
      <dgm:prSet presAssocID="{9E42C1A9-9C2F-4565-B8F6-6911EB15A431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16E717DF-0A91-48F2-AA65-07ECDAC5275B}" type="pres">
      <dgm:prSet presAssocID="{9E42C1A9-9C2F-4565-B8F6-6911EB15A431}" presName="descendantText" presStyleLbl="alignAccFollowNode1" presStyleIdx="1" presStyleCnt="4" custScaleY="109631" custLinFactNeighborX="1010" custLinFactNeighborY="-299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169453B0-A92A-4702-935A-C7033D15538D}" type="pres">
      <dgm:prSet presAssocID="{99AD8D03-9038-4BCE-88F5-68E03C413BE8}" presName="sp" presStyleCnt="0"/>
      <dgm:spPr/>
    </dgm:pt>
    <dgm:pt modelId="{AA9376FF-50A5-4B31-A19B-CDDFCC6E636E}" type="pres">
      <dgm:prSet presAssocID="{2B0D0C5E-2080-442B-82F2-742F5E813448}" presName="linNode" presStyleCnt="0"/>
      <dgm:spPr/>
    </dgm:pt>
    <dgm:pt modelId="{38128807-8E9D-45A5-815D-79035688171A}" type="pres">
      <dgm:prSet presAssocID="{2B0D0C5E-2080-442B-82F2-742F5E813448}" presName="parentText" presStyleLbl="node1" presStyleIdx="2" presStyleCnt="4" custLinFactNeighborY="905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319FB19D-CD22-4D16-9216-2ADC408BC364}" type="pres">
      <dgm:prSet presAssocID="{2B0D0C5E-2080-442B-82F2-742F5E813448}" presName="descendantText" presStyleLbl="alignAccFollowNode1" presStyleIdx="2" presStyleCnt="4" custScaleY="121142" custLinFactNeighborX="1010" custLinFactNeighborY="-2856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9B6DBBFF-034E-4872-B69A-1200356BDDE7}" type="pres">
      <dgm:prSet presAssocID="{00525C3C-DB40-4CF2-93DA-03D1AF73DE6C}" presName="sp" presStyleCnt="0"/>
      <dgm:spPr/>
    </dgm:pt>
    <dgm:pt modelId="{8E647FBA-FA42-41C7-80D9-4132E1BF987A}" type="pres">
      <dgm:prSet presAssocID="{B84CA3DC-5048-4E61-B850-ED3B302F05F8}" presName="linNode" presStyleCnt="0"/>
      <dgm:spPr/>
    </dgm:pt>
    <dgm:pt modelId="{C6CA38D6-7145-4ED4-AC42-533B7E2794C5}" type="pres">
      <dgm:prSet presAssocID="{B84CA3DC-5048-4E61-B850-ED3B302F05F8}" presName="parentText" presStyleLbl="node1" presStyleIdx="3" presStyleCnt="4" custLinFactNeighborX="-4735" custLinFactNeighborY="4867">
        <dgm:presLayoutVars>
          <dgm:chMax val="1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7F0F2C5B-0C43-4B99-BCD3-3AA057BC2DF9}" type="pres">
      <dgm:prSet presAssocID="{B84CA3DC-5048-4E61-B850-ED3B302F05F8}" presName="descendantText" presStyleLbl="alignAccFollowNode1" presStyleIdx="3" presStyleCnt="4" custScaleY="117025" custLinFactNeighborX="-1796" custLinFactNeighborY="2096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EE33CDEB-589D-4B47-BA05-4E03CD7B59EE}" srcId="{2B0D0C5E-2080-442B-82F2-742F5E813448}" destId="{64BD96C4-1363-4567-A953-B51B771EBC1D}" srcOrd="0" destOrd="0" parTransId="{159C6A0C-3408-4791-A076-1561EB76DE37}" sibTransId="{2500499B-A461-4B35-842F-6D03288DC70E}"/>
    <dgm:cxn modelId="{652A6049-661F-451D-A12C-30AF00534525}" srcId="{86417197-C0A9-42CD-BACB-BF460D09C235}" destId="{2B0D0C5E-2080-442B-82F2-742F5E813448}" srcOrd="2" destOrd="0" parTransId="{58E575CB-726A-4D99-86B9-82524043B984}" sibTransId="{00525C3C-DB40-4CF2-93DA-03D1AF73DE6C}"/>
    <dgm:cxn modelId="{7C14F8E0-4CD9-4B20-8B24-5021781F9C37}" srcId="{9E42C1A9-9C2F-4565-B8F6-6911EB15A431}" destId="{58DBAA8B-C88F-43CD-970F-E85D4394D8E1}" srcOrd="0" destOrd="0" parTransId="{C6A93F76-8E95-45C3-88FB-877698B98E8A}" sibTransId="{F078C007-2518-4354-90A7-A2C706F7FC65}"/>
    <dgm:cxn modelId="{59426EE7-48B3-458E-8712-DA82CD025698}" type="presOf" srcId="{A7DA45B4-4E24-4D70-A0D6-119D57516F48}" destId="{7F0F2C5B-0C43-4B99-BCD3-3AA057BC2DF9}" srcOrd="0" destOrd="2" presId="urn:microsoft.com/office/officeart/2005/8/layout/vList5"/>
    <dgm:cxn modelId="{B6420F67-0F4F-4266-8B24-8D29E4EB1B7B}" type="presOf" srcId="{2B0D0C5E-2080-442B-82F2-742F5E813448}" destId="{38128807-8E9D-45A5-815D-79035688171A}" srcOrd="0" destOrd="0" presId="urn:microsoft.com/office/officeart/2005/8/layout/vList5"/>
    <dgm:cxn modelId="{9C8F4428-9F80-4E00-81EE-412E7979C28B}" type="presOf" srcId="{9FD5B409-A9A2-4AE0-AC5E-C305D40E48A6}" destId="{7F0F2C5B-0C43-4B99-BCD3-3AA057BC2DF9}" srcOrd="0" destOrd="1" presId="urn:microsoft.com/office/officeart/2005/8/layout/vList5"/>
    <dgm:cxn modelId="{9598D8EA-525C-42D0-AB92-AAB605DB2B2B}" type="presOf" srcId="{9E42C1A9-9C2F-4565-B8F6-6911EB15A431}" destId="{A63D6789-6EFF-4050-8126-59E678606C47}" srcOrd="0" destOrd="0" presId="urn:microsoft.com/office/officeart/2005/8/layout/vList5"/>
    <dgm:cxn modelId="{449FD7E3-587F-486F-8BC9-A9134B5566EF}" srcId="{D87A0A4B-9DD2-4F0F-B5E5-F0C73F017120}" destId="{CCE51F6C-C3E5-4FB4-BFD6-E61D97BAE7E9}" srcOrd="0" destOrd="0" parTransId="{673E0D18-B8B5-48B4-9653-52E917C219D2}" sibTransId="{C6A864D6-C8D5-4D27-98A3-6A21BA31A1B1}"/>
    <dgm:cxn modelId="{F99DD8BB-BD18-4E67-8187-42C59484C582}" type="presOf" srcId="{B84CA3DC-5048-4E61-B850-ED3B302F05F8}" destId="{C6CA38D6-7145-4ED4-AC42-533B7E2794C5}" srcOrd="0" destOrd="0" presId="urn:microsoft.com/office/officeart/2005/8/layout/vList5"/>
    <dgm:cxn modelId="{94E80E14-C50E-46D0-8FB9-370E2CA7158D}" srcId="{86417197-C0A9-42CD-BACB-BF460D09C235}" destId="{B84CA3DC-5048-4E61-B850-ED3B302F05F8}" srcOrd="3" destOrd="0" parTransId="{8B986FD6-06B3-4118-B7F3-D03C93A39AC7}" sibTransId="{9E642499-458A-4009-88A9-3706BFFF43AE}"/>
    <dgm:cxn modelId="{C6D27425-E1BC-4BEA-A105-9B4EB12FF185}" type="presOf" srcId="{2A009212-6830-4877-9AC3-5FF60E57BD56}" destId="{7F0F2C5B-0C43-4B99-BCD3-3AA057BC2DF9}" srcOrd="0" destOrd="0" presId="urn:microsoft.com/office/officeart/2005/8/layout/vList5"/>
    <dgm:cxn modelId="{D4B3A36B-5B88-4761-8ECB-86C6750B0E4D}" type="presOf" srcId="{D87A0A4B-9DD2-4F0F-B5E5-F0C73F017120}" destId="{9CB7B8FF-9F84-43E0-8482-940E40575026}" srcOrd="0" destOrd="0" presId="urn:microsoft.com/office/officeart/2005/8/layout/vList5"/>
    <dgm:cxn modelId="{7408FA51-EAE9-497A-9A8C-F38511E852E6}" type="presOf" srcId="{86417197-C0A9-42CD-BACB-BF460D09C235}" destId="{36230E19-8908-4357-A40F-3A0AA962C35B}" srcOrd="0" destOrd="0" presId="urn:microsoft.com/office/officeart/2005/8/layout/vList5"/>
    <dgm:cxn modelId="{5AD074A5-5F8F-45DA-B679-CA5538172F8C}" srcId="{86417197-C0A9-42CD-BACB-BF460D09C235}" destId="{D87A0A4B-9DD2-4F0F-B5E5-F0C73F017120}" srcOrd="0" destOrd="0" parTransId="{1C7F8A32-A006-47F3-8FFD-D66925CE30D9}" sibTransId="{90E6C74D-D0A5-4B8A-B789-3E70CEB30BCB}"/>
    <dgm:cxn modelId="{71C29507-26B2-495B-9ABD-FE2CC5262A54}" srcId="{B84CA3DC-5048-4E61-B850-ED3B302F05F8}" destId="{9FD5B409-A9A2-4AE0-AC5E-C305D40E48A6}" srcOrd="1" destOrd="0" parTransId="{A32599F5-CB75-4433-8A0C-F074DD420219}" sibTransId="{8A3790FF-9849-462A-AC19-566359C73F0D}"/>
    <dgm:cxn modelId="{CC8AE454-134C-4B34-A45D-BFCAB53B91BD}" type="presOf" srcId="{64BD96C4-1363-4567-A953-B51B771EBC1D}" destId="{319FB19D-CD22-4D16-9216-2ADC408BC364}" srcOrd="0" destOrd="0" presId="urn:microsoft.com/office/officeart/2005/8/layout/vList5"/>
    <dgm:cxn modelId="{9AD3B084-49B5-460B-930A-685D9B237E8D}" type="presOf" srcId="{CCE51F6C-C3E5-4FB4-BFD6-E61D97BAE7E9}" destId="{0BAD5B21-424F-45B6-A17F-47D40C02D39C}" srcOrd="0" destOrd="0" presId="urn:microsoft.com/office/officeart/2005/8/layout/vList5"/>
    <dgm:cxn modelId="{BC835CBB-B52C-4ABA-B602-10B03073818D}" srcId="{B84CA3DC-5048-4E61-B850-ED3B302F05F8}" destId="{2A009212-6830-4877-9AC3-5FF60E57BD56}" srcOrd="0" destOrd="0" parTransId="{6BD671F2-638C-497F-BBD5-60E726D5B779}" sibTransId="{B579FBDB-2877-4D4D-81F9-A8A6FDFEB99D}"/>
    <dgm:cxn modelId="{B757F569-40D9-4581-B86A-CDBF9311DD8B}" srcId="{9FD5B409-A9A2-4AE0-AC5E-C305D40E48A6}" destId="{A7DA45B4-4E24-4D70-A0D6-119D57516F48}" srcOrd="0" destOrd="0" parTransId="{9EEB1C66-BA1C-4614-8FE5-8BFC879AE0FF}" sibTransId="{72E4195F-AA2A-4963-A493-72B2DCB6946F}"/>
    <dgm:cxn modelId="{239127D3-C69F-4D28-85D0-09EABD8FF806}" type="presOf" srcId="{58DBAA8B-C88F-43CD-970F-E85D4394D8E1}" destId="{16E717DF-0A91-48F2-AA65-07ECDAC5275B}" srcOrd="0" destOrd="0" presId="urn:microsoft.com/office/officeart/2005/8/layout/vList5"/>
    <dgm:cxn modelId="{F1138224-4B19-4E15-9569-555C7E0E17CA}" srcId="{86417197-C0A9-42CD-BACB-BF460D09C235}" destId="{9E42C1A9-9C2F-4565-B8F6-6911EB15A431}" srcOrd="1" destOrd="0" parTransId="{D48EABBF-4F4D-47A8-B095-611510053BA7}" sibTransId="{99AD8D03-9038-4BCE-88F5-68E03C413BE8}"/>
    <dgm:cxn modelId="{14150CFD-BC04-47FA-B086-9CB54F504A78}" type="presParOf" srcId="{36230E19-8908-4357-A40F-3A0AA962C35B}" destId="{64BD3FBC-BA47-4BFF-BC90-CE904A31373F}" srcOrd="0" destOrd="0" presId="urn:microsoft.com/office/officeart/2005/8/layout/vList5"/>
    <dgm:cxn modelId="{618D1EDD-92C1-4B7D-A433-9BC74DD1453A}" type="presParOf" srcId="{64BD3FBC-BA47-4BFF-BC90-CE904A31373F}" destId="{9CB7B8FF-9F84-43E0-8482-940E40575026}" srcOrd="0" destOrd="0" presId="urn:microsoft.com/office/officeart/2005/8/layout/vList5"/>
    <dgm:cxn modelId="{5E17DB9A-B917-4ECF-96CD-0F70E1420DE6}" type="presParOf" srcId="{64BD3FBC-BA47-4BFF-BC90-CE904A31373F}" destId="{0BAD5B21-424F-45B6-A17F-47D40C02D39C}" srcOrd="1" destOrd="0" presId="urn:microsoft.com/office/officeart/2005/8/layout/vList5"/>
    <dgm:cxn modelId="{629625DF-1EEB-4E8D-B9D3-DED3D736048A}" type="presParOf" srcId="{36230E19-8908-4357-A40F-3A0AA962C35B}" destId="{06E32060-27A5-4B3C-8E80-9772FF558634}" srcOrd="1" destOrd="0" presId="urn:microsoft.com/office/officeart/2005/8/layout/vList5"/>
    <dgm:cxn modelId="{FC1DF329-3211-41AC-A996-2B15FBB1AF07}" type="presParOf" srcId="{36230E19-8908-4357-A40F-3A0AA962C35B}" destId="{00BE1096-C52A-4A1F-8679-3D4460A8E0AE}" srcOrd="2" destOrd="0" presId="urn:microsoft.com/office/officeart/2005/8/layout/vList5"/>
    <dgm:cxn modelId="{73116E69-B737-4F53-83E8-6BDF5B0449BD}" type="presParOf" srcId="{00BE1096-C52A-4A1F-8679-3D4460A8E0AE}" destId="{A63D6789-6EFF-4050-8126-59E678606C47}" srcOrd="0" destOrd="0" presId="urn:microsoft.com/office/officeart/2005/8/layout/vList5"/>
    <dgm:cxn modelId="{504D4F22-7F9A-445F-B5E9-2CE2E6B31CE4}" type="presParOf" srcId="{00BE1096-C52A-4A1F-8679-3D4460A8E0AE}" destId="{16E717DF-0A91-48F2-AA65-07ECDAC5275B}" srcOrd="1" destOrd="0" presId="urn:microsoft.com/office/officeart/2005/8/layout/vList5"/>
    <dgm:cxn modelId="{0AD1FAB9-3675-4A23-846B-03B41AFD81A1}" type="presParOf" srcId="{36230E19-8908-4357-A40F-3A0AA962C35B}" destId="{169453B0-A92A-4702-935A-C7033D15538D}" srcOrd="3" destOrd="0" presId="urn:microsoft.com/office/officeart/2005/8/layout/vList5"/>
    <dgm:cxn modelId="{BFB2E94D-A966-4438-941B-2843FF6B325E}" type="presParOf" srcId="{36230E19-8908-4357-A40F-3A0AA962C35B}" destId="{AA9376FF-50A5-4B31-A19B-CDDFCC6E636E}" srcOrd="4" destOrd="0" presId="urn:microsoft.com/office/officeart/2005/8/layout/vList5"/>
    <dgm:cxn modelId="{8AD9664B-75A6-417E-B639-58576D46A497}" type="presParOf" srcId="{AA9376FF-50A5-4B31-A19B-CDDFCC6E636E}" destId="{38128807-8E9D-45A5-815D-79035688171A}" srcOrd="0" destOrd="0" presId="urn:microsoft.com/office/officeart/2005/8/layout/vList5"/>
    <dgm:cxn modelId="{1161CE98-0F03-46D6-9747-00579B40E05F}" type="presParOf" srcId="{AA9376FF-50A5-4B31-A19B-CDDFCC6E636E}" destId="{319FB19D-CD22-4D16-9216-2ADC408BC364}" srcOrd="1" destOrd="0" presId="urn:microsoft.com/office/officeart/2005/8/layout/vList5"/>
    <dgm:cxn modelId="{6711AD3B-04B3-45D2-AAFB-7099836F2FFE}" type="presParOf" srcId="{36230E19-8908-4357-A40F-3A0AA962C35B}" destId="{9B6DBBFF-034E-4872-B69A-1200356BDDE7}" srcOrd="5" destOrd="0" presId="urn:microsoft.com/office/officeart/2005/8/layout/vList5"/>
    <dgm:cxn modelId="{22840037-3683-40F6-ADB7-9EDAF9DC9A8B}" type="presParOf" srcId="{36230E19-8908-4357-A40F-3A0AA962C35B}" destId="{8E647FBA-FA42-41C7-80D9-4132E1BF987A}" srcOrd="6" destOrd="0" presId="urn:microsoft.com/office/officeart/2005/8/layout/vList5"/>
    <dgm:cxn modelId="{C4C6AD77-938F-4278-808C-7F4A6D934A86}" type="presParOf" srcId="{8E647FBA-FA42-41C7-80D9-4132E1BF987A}" destId="{C6CA38D6-7145-4ED4-AC42-533B7E2794C5}" srcOrd="0" destOrd="0" presId="urn:microsoft.com/office/officeart/2005/8/layout/vList5"/>
    <dgm:cxn modelId="{DAC910E0-CF74-4780-82B9-8B311C95386F}" type="presParOf" srcId="{8E647FBA-FA42-41C7-80D9-4132E1BF987A}" destId="{7F0F2C5B-0C43-4B99-BCD3-3AA057BC2DF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6B859BC-6633-4427-B655-9814BE85FE42}">
      <dsp:nvSpPr>
        <dsp:cNvPr id="0" name=""/>
        <dsp:cNvSpPr/>
      </dsp:nvSpPr>
      <dsp:spPr>
        <a:xfrm>
          <a:off x="2454036" y="1885860"/>
          <a:ext cx="1140598" cy="1140598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80000"/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8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200" b="1" u="sng" kern="1200" dirty="0" smtClean="0">
              <a:solidFill>
                <a:schemeClr val="tx1"/>
              </a:solidFill>
            </a:rPr>
            <a:t>Modelo de estructura funcional</a:t>
          </a:r>
          <a:r>
            <a:rPr lang="es-CO" sz="1200" b="1" u="none" kern="1200" dirty="0" smtClean="0">
              <a:solidFill>
                <a:schemeClr val="tx1"/>
              </a:solidFill>
            </a:rPr>
            <a:t>.</a:t>
          </a:r>
          <a:endParaRPr lang="es-CO" sz="1200" b="1" u="none" kern="1200" dirty="0">
            <a:solidFill>
              <a:schemeClr val="tx1"/>
            </a:solidFill>
          </a:endParaRPr>
        </a:p>
      </dsp:txBody>
      <dsp:txXfrm>
        <a:off x="2454036" y="1885860"/>
        <a:ext cx="1140598" cy="1140598"/>
      </dsp:txXfrm>
    </dsp:sp>
    <dsp:sp modelId="{4B4D7087-F9C0-471E-B975-9288CCE4911E}">
      <dsp:nvSpPr>
        <dsp:cNvPr id="0" name=""/>
        <dsp:cNvSpPr/>
      </dsp:nvSpPr>
      <dsp:spPr>
        <a:xfrm rot="16200000">
          <a:off x="2903222" y="1501021"/>
          <a:ext cx="242227" cy="32635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shade val="90000"/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90000"/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4">
                <a:shade val="90000"/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9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O" sz="900" u="none" kern="1200"/>
        </a:p>
      </dsp:txBody>
      <dsp:txXfrm rot="16200000">
        <a:off x="2903222" y="1501021"/>
        <a:ext cx="242227" cy="326356"/>
      </dsp:txXfrm>
    </dsp:sp>
    <dsp:sp modelId="{FC708F94-1154-4636-AFC4-2F6AF824A074}">
      <dsp:nvSpPr>
        <dsp:cNvPr id="0" name=""/>
        <dsp:cNvSpPr/>
      </dsp:nvSpPr>
      <dsp:spPr>
        <a:xfrm>
          <a:off x="2311462" y="3079"/>
          <a:ext cx="1425747" cy="142574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80000"/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8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000" b="1" u="none" kern="1200" dirty="0" smtClean="0">
              <a:solidFill>
                <a:schemeClr val="tx1"/>
              </a:solidFill>
            </a:rPr>
            <a:t>Operaciones técnicas</a:t>
          </a:r>
          <a:endParaRPr lang="es-CO" sz="1000" b="1" u="none" kern="1200" dirty="0">
            <a:solidFill>
              <a:schemeClr val="tx1"/>
            </a:solidFill>
          </a:endParaRPr>
        </a:p>
      </dsp:txBody>
      <dsp:txXfrm>
        <a:off x="2311462" y="3079"/>
        <a:ext cx="1425747" cy="1425747"/>
      </dsp:txXfrm>
    </dsp:sp>
    <dsp:sp modelId="{E901AF54-C2E6-4AF7-A2F6-E90B10FBF19B}">
      <dsp:nvSpPr>
        <dsp:cNvPr id="0" name=""/>
        <dsp:cNvSpPr/>
      </dsp:nvSpPr>
      <dsp:spPr>
        <a:xfrm rot="19800000">
          <a:off x="3589079" y="1897001"/>
          <a:ext cx="242227" cy="32635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shade val="90000"/>
                <a:hueOff val="-103868"/>
                <a:satOff val="-6585"/>
                <a:lumOff val="6288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90000"/>
                <a:hueOff val="-103868"/>
                <a:satOff val="-6585"/>
                <a:lumOff val="6288"/>
                <a:alphaOff val="0"/>
                <a:tint val="86000"/>
                <a:satMod val="115000"/>
              </a:schemeClr>
            </a:gs>
            <a:gs pos="100000">
              <a:schemeClr val="accent4">
                <a:shade val="90000"/>
                <a:hueOff val="-103868"/>
                <a:satOff val="-6585"/>
                <a:lumOff val="6288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90000"/>
              <a:hueOff val="-103868"/>
              <a:satOff val="-6585"/>
              <a:lumOff val="6288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O" sz="900" u="none" kern="1200"/>
        </a:p>
      </dsp:txBody>
      <dsp:txXfrm rot="19800000">
        <a:off x="3589079" y="1897001"/>
        <a:ext cx="242227" cy="326356"/>
      </dsp:txXfrm>
    </dsp:sp>
    <dsp:sp modelId="{212304C7-09E3-46EC-8CFE-78ADF6DC2C5E}">
      <dsp:nvSpPr>
        <dsp:cNvPr id="0" name=""/>
        <dsp:cNvSpPr/>
      </dsp:nvSpPr>
      <dsp:spPr>
        <a:xfrm>
          <a:off x="3818525" y="873182"/>
          <a:ext cx="1425747" cy="142574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hueOff val="-103870"/>
                <a:satOff val="-6702"/>
                <a:lumOff val="6739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80000"/>
                <a:hueOff val="-103870"/>
                <a:satOff val="-6702"/>
                <a:lumOff val="6739"/>
                <a:alphaOff val="0"/>
                <a:tint val="86000"/>
                <a:satMod val="115000"/>
              </a:schemeClr>
            </a:gs>
            <a:gs pos="100000">
              <a:schemeClr val="accent4">
                <a:shade val="80000"/>
                <a:hueOff val="-103870"/>
                <a:satOff val="-6702"/>
                <a:lumOff val="6739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80000"/>
              <a:hueOff val="-103870"/>
              <a:satOff val="-6702"/>
              <a:lumOff val="6739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000" b="1" u="none" kern="1200" dirty="0" smtClean="0">
              <a:solidFill>
                <a:schemeClr val="tx1"/>
              </a:solidFill>
            </a:rPr>
            <a:t>Operaciones comerciales</a:t>
          </a:r>
          <a:endParaRPr lang="es-CO" sz="1000" b="1" u="none" kern="1200" dirty="0">
            <a:solidFill>
              <a:schemeClr val="tx1"/>
            </a:solidFill>
          </a:endParaRPr>
        </a:p>
      </dsp:txBody>
      <dsp:txXfrm>
        <a:off x="3818525" y="873182"/>
        <a:ext cx="1425747" cy="1425747"/>
      </dsp:txXfrm>
    </dsp:sp>
    <dsp:sp modelId="{D9C1892D-2520-41D4-AE37-1FE1BC7896FF}">
      <dsp:nvSpPr>
        <dsp:cNvPr id="0" name=""/>
        <dsp:cNvSpPr/>
      </dsp:nvSpPr>
      <dsp:spPr>
        <a:xfrm rot="1800000">
          <a:off x="3589079" y="2688961"/>
          <a:ext cx="242227" cy="32635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shade val="90000"/>
                <a:hueOff val="-207736"/>
                <a:satOff val="-13170"/>
                <a:lumOff val="12576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90000"/>
                <a:hueOff val="-207736"/>
                <a:satOff val="-13170"/>
                <a:lumOff val="12576"/>
                <a:alphaOff val="0"/>
                <a:tint val="86000"/>
                <a:satMod val="115000"/>
              </a:schemeClr>
            </a:gs>
            <a:gs pos="100000">
              <a:schemeClr val="accent4">
                <a:shade val="90000"/>
                <a:hueOff val="-207736"/>
                <a:satOff val="-13170"/>
                <a:lumOff val="12576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90000"/>
              <a:hueOff val="-207736"/>
              <a:satOff val="-13170"/>
              <a:lumOff val="12576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O" sz="900" u="none" kern="1200"/>
        </a:p>
      </dsp:txBody>
      <dsp:txXfrm rot="1800000">
        <a:off x="3589079" y="2688961"/>
        <a:ext cx="242227" cy="326356"/>
      </dsp:txXfrm>
    </dsp:sp>
    <dsp:sp modelId="{AD2A841A-CE61-4663-B0A9-85A95206F60A}">
      <dsp:nvSpPr>
        <dsp:cNvPr id="0" name=""/>
        <dsp:cNvSpPr/>
      </dsp:nvSpPr>
      <dsp:spPr>
        <a:xfrm>
          <a:off x="3818525" y="2613389"/>
          <a:ext cx="1425747" cy="142574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hueOff val="-207739"/>
                <a:satOff val="-13403"/>
                <a:lumOff val="13478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80000"/>
                <a:hueOff val="-207739"/>
                <a:satOff val="-13403"/>
                <a:lumOff val="13478"/>
                <a:alphaOff val="0"/>
                <a:tint val="86000"/>
                <a:satMod val="115000"/>
              </a:schemeClr>
            </a:gs>
            <a:gs pos="100000">
              <a:schemeClr val="accent4">
                <a:shade val="80000"/>
                <a:hueOff val="-207739"/>
                <a:satOff val="-13403"/>
                <a:lumOff val="13478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80000"/>
              <a:hueOff val="-207739"/>
              <a:satOff val="-13403"/>
              <a:lumOff val="13478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000" b="1" u="none" kern="1200" dirty="0" smtClean="0">
              <a:solidFill>
                <a:schemeClr val="tx1"/>
              </a:solidFill>
            </a:rPr>
            <a:t>Operaciones financieras </a:t>
          </a:r>
          <a:endParaRPr lang="es-CO" sz="1000" b="1" u="none" kern="1200" dirty="0">
            <a:solidFill>
              <a:schemeClr val="tx1"/>
            </a:solidFill>
          </a:endParaRPr>
        </a:p>
      </dsp:txBody>
      <dsp:txXfrm>
        <a:off x="3818525" y="2613389"/>
        <a:ext cx="1425747" cy="1425747"/>
      </dsp:txXfrm>
    </dsp:sp>
    <dsp:sp modelId="{843B722B-C83B-4251-AB73-E9F59B602496}">
      <dsp:nvSpPr>
        <dsp:cNvPr id="0" name=""/>
        <dsp:cNvSpPr/>
      </dsp:nvSpPr>
      <dsp:spPr>
        <a:xfrm rot="5400000">
          <a:off x="2903222" y="3084942"/>
          <a:ext cx="242227" cy="32635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shade val="90000"/>
                <a:hueOff val="-311604"/>
                <a:satOff val="-19756"/>
                <a:lumOff val="18863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90000"/>
                <a:hueOff val="-311604"/>
                <a:satOff val="-19756"/>
                <a:lumOff val="18863"/>
                <a:alphaOff val="0"/>
                <a:tint val="86000"/>
                <a:satMod val="115000"/>
              </a:schemeClr>
            </a:gs>
            <a:gs pos="100000">
              <a:schemeClr val="accent4">
                <a:shade val="90000"/>
                <a:hueOff val="-311604"/>
                <a:satOff val="-19756"/>
                <a:lumOff val="18863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90000"/>
              <a:hueOff val="-311604"/>
              <a:satOff val="-19756"/>
              <a:lumOff val="18863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O" sz="900" u="none" kern="1200"/>
        </a:p>
      </dsp:txBody>
      <dsp:txXfrm rot="5400000">
        <a:off x="2903222" y="3084942"/>
        <a:ext cx="242227" cy="326356"/>
      </dsp:txXfrm>
    </dsp:sp>
    <dsp:sp modelId="{7DC25354-3C3B-4C91-A250-5EABCBB7D5E3}">
      <dsp:nvSpPr>
        <dsp:cNvPr id="0" name=""/>
        <dsp:cNvSpPr/>
      </dsp:nvSpPr>
      <dsp:spPr>
        <a:xfrm>
          <a:off x="2311462" y="3483492"/>
          <a:ext cx="1425747" cy="142574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hueOff val="-311609"/>
                <a:satOff val="-20105"/>
                <a:lumOff val="20218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80000"/>
                <a:hueOff val="-311609"/>
                <a:satOff val="-20105"/>
                <a:lumOff val="20218"/>
                <a:alphaOff val="0"/>
                <a:tint val="86000"/>
                <a:satMod val="115000"/>
              </a:schemeClr>
            </a:gs>
            <a:gs pos="100000">
              <a:schemeClr val="accent4">
                <a:shade val="80000"/>
                <a:hueOff val="-311609"/>
                <a:satOff val="-20105"/>
                <a:lumOff val="20218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80000"/>
              <a:hueOff val="-311609"/>
              <a:satOff val="-20105"/>
              <a:lumOff val="20218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000" b="1" u="none" kern="1200" dirty="0" smtClean="0">
              <a:solidFill>
                <a:schemeClr val="tx1"/>
              </a:solidFill>
            </a:rPr>
            <a:t>Operaciones de seguridad </a:t>
          </a:r>
          <a:endParaRPr lang="es-CO" sz="1000" b="1" u="none" kern="1200" dirty="0">
            <a:solidFill>
              <a:schemeClr val="tx1"/>
            </a:solidFill>
          </a:endParaRPr>
        </a:p>
      </dsp:txBody>
      <dsp:txXfrm>
        <a:off x="2311462" y="3483492"/>
        <a:ext cx="1425747" cy="1425747"/>
      </dsp:txXfrm>
    </dsp:sp>
    <dsp:sp modelId="{A240BD2E-5C5A-4AD1-8021-92096C870262}">
      <dsp:nvSpPr>
        <dsp:cNvPr id="0" name=""/>
        <dsp:cNvSpPr/>
      </dsp:nvSpPr>
      <dsp:spPr>
        <a:xfrm rot="9000000">
          <a:off x="2217364" y="2688961"/>
          <a:ext cx="242227" cy="32635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shade val="90000"/>
                <a:hueOff val="-415472"/>
                <a:satOff val="-26341"/>
                <a:lumOff val="25151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90000"/>
                <a:hueOff val="-415472"/>
                <a:satOff val="-26341"/>
                <a:lumOff val="25151"/>
                <a:alphaOff val="0"/>
                <a:tint val="86000"/>
                <a:satMod val="115000"/>
              </a:schemeClr>
            </a:gs>
            <a:gs pos="100000">
              <a:schemeClr val="accent4">
                <a:shade val="90000"/>
                <a:hueOff val="-415472"/>
                <a:satOff val="-26341"/>
                <a:lumOff val="25151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90000"/>
              <a:hueOff val="-415472"/>
              <a:satOff val="-26341"/>
              <a:lumOff val="25151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O" sz="900" u="none" kern="1200"/>
        </a:p>
      </dsp:txBody>
      <dsp:txXfrm rot="9000000">
        <a:off x="2217364" y="2688961"/>
        <a:ext cx="242227" cy="326356"/>
      </dsp:txXfrm>
    </dsp:sp>
    <dsp:sp modelId="{325578F2-67D2-4B4C-93C1-19C7ECA88A88}">
      <dsp:nvSpPr>
        <dsp:cNvPr id="0" name=""/>
        <dsp:cNvSpPr/>
      </dsp:nvSpPr>
      <dsp:spPr>
        <a:xfrm>
          <a:off x="804399" y="2613389"/>
          <a:ext cx="1425747" cy="142574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hueOff val="-415479"/>
                <a:satOff val="-26806"/>
                <a:lumOff val="26957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80000"/>
                <a:hueOff val="-415479"/>
                <a:satOff val="-26806"/>
                <a:lumOff val="26957"/>
                <a:alphaOff val="0"/>
                <a:tint val="86000"/>
                <a:satMod val="115000"/>
              </a:schemeClr>
            </a:gs>
            <a:gs pos="100000">
              <a:schemeClr val="accent4">
                <a:shade val="80000"/>
                <a:hueOff val="-415479"/>
                <a:satOff val="-26806"/>
                <a:lumOff val="26957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80000"/>
              <a:hueOff val="-415479"/>
              <a:satOff val="-26806"/>
              <a:lumOff val="26957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000" b="1" u="none" kern="1200" dirty="0" smtClean="0">
              <a:solidFill>
                <a:schemeClr val="tx1"/>
              </a:solidFill>
            </a:rPr>
            <a:t>Operaciones de contabilidad </a:t>
          </a:r>
          <a:endParaRPr lang="es-CO" sz="1000" b="1" u="none" kern="1200" dirty="0">
            <a:solidFill>
              <a:schemeClr val="tx1"/>
            </a:solidFill>
          </a:endParaRPr>
        </a:p>
      </dsp:txBody>
      <dsp:txXfrm>
        <a:off x="804399" y="2613389"/>
        <a:ext cx="1425747" cy="1425747"/>
      </dsp:txXfrm>
    </dsp:sp>
    <dsp:sp modelId="{54A4A120-D78C-4E30-A09D-5AD5D603322A}">
      <dsp:nvSpPr>
        <dsp:cNvPr id="0" name=""/>
        <dsp:cNvSpPr/>
      </dsp:nvSpPr>
      <dsp:spPr>
        <a:xfrm rot="12600000">
          <a:off x="2217364" y="1897001"/>
          <a:ext cx="242227" cy="32635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shade val="90000"/>
                <a:hueOff val="-519340"/>
                <a:satOff val="-32926"/>
                <a:lumOff val="31439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90000"/>
                <a:hueOff val="-519340"/>
                <a:satOff val="-32926"/>
                <a:lumOff val="31439"/>
                <a:alphaOff val="0"/>
                <a:tint val="86000"/>
                <a:satMod val="115000"/>
              </a:schemeClr>
            </a:gs>
            <a:gs pos="100000">
              <a:schemeClr val="accent4">
                <a:shade val="90000"/>
                <a:hueOff val="-519340"/>
                <a:satOff val="-32926"/>
                <a:lumOff val="31439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90000"/>
              <a:hueOff val="-519340"/>
              <a:satOff val="-32926"/>
              <a:lumOff val="31439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O" sz="900" u="none" kern="1200"/>
        </a:p>
      </dsp:txBody>
      <dsp:txXfrm rot="12600000">
        <a:off x="2217364" y="1897001"/>
        <a:ext cx="242227" cy="326356"/>
      </dsp:txXfrm>
    </dsp:sp>
    <dsp:sp modelId="{D9F8C292-F3CA-432F-B898-AEB8CE04377C}">
      <dsp:nvSpPr>
        <dsp:cNvPr id="0" name=""/>
        <dsp:cNvSpPr/>
      </dsp:nvSpPr>
      <dsp:spPr>
        <a:xfrm>
          <a:off x="804399" y="873182"/>
          <a:ext cx="1425747" cy="1425747"/>
        </a:xfrm>
        <a:prstGeom prst="ellipse">
          <a:avLst/>
        </a:prstGeom>
        <a:gradFill rotWithShape="0">
          <a:gsLst>
            <a:gs pos="0">
              <a:schemeClr val="accent4">
                <a:shade val="80000"/>
                <a:hueOff val="-519348"/>
                <a:satOff val="-33508"/>
                <a:lumOff val="33696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shade val="80000"/>
                <a:hueOff val="-519348"/>
                <a:satOff val="-33508"/>
                <a:lumOff val="33696"/>
                <a:alphaOff val="0"/>
                <a:tint val="86000"/>
                <a:satMod val="115000"/>
              </a:schemeClr>
            </a:gs>
            <a:gs pos="100000">
              <a:schemeClr val="accent4">
                <a:shade val="80000"/>
                <a:hueOff val="-519348"/>
                <a:satOff val="-33508"/>
                <a:lumOff val="33696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shade val="80000"/>
              <a:hueOff val="-519348"/>
              <a:satOff val="-33508"/>
              <a:lumOff val="33696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000" b="1" u="none" kern="1200" dirty="0" smtClean="0">
              <a:solidFill>
                <a:schemeClr val="tx1"/>
              </a:solidFill>
            </a:rPr>
            <a:t>Operaciones administrativas </a:t>
          </a:r>
          <a:endParaRPr lang="es-CO" sz="1000" b="1" u="none" kern="1200" dirty="0">
            <a:solidFill>
              <a:schemeClr val="tx1"/>
            </a:solidFill>
          </a:endParaRPr>
        </a:p>
      </dsp:txBody>
      <dsp:txXfrm>
        <a:off x="804399" y="873182"/>
        <a:ext cx="1425747" cy="1425747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4B4C85D-29E6-410B-BBE8-F5015B259D87}">
      <dsp:nvSpPr>
        <dsp:cNvPr id="0" name=""/>
        <dsp:cNvSpPr/>
      </dsp:nvSpPr>
      <dsp:spPr>
        <a:xfrm>
          <a:off x="0" y="0"/>
          <a:ext cx="8229600" cy="14851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500" kern="1200" dirty="0" smtClean="0">
              <a:latin typeface="Cooper Black" pitchFamily="18" charset="0"/>
              <a:cs typeface="Arial" pitchFamily="34" charset="0"/>
            </a:rPr>
            <a:t>OPERACION TECNICA</a:t>
          </a:r>
          <a:endParaRPr lang="es-CO" sz="2500" kern="1200" dirty="0">
            <a:latin typeface="Cooper Black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2000" kern="1200" dirty="0" smtClean="0">
              <a:latin typeface="+mn-lt"/>
              <a:cs typeface="Arial" pitchFamily="34" charset="0"/>
            </a:rPr>
            <a:t>Actividades relacionadas con la elaboración del producto o la prestación del servicio. Según el objetivo de la empresa.</a:t>
          </a:r>
          <a:endParaRPr lang="es-CO" sz="2000" kern="1200" dirty="0">
            <a:latin typeface="+mn-lt"/>
          </a:endParaRPr>
        </a:p>
      </dsp:txBody>
      <dsp:txXfrm>
        <a:off x="1794436" y="0"/>
        <a:ext cx="6435163" cy="1485165"/>
      </dsp:txXfrm>
    </dsp:sp>
    <dsp:sp modelId="{EFA989C9-BA94-4B9F-B686-4723D0E511D7}">
      <dsp:nvSpPr>
        <dsp:cNvPr id="0" name=""/>
        <dsp:cNvSpPr/>
      </dsp:nvSpPr>
      <dsp:spPr>
        <a:xfrm>
          <a:off x="148516" y="148516"/>
          <a:ext cx="1645920" cy="118813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57150" dist="38100" dir="5400000" algn="ctr" rotWithShape="0">
            <a:schemeClr val="accent1">
              <a:tint val="5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DB13407-5989-4870-8A72-C22736BC960E}">
      <dsp:nvSpPr>
        <dsp:cNvPr id="0" name=""/>
        <dsp:cNvSpPr/>
      </dsp:nvSpPr>
      <dsp:spPr>
        <a:xfrm>
          <a:off x="0" y="1633681"/>
          <a:ext cx="8229600" cy="14851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500" kern="1200" dirty="0" smtClean="0">
              <a:latin typeface="Cooper Black" pitchFamily="18" charset="0"/>
              <a:cs typeface="Arial" pitchFamily="34" charset="0"/>
            </a:rPr>
            <a:t>OPERACION COMERCIAL</a:t>
          </a:r>
          <a:endParaRPr lang="es-CO" sz="2500" kern="1200" dirty="0">
            <a:latin typeface="Cooper Black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2000" kern="1200" dirty="0" smtClean="0">
              <a:latin typeface="+mn-lt"/>
              <a:cs typeface="Arial" pitchFamily="34" charset="0"/>
            </a:rPr>
            <a:t>Actividades relacionadas con las ventas y la circulación de los productos, o la prestación de servicios.</a:t>
          </a:r>
          <a:endParaRPr lang="es-CO" sz="2000" kern="1200" dirty="0">
            <a:latin typeface="+mn-lt"/>
          </a:endParaRPr>
        </a:p>
      </dsp:txBody>
      <dsp:txXfrm>
        <a:off x="1794436" y="1633681"/>
        <a:ext cx="6435163" cy="1485165"/>
      </dsp:txXfrm>
    </dsp:sp>
    <dsp:sp modelId="{FCD64C5A-7481-42FB-84AE-73B24F0FD03E}">
      <dsp:nvSpPr>
        <dsp:cNvPr id="0" name=""/>
        <dsp:cNvSpPr/>
      </dsp:nvSpPr>
      <dsp:spPr>
        <a:xfrm>
          <a:off x="148516" y="1782198"/>
          <a:ext cx="1645920" cy="118813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57150" dist="38100" dir="5400000" algn="ctr" rotWithShape="0">
            <a:schemeClr val="accent1">
              <a:tint val="5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397ABA0-C50E-4211-9FAD-10BA20B2DE5B}">
      <dsp:nvSpPr>
        <dsp:cNvPr id="0" name=""/>
        <dsp:cNvSpPr/>
      </dsp:nvSpPr>
      <dsp:spPr>
        <a:xfrm>
          <a:off x="0" y="3267363"/>
          <a:ext cx="8229600" cy="14851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500" kern="1200" dirty="0" smtClean="0">
              <a:latin typeface="Cooper Black" pitchFamily="18" charset="0"/>
              <a:cs typeface="Arial" pitchFamily="34" charset="0"/>
            </a:rPr>
            <a:t>OPERACION FINANCIERA</a:t>
          </a:r>
          <a:endParaRPr lang="es-CO" sz="2500" kern="1200" dirty="0">
            <a:latin typeface="Cooper Black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2000" kern="1200" dirty="0" smtClean="0">
              <a:latin typeface="+mn-lt"/>
              <a:cs typeface="Arial" pitchFamily="34" charset="0"/>
            </a:rPr>
            <a:t>Actividades necesarias para conseguir y administrar el capital.</a:t>
          </a:r>
          <a:endParaRPr lang="es-CO" sz="2000" kern="1200" dirty="0">
            <a:latin typeface="+mn-lt"/>
          </a:endParaRPr>
        </a:p>
      </dsp:txBody>
      <dsp:txXfrm>
        <a:off x="1794436" y="3267363"/>
        <a:ext cx="6435163" cy="1485165"/>
      </dsp:txXfrm>
    </dsp:sp>
    <dsp:sp modelId="{9BC00A66-3C1F-48C1-8292-8C8EF8F8FCB3}">
      <dsp:nvSpPr>
        <dsp:cNvPr id="0" name=""/>
        <dsp:cNvSpPr/>
      </dsp:nvSpPr>
      <dsp:spPr>
        <a:xfrm>
          <a:off x="148516" y="3415879"/>
          <a:ext cx="1645920" cy="118813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>
          <a:outerShdw blurRad="57150" dist="38100" dir="5400000" algn="ctr" rotWithShape="0">
            <a:schemeClr val="accent1">
              <a:tint val="5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E87836D-5826-4ED5-B566-4475F68B0E71}">
      <dsp:nvSpPr>
        <dsp:cNvPr id="0" name=""/>
        <dsp:cNvSpPr/>
      </dsp:nvSpPr>
      <dsp:spPr>
        <a:xfrm>
          <a:off x="0" y="0"/>
          <a:ext cx="8229600" cy="192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800" kern="1200" dirty="0" smtClean="0">
              <a:latin typeface="Cooper Black" pitchFamily="18" charset="0"/>
              <a:cs typeface="Arial" pitchFamily="34" charset="0"/>
            </a:rPr>
            <a:t>OPERACIÓN  DE SEGURIDAD</a:t>
          </a:r>
          <a:endParaRPr lang="es-CO" sz="2800" kern="1200" dirty="0">
            <a:latin typeface="Cooper Black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2200" kern="1200" dirty="0" smtClean="0">
              <a:latin typeface="+mn-lt"/>
              <a:cs typeface="Arial" pitchFamily="34" charset="0"/>
            </a:rPr>
            <a:t>Actividad relativa a la protección de los bienes y de las personas.</a:t>
          </a:r>
          <a:endParaRPr lang="es-CO" sz="2200" kern="1200" dirty="0">
            <a:latin typeface="+mn-lt"/>
          </a:endParaRPr>
        </a:p>
      </dsp:txBody>
      <dsp:txXfrm>
        <a:off x="1880614" y="0"/>
        <a:ext cx="6348985" cy="1929490"/>
      </dsp:txXfrm>
    </dsp:sp>
    <dsp:sp modelId="{85C6277F-B257-400E-B75D-8A6BB89AA8A0}">
      <dsp:nvSpPr>
        <dsp:cNvPr id="0" name=""/>
        <dsp:cNvSpPr/>
      </dsp:nvSpPr>
      <dsp:spPr>
        <a:xfrm>
          <a:off x="234694" y="25968"/>
          <a:ext cx="1645920" cy="187755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57150" dist="38100" dir="5400000" algn="ctr" rotWithShape="0">
            <a:schemeClr val="accent1">
              <a:tint val="5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79F98EB-8799-4158-973B-5FA10E6AE54D}">
      <dsp:nvSpPr>
        <dsp:cNvPr id="0" name=""/>
        <dsp:cNvSpPr/>
      </dsp:nvSpPr>
      <dsp:spPr>
        <a:xfrm>
          <a:off x="0" y="2164184"/>
          <a:ext cx="8229600" cy="16626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800" kern="1200" dirty="0" smtClean="0">
              <a:latin typeface="Cooper Black" pitchFamily="18" charset="0"/>
              <a:cs typeface="Arial" pitchFamily="34" charset="0"/>
            </a:rPr>
            <a:t>OPERACION DE CONTABILIDAD</a:t>
          </a:r>
          <a:endParaRPr lang="es-CO" sz="2800" kern="1200" dirty="0">
            <a:latin typeface="Cooper Black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2200" kern="1200" dirty="0" smtClean="0">
              <a:latin typeface="+mn-lt"/>
              <a:cs typeface="Arial" pitchFamily="34" charset="0"/>
            </a:rPr>
            <a:t>Registros de las operaciones que se realizan con el fin de mantener al día la información necesaria.</a:t>
          </a:r>
          <a:endParaRPr lang="es-CO" sz="2200" kern="1200" dirty="0">
            <a:latin typeface="+mn-lt"/>
          </a:endParaRPr>
        </a:p>
      </dsp:txBody>
      <dsp:txXfrm>
        <a:off x="1880614" y="2164184"/>
        <a:ext cx="6348985" cy="1662689"/>
      </dsp:txXfrm>
    </dsp:sp>
    <dsp:sp modelId="{D1EC41CD-59F2-4274-BC79-842A5C811E52}">
      <dsp:nvSpPr>
        <dsp:cNvPr id="0" name=""/>
        <dsp:cNvSpPr/>
      </dsp:nvSpPr>
      <dsp:spPr>
        <a:xfrm>
          <a:off x="298374" y="2300262"/>
          <a:ext cx="1518558" cy="1390534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57150" dist="38100" dir="5400000" algn="ctr" rotWithShape="0">
            <a:schemeClr val="accent1">
              <a:tint val="5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01EC0D6-D0AF-45CA-9519-D93399F38A1C}">
      <dsp:nvSpPr>
        <dsp:cNvPr id="0" name=""/>
        <dsp:cNvSpPr/>
      </dsp:nvSpPr>
      <dsp:spPr>
        <a:xfrm>
          <a:off x="0" y="4061568"/>
          <a:ext cx="8229600" cy="23469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2800" kern="1200" dirty="0" smtClean="0">
              <a:latin typeface="Cooper Black" pitchFamily="18" charset="0"/>
              <a:cs typeface="Arial" pitchFamily="34" charset="0"/>
            </a:rPr>
            <a:t>OPERACION ADMINISTRATIVA</a:t>
          </a:r>
          <a:endParaRPr lang="es-CO" sz="2800" kern="1200" dirty="0">
            <a:latin typeface="Cooper Black" pitchFamily="18" charset="0"/>
          </a:endParaRPr>
        </a:p>
      </dsp:txBody>
      <dsp:txXfrm>
        <a:off x="1880614" y="4061568"/>
        <a:ext cx="6348985" cy="2346940"/>
      </dsp:txXfrm>
    </dsp:sp>
    <dsp:sp modelId="{94A85830-FF12-43E9-A84E-388F97C9520F}">
      <dsp:nvSpPr>
        <dsp:cNvPr id="0" name=""/>
        <dsp:cNvSpPr/>
      </dsp:nvSpPr>
      <dsp:spPr>
        <a:xfrm>
          <a:off x="234694" y="4296262"/>
          <a:ext cx="1645920" cy="1877552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>
          <a:outerShdw blurRad="57150" dist="38100" dir="5400000" algn="ctr" rotWithShape="0">
            <a:schemeClr val="accent1">
              <a:tint val="5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DE4442D-7149-4AF9-9ABE-417C8275F56D}">
      <dsp:nvSpPr>
        <dsp:cNvPr id="0" name=""/>
        <dsp:cNvSpPr/>
      </dsp:nvSpPr>
      <dsp:spPr>
        <a:xfrm>
          <a:off x="3415215" y="18898"/>
          <a:ext cx="3033746" cy="1008947"/>
        </a:xfrm>
        <a:prstGeom prst="trapezoid">
          <a:avLst>
            <a:gd name="adj" fmla="val 87627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400" kern="1200" dirty="0" smtClean="0"/>
            <a:t>Presidente </a:t>
          </a:r>
          <a:endParaRPr lang="es-CO" sz="4400" kern="1200" dirty="0"/>
        </a:p>
      </dsp:txBody>
      <dsp:txXfrm>
        <a:off x="3415215" y="18898"/>
        <a:ext cx="3033746" cy="1008947"/>
      </dsp:txXfrm>
    </dsp:sp>
    <dsp:sp modelId="{9B14C0CD-2198-4F7C-BDA6-C415F901C305}">
      <dsp:nvSpPr>
        <dsp:cNvPr id="0" name=""/>
        <dsp:cNvSpPr/>
      </dsp:nvSpPr>
      <dsp:spPr>
        <a:xfrm>
          <a:off x="2720513" y="886960"/>
          <a:ext cx="3323633" cy="782633"/>
        </a:xfrm>
        <a:prstGeom prst="trapezoid">
          <a:avLst>
            <a:gd name="adj" fmla="val 87627"/>
          </a:avLst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400" kern="1200" dirty="0" smtClean="0"/>
            <a:t>Director </a:t>
          </a:r>
          <a:endParaRPr lang="es-CO" sz="4400" kern="1200" dirty="0"/>
        </a:p>
      </dsp:txBody>
      <dsp:txXfrm>
        <a:off x="3302149" y="886960"/>
        <a:ext cx="2160361" cy="782633"/>
      </dsp:txXfrm>
    </dsp:sp>
    <dsp:sp modelId="{D67CE99D-BDE6-4F82-8D8C-A96C3B750C76}">
      <dsp:nvSpPr>
        <dsp:cNvPr id="0" name=""/>
        <dsp:cNvSpPr/>
      </dsp:nvSpPr>
      <dsp:spPr>
        <a:xfrm>
          <a:off x="2057400" y="1621845"/>
          <a:ext cx="4248489" cy="782633"/>
        </a:xfrm>
        <a:prstGeom prst="trapezoid">
          <a:avLst>
            <a:gd name="adj" fmla="val 87627"/>
          </a:avLst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400" kern="1200" dirty="0" smtClean="0"/>
            <a:t>Gerente </a:t>
          </a:r>
          <a:endParaRPr lang="es-CO" sz="4400" kern="1200" dirty="0"/>
        </a:p>
      </dsp:txBody>
      <dsp:txXfrm>
        <a:off x="2800885" y="1621845"/>
        <a:ext cx="2761518" cy="782633"/>
      </dsp:txXfrm>
    </dsp:sp>
    <dsp:sp modelId="{58015BEF-F19D-4055-86C1-697839861C7C}">
      <dsp:nvSpPr>
        <dsp:cNvPr id="0" name=""/>
        <dsp:cNvSpPr/>
      </dsp:nvSpPr>
      <dsp:spPr>
        <a:xfrm>
          <a:off x="1371599" y="2404478"/>
          <a:ext cx="5486400" cy="782633"/>
        </a:xfrm>
        <a:prstGeom prst="trapezoid">
          <a:avLst>
            <a:gd name="adj" fmla="val 87627"/>
          </a:avLst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400" kern="1200" dirty="0" smtClean="0"/>
            <a:t>Jefe </a:t>
          </a:r>
          <a:endParaRPr lang="es-CO" sz="4400" kern="1200" dirty="0"/>
        </a:p>
      </dsp:txBody>
      <dsp:txXfrm>
        <a:off x="2331719" y="2404478"/>
        <a:ext cx="3566160" cy="782633"/>
      </dsp:txXfrm>
    </dsp:sp>
    <dsp:sp modelId="{7E5610F2-06FB-47B5-B1F3-19B7F5D0086B}">
      <dsp:nvSpPr>
        <dsp:cNvPr id="0" name=""/>
        <dsp:cNvSpPr/>
      </dsp:nvSpPr>
      <dsp:spPr>
        <a:xfrm>
          <a:off x="685799" y="3187111"/>
          <a:ext cx="6858000" cy="782633"/>
        </a:xfrm>
        <a:prstGeom prst="trapezoid">
          <a:avLst>
            <a:gd name="adj" fmla="val 87627"/>
          </a:avLst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400" kern="1200" dirty="0" smtClean="0"/>
            <a:t>Supervisor </a:t>
          </a:r>
          <a:endParaRPr lang="es-CO" sz="4400" kern="1200" dirty="0"/>
        </a:p>
      </dsp:txBody>
      <dsp:txXfrm>
        <a:off x="1885949" y="3187111"/>
        <a:ext cx="4457700" cy="782633"/>
      </dsp:txXfrm>
    </dsp:sp>
    <dsp:sp modelId="{54B3826F-F17A-448C-8052-E22FB4B65769}">
      <dsp:nvSpPr>
        <dsp:cNvPr id="0" name=""/>
        <dsp:cNvSpPr/>
      </dsp:nvSpPr>
      <dsp:spPr>
        <a:xfrm>
          <a:off x="0" y="3969745"/>
          <a:ext cx="8229600" cy="782633"/>
        </a:xfrm>
        <a:prstGeom prst="trapezoid">
          <a:avLst>
            <a:gd name="adj" fmla="val 87627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400" kern="1200" dirty="0" smtClean="0"/>
            <a:t>Ejecución </a:t>
          </a:r>
          <a:endParaRPr lang="es-CO" sz="4400" kern="1200" dirty="0"/>
        </a:p>
      </dsp:txBody>
      <dsp:txXfrm>
        <a:off x="1440179" y="3969745"/>
        <a:ext cx="5349240" cy="782633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BAD5B21-424F-45B6-A17F-47D40C02D39C}">
      <dsp:nvSpPr>
        <dsp:cNvPr id="0" name=""/>
        <dsp:cNvSpPr/>
      </dsp:nvSpPr>
      <dsp:spPr>
        <a:xfrm rot="5400000">
          <a:off x="4355807" y="-1714251"/>
          <a:ext cx="983541" cy="456242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800" kern="1200" dirty="0" smtClean="0"/>
            <a:t>Como volumen de producción, cantidad de existencias, cantidad de materiales primas, números de horas, entre otros</a:t>
          </a:r>
          <a:endParaRPr lang="es-CO" sz="1800" kern="1200" dirty="0"/>
        </a:p>
      </dsp:txBody>
      <dsp:txXfrm rot="5400000">
        <a:off x="4355807" y="-1714251"/>
        <a:ext cx="983541" cy="4562426"/>
      </dsp:txXfrm>
    </dsp:sp>
    <dsp:sp modelId="{9CB7B8FF-9F84-43E0-8482-940E40575026}">
      <dsp:nvSpPr>
        <dsp:cNvPr id="0" name=""/>
        <dsp:cNvSpPr/>
      </dsp:nvSpPr>
      <dsp:spPr>
        <a:xfrm>
          <a:off x="0" y="2198"/>
          <a:ext cx="2566365" cy="10573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3000" kern="1200" dirty="0" smtClean="0"/>
            <a:t>Estándares de cantidad</a:t>
          </a:r>
          <a:endParaRPr lang="es-CO" sz="3000" kern="1200" dirty="0"/>
        </a:p>
      </dsp:txBody>
      <dsp:txXfrm>
        <a:off x="0" y="2198"/>
        <a:ext cx="2566365" cy="1057371"/>
      </dsp:txXfrm>
    </dsp:sp>
    <dsp:sp modelId="{16E717DF-0A91-48F2-AA65-07ECDAC5275B}">
      <dsp:nvSpPr>
        <dsp:cNvPr id="0" name=""/>
        <dsp:cNvSpPr/>
      </dsp:nvSpPr>
      <dsp:spPr>
        <a:xfrm rot="5400000">
          <a:off x="4383895" y="-665407"/>
          <a:ext cx="927365" cy="456242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800" kern="1200" dirty="0" smtClean="0"/>
            <a:t>Como control de materia prima recibida, control de calidad de producción, especificaciones del producto, entre otros.</a:t>
          </a:r>
          <a:endParaRPr lang="es-CO" sz="1800" kern="1200" dirty="0"/>
        </a:p>
      </dsp:txBody>
      <dsp:txXfrm rot="5400000">
        <a:off x="4383895" y="-665407"/>
        <a:ext cx="927365" cy="4562426"/>
      </dsp:txXfrm>
    </dsp:sp>
    <dsp:sp modelId="{A63D6789-6EFF-4050-8126-59E678606C47}">
      <dsp:nvSpPr>
        <dsp:cNvPr id="0" name=""/>
        <dsp:cNvSpPr/>
      </dsp:nvSpPr>
      <dsp:spPr>
        <a:xfrm>
          <a:off x="0" y="1112438"/>
          <a:ext cx="2566365" cy="10573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3000" kern="1200" dirty="0" smtClean="0"/>
            <a:t>Estándares de calidad</a:t>
          </a:r>
          <a:endParaRPr lang="es-CO" sz="3000" kern="1200" dirty="0"/>
        </a:p>
      </dsp:txBody>
      <dsp:txXfrm>
        <a:off x="0" y="1112438"/>
        <a:ext cx="2566365" cy="1057371"/>
      </dsp:txXfrm>
    </dsp:sp>
    <dsp:sp modelId="{319FB19D-CD22-4D16-9216-2ADC408BC364}">
      <dsp:nvSpPr>
        <dsp:cNvPr id="0" name=""/>
        <dsp:cNvSpPr/>
      </dsp:nvSpPr>
      <dsp:spPr>
        <a:xfrm rot="5400000">
          <a:off x="4335210" y="445991"/>
          <a:ext cx="1024736" cy="456242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800" kern="1200" dirty="0" smtClean="0"/>
            <a:t>Como tiempo estándar para producir un determinado producto, tiempo medio de existencias de un productos determinado, entre otros.</a:t>
          </a:r>
          <a:endParaRPr lang="es-CO" sz="1800" kern="1200" dirty="0"/>
        </a:p>
      </dsp:txBody>
      <dsp:txXfrm rot="5400000">
        <a:off x="4335210" y="445991"/>
        <a:ext cx="1024736" cy="4562426"/>
      </dsp:txXfrm>
    </dsp:sp>
    <dsp:sp modelId="{38128807-8E9D-45A5-815D-79035688171A}">
      <dsp:nvSpPr>
        <dsp:cNvPr id="0" name=""/>
        <dsp:cNvSpPr/>
      </dsp:nvSpPr>
      <dsp:spPr>
        <a:xfrm>
          <a:off x="0" y="2232247"/>
          <a:ext cx="2566365" cy="10573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3000" kern="1200" dirty="0" smtClean="0"/>
            <a:t>Estándares de tiempo</a:t>
          </a:r>
          <a:endParaRPr lang="es-CO" sz="3000" kern="1200" dirty="0"/>
        </a:p>
      </dsp:txBody>
      <dsp:txXfrm>
        <a:off x="0" y="2232247"/>
        <a:ext cx="2566365" cy="1057371"/>
      </dsp:txXfrm>
    </dsp:sp>
    <dsp:sp modelId="{7F0F2C5B-0C43-4B99-BCD3-3AA057BC2DF9}">
      <dsp:nvSpPr>
        <dsp:cNvPr id="0" name=""/>
        <dsp:cNvSpPr/>
      </dsp:nvSpPr>
      <dsp:spPr>
        <a:xfrm rot="5400000">
          <a:off x="4306531" y="1598120"/>
          <a:ext cx="989911" cy="456242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CO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CO" sz="11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800" kern="1200" dirty="0" smtClean="0"/>
            <a:t>Como costos de producción, costos de administración, costos de ventas, entre otros.</a:t>
          </a:r>
          <a:endParaRPr lang="es-CO" sz="1800" kern="1200" dirty="0"/>
        </a:p>
      </dsp:txBody>
      <dsp:txXfrm rot="5400000">
        <a:off x="4306531" y="1598120"/>
        <a:ext cx="989911" cy="4562426"/>
      </dsp:txXfrm>
    </dsp:sp>
    <dsp:sp modelId="{C6CA38D6-7145-4ED4-AC42-533B7E2794C5}">
      <dsp:nvSpPr>
        <dsp:cNvPr id="0" name=""/>
        <dsp:cNvSpPr/>
      </dsp:nvSpPr>
      <dsp:spPr>
        <a:xfrm>
          <a:off x="0" y="3335116"/>
          <a:ext cx="2566365" cy="10573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3000" kern="1200" dirty="0" smtClean="0"/>
            <a:t>Estándares de costos </a:t>
          </a:r>
          <a:endParaRPr lang="es-CO" sz="3000" kern="1200" dirty="0"/>
        </a:p>
      </dsp:txBody>
      <dsp:txXfrm>
        <a:off x="0" y="3335116"/>
        <a:ext cx="2566365" cy="10573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#2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3957C87-CD13-4189-B6C2-9CBC5AB58808}" type="datetimeFigureOut">
              <a:rPr lang="es-CO" smtClean="0"/>
              <a:pPr/>
              <a:t>28/03/2011</a:t>
            </a:fld>
            <a:endParaRPr lang="es-C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8DC8C5A-F7A3-49E0-93BC-4EDDE6CD2179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O" sz="4000" dirty="0" smtClean="0">
                <a:latin typeface="Cooper Black" pitchFamily="18" charset="0"/>
                <a:cs typeface="Arial" pitchFamily="34" charset="0"/>
              </a:rPr>
              <a:t>LA ADMINISTRACION INDUSTRIAL Y GENERAL  DE HENRI FAYOL</a:t>
            </a:r>
            <a:endParaRPr lang="es-CO" sz="4000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33400" y="4509120"/>
            <a:ext cx="7854696" cy="1512168"/>
          </a:xfrm>
        </p:spPr>
        <p:txBody>
          <a:bodyPr/>
          <a:lstStyle/>
          <a:p>
            <a:r>
              <a:rPr lang="es-MX" dirty="0" smtClean="0"/>
              <a:t>John Jacobo Urrego Arias</a:t>
            </a:r>
          </a:p>
          <a:p>
            <a:r>
              <a:rPr lang="es-MX" dirty="0" smtClean="0"/>
              <a:t>Luisa Fernanda Colorado Arango</a:t>
            </a:r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4792526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764704"/>
            <a:ext cx="8229600" cy="1656184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 smtClean="0">
                <a:latin typeface="Cooper Black" pitchFamily="18" charset="0"/>
                <a:cs typeface="Arial" pitchFamily="34" charset="0"/>
              </a:rPr>
              <a:t>FAYOLISMO Y LA VISION DE LA ORGANIZACION</a:t>
            </a:r>
            <a:endParaRPr lang="es-CO" sz="32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212975"/>
            <a:ext cx="8229600" cy="237626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MX" sz="2400" dirty="0" smtClean="0">
                <a:cs typeface="Arial" pitchFamily="34" charset="0"/>
              </a:rPr>
              <a:t>    A diferencia del </a:t>
            </a:r>
            <a:r>
              <a:rPr lang="es-MX" sz="2400" dirty="0">
                <a:cs typeface="Arial" pitchFamily="34" charset="0"/>
              </a:rPr>
              <a:t>T</a:t>
            </a:r>
            <a:r>
              <a:rPr lang="es-MX" sz="2400" dirty="0" smtClean="0">
                <a:cs typeface="Arial" pitchFamily="34" charset="0"/>
              </a:rPr>
              <a:t>aylorismo, el objeto de análisis del Fayolismo no es la planta de producción, sino la organización como un todo.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836712"/>
            <a:ext cx="8229600" cy="1572784"/>
          </a:xfrm>
        </p:spPr>
        <p:txBody>
          <a:bodyPr/>
          <a:lstStyle/>
          <a:p>
            <a:pPr algn="ctr"/>
            <a:r>
              <a:rPr lang="es-CO" b="1" dirty="0" smtClean="0">
                <a:latin typeface="Cooper Black" pitchFamily="18" charset="0"/>
              </a:rPr>
              <a:t>LA EPOCA </a:t>
            </a:r>
            <a:endParaRPr lang="es-CO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996952"/>
            <a:ext cx="8229600" cy="2664296"/>
          </a:xfrm>
        </p:spPr>
        <p:txBody>
          <a:bodyPr/>
          <a:lstStyle/>
          <a:p>
            <a:r>
              <a:rPr lang="es-CO" dirty="0" smtClean="0"/>
              <a:t>Abarco principios del  XX, donde se dio la primera guerra mundial y grandes desarrollos.</a:t>
            </a:r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8646051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MX" b="1" dirty="0" smtClean="0">
                <a:latin typeface="Cooper Black" pitchFamily="18" charset="0"/>
                <a:cs typeface="Arial" pitchFamily="34" charset="0"/>
              </a:rPr>
              <a:t>BIOGRAFÍA</a:t>
            </a:r>
            <a:endParaRPr lang="es-CO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935480"/>
            <a:ext cx="5626968" cy="438912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s-MX" sz="28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s-MX" sz="2800" dirty="0" smtClean="0">
                <a:cs typeface="Arial" pitchFamily="34" charset="0"/>
              </a:rPr>
              <a:t>Henri Fayol (Estambul, 1849-París, 1925). </a:t>
            </a:r>
            <a:r>
              <a:rPr lang="es-CO" sz="2800" dirty="0" smtClean="0">
                <a:cs typeface="Arial" pitchFamily="34" charset="0"/>
              </a:rPr>
              <a:t>Burgués, ingeniero civil de minas en el año 1860 y trabajo en un importante grupo minero y metalúrgico. </a:t>
            </a:r>
            <a:endParaRPr lang="es-CO" dirty="0"/>
          </a:p>
        </p:txBody>
      </p:sp>
      <p:pic>
        <p:nvPicPr>
          <p:cNvPr id="4" name="Picture 2" descr="http://roninrdragon.files.wordpress.com/2010/04/fonds_henri_fayo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2564904"/>
            <a:ext cx="2489076" cy="33843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>
                <a:latin typeface="Cooper Black" pitchFamily="18" charset="0"/>
                <a:cs typeface="Arial" pitchFamily="34" charset="0"/>
              </a:rPr>
              <a:t>GENERALIDADES.</a:t>
            </a:r>
            <a:endParaRPr lang="es-CO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11560" y="2060848"/>
            <a:ext cx="4906888" cy="383170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CO" sz="2400" dirty="0" smtClean="0">
                <a:cs typeface="Arial" pitchFamily="34" charset="0"/>
              </a:rPr>
              <a:t>En 1888, salvo de la ruina a la  compañía metalúrgica de Francia. </a:t>
            </a:r>
          </a:p>
          <a:p>
            <a:pPr algn="just">
              <a:lnSpc>
                <a:spcPct val="150000"/>
              </a:lnSpc>
              <a:buNone/>
            </a:pPr>
            <a:r>
              <a:rPr lang="es-CO" sz="2400" dirty="0" smtClean="0">
                <a:cs typeface="Arial" pitchFamily="34" charset="0"/>
              </a:rPr>
              <a:t> En la cual trabajo toda su vida llamada </a:t>
            </a:r>
            <a:r>
              <a:rPr lang="es-CO" sz="2400" b="1" dirty="0" smtClean="0">
                <a:cs typeface="Arial" pitchFamily="34" charset="0"/>
              </a:rPr>
              <a:t>Boigues Rombourg Et Cie.</a:t>
            </a:r>
            <a:endParaRPr lang="es-CO" sz="1800" b="1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s-CO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132856"/>
            <a:ext cx="2448272" cy="37444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7715200" cy="1143000"/>
          </a:xfrm>
        </p:spPr>
        <p:txBody>
          <a:bodyPr/>
          <a:lstStyle/>
          <a:p>
            <a:r>
              <a:rPr lang="es-CO" b="1" dirty="0" smtClean="0">
                <a:latin typeface="Cooper Black" pitchFamily="18" charset="0"/>
              </a:rPr>
              <a:t>GENERALIDADES</a:t>
            </a:r>
            <a:endParaRPr lang="es-CO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0" y="2133600"/>
            <a:ext cx="5411788" cy="2374900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150000"/>
              </a:lnSpc>
              <a:buNone/>
            </a:pPr>
            <a:r>
              <a:rPr lang="es-CO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CO" sz="2800" b="1" dirty="0" smtClean="0">
                <a:cs typeface="Arial" pitchFamily="34" charset="0"/>
              </a:rPr>
              <a:t>Su obra principal fue el libro titulado Administración </a:t>
            </a:r>
            <a:r>
              <a:rPr lang="es-CO" sz="2800" b="1" dirty="0">
                <a:cs typeface="Arial" pitchFamily="34" charset="0"/>
              </a:rPr>
              <a:t>I</a:t>
            </a:r>
            <a:r>
              <a:rPr lang="es-CO" sz="2800" b="1" dirty="0" smtClean="0">
                <a:cs typeface="Arial" pitchFamily="34" charset="0"/>
              </a:rPr>
              <a:t>ndustrial y General en Francia en el año 1916, con mas de 100.000 ejemplares.</a:t>
            </a:r>
          </a:p>
          <a:p>
            <a:endParaRPr lang="es-CO" dirty="0"/>
          </a:p>
        </p:txBody>
      </p:sp>
      <p:pic>
        <p:nvPicPr>
          <p:cNvPr id="7171" name="Picture 3" descr="http://www.mercadolibre.cl/jm/img?s=MLC&amp;f=31177504_7324.jpg&amp;v=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20" y="1412776"/>
            <a:ext cx="2952328" cy="41044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/>
          </a:bodyPr>
          <a:lstStyle/>
          <a:p>
            <a:r>
              <a:rPr lang="es-CO" sz="3600" b="1" dirty="0" smtClean="0">
                <a:latin typeface="Cooper Black" pitchFamily="18" charset="0"/>
                <a:cs typeface="Arial" pitchFamily="34" charset="0"/>
              </a:rPr>
              <a:t>OPERACIONES</a:t>
            </a:r>
            <a:r>
              <a:rPr lang="es-CO" sz="3200" b="1" dirty="0" smtClean="0">
                <a:latin typeface="Cooper Black" pitchFamily="18" charset="0"/>
                <a:cs typeface="Arial" pitchFamily="34" charset="0"/>
              </a:rPr>
              <a:t>  DE LA TEORIA ADMINISTRATIVA DE FAYOL</a:t>
            </a:r>
            <a:endParaRPr lang="es-CO" sz="3200" b="1" dirty="0">
              <a:latin typeface="Cooper Black" pitchFamily="18" charset="0"/>
            </a:endParaRPr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="" xmlns:p14="http://schemas.microsoft.com/office/powerpoint/2010/main" val="620570867"/>
              </p:ext>
            </p:extLst>
          </p:nvPr>
        </p:nvGraphicFramePr>
        <p:xfrm>
          <a:off x="1547664" y="1700808"/>
          <a:ext cx="6048672" cy="4912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547664"/>
          </a:xfrm>
        </p:spPr>
        <p:txBody>
          <a:bodyPr/>
          <a:lstStyle/>
          <a:p>
            <a:pPr algn="ctr"/>
            <a:r>
              <a:rPr lang="es-CO" sz="3200" b="1" dirty="0">
                <a:latin typeface="Cooper Black" pitchFamily="18" charset="0"/>
                <a:cs typeface="Arial" pitchFamily="34" charset="0"/>
              </a:rPr>
              <a:t>DESCRIPCION DE LAS OPERACIONES EMPRESARIALES </a:t>
            </a:r>
            <a:endParaRPr lang="es-CO" b="1" dirty="0">
              <a:latin typeface="Cooper Black" pitchFamily="18" charset="0"/>
            </a:endParaRP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622120116"/>
              </p:ext>
            </p:extLst>
          </p:nvPr>
        </p:nvGraphicFramePr>
        <p:xfrm>
          <a:off x="467544" y="1700808"/>
          <a:ext cx="8229600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301656479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746693054"/>
              </p:ext>
            </p:extLst>
          </p:nvPr>
        </p:nvGraphicFramePr>
        <p:xfrm>
          <a:off x="457200" y="188640"/>
          <a:ext cx="8229600" cy="6408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9712662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1124744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s-MX" sz="4000" b="1" dirty="0" smtClean="0">
                <a:latin typeface="Cooper Black" pitchFamily="18" charset="0"/>
                <a:cs typeface="Arial" pitchFamily="34" charset="0"/>
              </a:rPr>
              <a:t>El problema que busca resolver el </a:t>
            </a:r>
            <a:r>
              <a:rPr lang="es-MX" sz="4000" b="1" dirty="0">
                <a:latin typeface="Cooper Black" pitchFamily="18" charset="0"/>
                <a:cs typeface="Arial" pitchFamily="34" charset="0"/>
              </a:rPr>
              <a:t>F</a:t>
            </a:r>
            <a:r>
              <a:rPr lang="es-MX" sz="4000" b="1" dirty="0" smtClean="0">
                <a:latin typeface="Cooper Black" pitchFamily="18" charset="0"/>
                <a:cs typeface="Arial" pitchFamily="34" charset="0"/>
              </a:rPr>
              <a:t>ayolismo</a:t>
            </a:r>
            <a:endParaRPr lang="es-CO" sz="40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2996952"/>
            <a:ext cx="8229600" cy="2016224"/>
          </a:xfr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0"/>
          </a:gradFill>
        </p:spPr>
        <p:txBody>
          <a:bodyPr/>
          <a:lstStyle/>
          <a:p>
            <a:pPr algn="ctr">
              <a:lnSpc>
                <a:spcPct val="150000"/>
              </a:lnSpc>
              <a:buNone/>
            </a:pPr>
            <a:r>
              <a:rPr lang="es-MX" dirty="0" smtClean="0"/>
              <a:t>El busca a través de su doctrina administrativa una mayor eficiencia de la organización.</a:t>
            </a:r>
            <a:endParaRPr lang="es-CO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836712"/>
            <a:ext cx="8229600" cy="1656184"/>
          </a:xfrm>
        </p:spPr>
        <p:txBody>
          <a:bodyPr>
            <a:noAutofit/>
          </a:bodyPr>
          <a:lstStyle/>
          <a:p>
            <a:pPr algn="ctr"/>
            <a:r>
              <a:rPr lang="es-MX" sz="3200" b="1" dirty="0" smtClean="0">
                <a:latin typeface="Cooper Black" pitchFamily="18" charset="0"/>
                <a:cs typeface="Arial" pitchFamily="34" charset="0"/>
              </a:rPr>
              <a:t>LA ADMINISTRACIÓN TIENE UN ÁMBITO MAS AMPLIO QUE EL DE LA EMPRESA MANUFACTURERA PRIVADA</a:t>
            </a:r>
            <a:endParaRPr lang="es-CO" sz="32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356993"/>
            <a:ext cx="8229600" cy="216024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MX" sz="2000" dirty="0" smtClean="0">
                <a:latin typeface="Arial" pitchFamily="34" charset="0"/>
                <a:cs typeface="Arial" pitchFamily="34" charset="0"/>
              </a:rPr>
              <a:t>    </a:t>
            </a:r>
            <a:r>
              <a:rPr lang="es-MX" sz="2400" dirty="0" smtClean="0">
                <a:cs typeface="Arial" pitchFamily="34" charset="0"/>
              </a:rPr>
              <a:t>Según Fayol la doctrina administrativa es aplicable a empresas industriales, militares o de cualquier índole. Además habla de industrializar al estado dando paso a la administración publica </a:t>
            </a:r>
            <a:r>
              <a:rPr lang="es-MX" sz="2000" dirty="0" smtClean="0">
                <a:cs typeface="Arial" pitchFamily="34" charset="0"/>
              </a:rPr>
              <a:t>.</a:t>
            </a:r>
            <a:endParaRPr lang="es-CO" sz="2000" dirty="0">
              <a:cs typeface="Arial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 idx="4294967295"/>
          </p:nvPr>
        </p:nvSpPr>
        <p:spPr>
          <a:xfrm>
            <a:off x="1187624" y="404664"/>
            <a:ext cx="6768752" cy="1398736"/>
          </a:xfrm>
        </p:spPr>
        <p:txBody>
          <a:bodyPr>
            <a:noAutofit/>
          </a:bodyPr>
          <a:lstStyle/>
          <a:p>
            <a:r>
              <a:rPr lang="es-CO" sz="3200" b="1" dirty="0" smtClean="0">
                <a:latin typeface="Cooper Black" pitchFamily="18" charset="0"/>
                <a:cs typeface="Arial" pitchFamily="34" charset="0"/>
              </a:rPr>
              <a:t>LOS PRINCIPIOS DE LA ADMINISTRACION DE FAYOL</a:t>
            </a:r>
            <a:endParaRPr lang="es-CO" sz="3200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4294967295"/>
          </p:nvPr>
        </p:nvSpPr>
        <p:spPr>
          <a:xfrm>
            <a:off x="1079500" y="2492895"/>
            <a:ext cx="7812980" cy="3722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800" b="1" dirty="0" smtClean="0">
                <a:cs typeface="Arial" pitchFamily="34" charset="0"/>
              </a:rPr>
              <a:t>CARACTERISTCAS DEL LOS PRINCIPIOS </a:t>
            </a:r>
          </a:p>
          <a:p>
            <a:pPr marL="0" indent="0">
              <a:buNone/>
            </a:pPr>
            <a:endParaRPr lang="es-CO" sz="2800" dirty="0" smtClean="0">
              <a:cs typeface="Arial" pitchFamily="34" charset="0"/>
            </a:endParaRPr>
          </a:p>
          <a:p>
            <a:r>
              <a:rPr lang="es-CO" sz="2800" dirty="0" smtClean="0">
                <a:cs typeface="Arial" pitchFamily="34" charset="0"/>
              </a:rPr>
              <a:t>Los principios administrativos se aplican a la organización de la empresa.</a:t>
            </a:r>
          </a:p>
          <a:p>
            <a:endParaRPr lang="es-CO" sz="2800" dirty="0" smtClean="0">
              <a:cs typeface="Arial" pitchFamily="34" charset="0"/>
            </a:endParaRPr>
          </a:p>
          <a:p>
            <a:r>
              <a:rPr lang="es-CO" sz="2800" dirty="0" smtClean="0">
                <a:cs typeface="Arial" pitchFamily="34" charset="0"/>
              </a:rPr>
              <a:t>El buen funcionamiento social de la empresa depende de unos principios.</a:t>
            </a:r>
          </a:p>
          <a:p>
            <a:endParaRPr lang="es-CO" sz="2800" dirty="0"/>
          </a:p>
        </p:txBody>
      </p:sp>
    </p:spTree>
    <p:extLst>
      <p:ext uri="{BB962C8B-B14F-4D97-AF65-F5344CB8AC3E}">
        <p14:creationId xmlns="" xmlns:p14="http://schemas.microsoft.com/office/powerpoint/2010/main" val="9561175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403648" y="764704"/>
            <a:ext cx="6480720" cy="1296144"/>
          </a:xfrm>
        </p:spPr>
        <p:txBody>
          <a:bodyPr>
            <a:normAutofit/>
          </a:bodyPr>
          <a:lstStyle/>
          <a:p>
            <a:pPr algn="ctr"/>
            <a:r>
              <a:rPr lang="es-CO" sz="3600" b="1" dirty="0" smtClean="0">
                <a:latin typeface="Cooper Black" pitchFamily="18" charset="0"/>
                <a:cs typeface="Arial" pitchFamily="34" charset="0"/>
              </a:rPr>
              <a:t>PRINCIPIO DE LA DIVISIÓN DEL  TRABAJO</a:t>
            </a:r>
            <a:endParaRPr lang="es-CO" sz="36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914400" y="3140968"/>
            <a:ext cx="7474024" cy="2520280"/>
          </a:xfrm>
        </p:spPr>
        <p:txBody>
          <a:bodyPr/>
          <a:lstStyle/>
          <a:p>
            <a:pPr>
              <a:buNone/>
            </a:pPr>
            <a:r>
              <a:rPr lang="es-CO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s-CO" sz="3200" dirty="0" smtClean="0">
                <a:cs typeface="Arial" pitchFamily="34" charset="0"/>
              </a:rPr>
              <a:t>Todos no deben hacer de todo al mismo tiempo. esto produce como consecuencia la especialización de funciones 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18219061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259632" y="908720"/>
            <a:ext cx="7200800" cy="936104"/>
          </a:xfrm>
        </p:spPr>
        <p:txBody>
          <a:bodyPr>
            <a:normAutofit fontScale="90000"/>
          </a:bodyPr>
          <a:lstStyle/>
          <a:p>
            <a:r>
              <a:rPr lang="es-CO" sz="4000" b="1" dirty="0" smtClean="0">
                <a:latin typeface="Cooper Black" pitchFamily="18" charset="0"/>
                <a:cs typeface="Arial" pitchFamily="34" charset="0"/>
              </a:rPr>
              <a:t>PRINCIPIO DE AUTORIDAD</a:t>
            </a:r>
            <a:endParaRPr lang="es-CO" sz="40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827584" y="2852935"/>
            <a:ext cx="7128792" cy="2448273"/>
          </a:xfrm>
        </p:spPr>
        <p:txBody>
          <a:bodyPr/>
          <a:lstStyle/>
          <a:p>
            <a:pPr algn="just">
              <a:buNone/>
            </a:pPr>
            <a:r>
              <a:rPr lang="es-CO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CO" sz="3600" dirty="0" smtClean="0">
                <a:cs typeface="Arial" pitchFamily="34" charset="0"/>
              </a:rPr>
              <a:t>La facultad de mando tiene dos fuentes: La legal y la personal .</a:t>
            </a:r>
          </a:p>
          <a:p>
            <a:pPr algn="just"/>
            <a:endParaRPr lang="es-CO" sz="3600" dirty="0"/>
          </a:p>
        </p:txBody>
      </p:sp>
    </p:spTree>
    <p:extLst>
      <p:ext uri="{BB962C8B-B14F-4D97-AF65-F5344CB8AC3E}">
        <p14:creationId xmlns="" xmlns:p14="http://schemas.microsoft.com/office/powerpoint/2010/main" val="325943409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619672" y="1052736"/>
            <a:ext cx="6681936" cy="1368152"/>
          </a:xfrm>
        </p:spPr>
        <p:txBody>
          <a:bodyPr>
            <a:normAutofit/>
          </a:bodyPr>
          <a:lstStyle/>
          <a:p>
            <a:r>
              <a:rPr lang="es-CO" sz="3600" b="1" dirty="0" smtClean="0">
                <a:latin typeface="Cooper Black" pitchFamily="18" charset="0"/>
                <a:cs typeface="Arial" pitchFamily="34" charset="0"/>
              </a:rPr>
              <a:t>PRINCIPIO DE DISCIPLINA</a:t>
            </a:r>
            <a:endParaRPr lang="es-CO" sz="36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1187624" y="3429001"/>
            <a:ext cx="7041976" cy="180019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CO" sz="3200" dirty="0" smtClean="0">
                <a:cs typeface="Arial" pitchFamily="34" charset="0"/>
              </a:rPr>
              <a:t>  Consiste en el respeto y acatamiento a las normas establecidas , surge por medio de acuerdos entre superiores y subalternos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35616723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043608" y="836712"/>
            <a:ext cx="7041976" cy="1368152"/>
          </a:xfrm>
        </p:spPr>
        <p:txBody>
          <a:bodyPr>
            <a:noAutofit/>
          </a:bodyPr>
          <a:lstStyle/>
          <a:p>
            <a:r>
              <a:rPr lang="es-CO" sz="4000" b="1" dirty="0" smtClean="0">
                <a:latin typeface="Cooper Black" pitchFamily="18" charset="0"/>
                <a:cs typeface="Arial" pitchFamily="34" charset="0"/>
              </a:rPr>
              <a:t>PRINCIPIO DE UNIDAD DE MANDO</a:t>
            </a:r>
            <a:endParaRPr lang="es-CO" sz="40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755576" y="2996953"/>
            <a:ext cx="7474024" cy="2808311"/>
          </a:xfrm>
        </p:spPr>
        <p:txBody>
          <a:bodyPr/>
          <a:lstStyle/>
          <a:p>
            <a:pPr>
              <a:buNone/>
            </a:pPr>
            <a:r>
              <a:rPr lang="es-CO" sz="3200" dirty="0" smtClean="0">
                <a:cs typeface="Arial" pitchFamily="34" charset="0"/>
              </a:rPr>
              <a:t>   Cada individuo debe ser responsable únicamente a un solo jefe.  Asegura que nunca el grupo social se adapta a la dualidad de mando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27158181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115616" y="620688"/>
            <a:ext cx="7041976" cy="1728192"/>
          </a:xfrm>
        </p:spPr>
        <p:txBody>
          <a:bodyPr>
            <a:noAutofit/>
          </a:bodyPr>
          <a:lstStyle/>
          <a:p>
            <a:r>
              <a:rPr lang="es-CO" sz="4000" b="1" dirty="0" smtClean="0">
                <a:latin typeface="Cooper Black" pitchFamily="18" charset="0"/>
                <a:cs typeface="Arial" pitchFamily="34" charset="0"/>
              </a:rPr>
              <a:t>PRINCIPIO DE LA UNIDAD DE DIRECCIÓN</a:t>
            </a:r>
            <a:endParaRPr lang="es-CO" sz="40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899592" y="3356991"/>
            <a:ext cx="7330008" cy="2520281"/>
          </a:xfrm>
        </p:spPr>
        <p:txBody>
          <a:bodyPr/>
          <a:lstStyle/>
          <a:p>
            <a:pPr algn="just">
              <a:buNone/>
            </a:pPr>
            <a:r>
              <a:rPr lang="es-CO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s-CO" sz="2800" dirty="0" smtClean="0">
                <a:cs typeface="Arial" pitchFamily="34" charset="0"/>
              </a:rPr>
              <a:t>Todas las actividades deben de ser acordes con la mision,politica,objetivos y rumbo de la empresa.</a:t>
            </a:r>
          </a:p>
          <a:p>
            <a:pPr marL="0" indent="0">
              <a:buNone/>
            </a:pPr>
            <a:endParaRPr lang="es-CO" sz="2800" dirty="0"/>
          </a:p>
        </p:txBody>
      </p:sp>
    </p:spTree>
    <p:extLst>
      <p:ext uri="{BB962C8B-B14F-4D97-AF65-F5344CB8AC3E}">
        <p14:creationId xmlns="" xmlns:p14="http://schemas.microsoft.com/office/powerpoint/2010/main" val="1636824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331640" y="620688"/>
            <a:ext cx="6321896" cy="1872208"/>
          </a:xfrm>
        </p:spPr>
        <p:txBody>
          <a:bodyPr>
            <a:normAutofit fontScale="90000"/>
          </a:bodyPr>
          <a:lstStyle/>
          <a:p>
            <a:r>
              <a:rPr lang="es-CO" sz="3200" b="1" dirty="0" smtClean="0">
                <a:latin typeface="Cooper Black" pitchFamily="18" charset="0"/>
                <a:cs typeface="Arial" pitchFamily="34" charset="0"/>
              </a:rPr>
              <a:t>SUBORDINACIÓN DEL INTERÉS PARTICULAR AL INTERÉS GENERAL </a:t>
            </a:r>
            <a:r>
              <a:rPr lang="es-CO" sz="32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s-CO" sz="3200" b="1" dirty="0" smtClean="0">
                <a:latin typeface="Arial" pitchFamily="34" charset="0"/>
                <a:cs typeface="Arial" pitchFamily="34" charset="0"/>
              </a:rPr>
            </a:br>
            <a:endParaRPr lang="es-CO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1043608" y="2924943"/>
            <a:ext cx="6984776" cy="2736305"/>
          </a:xfrm>
        </p:spPr>
        <p:txBody>
          <a:bodyPr/>
          <a:lstStyle/>
          <a:p>
            <a:pPr>
              <a:buNone/>
            </a:pPr>
            <a:r>
              <a:rPr lang="es-CO" sz="32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s-CO" sz="3200" dirty="0" smtClean="0">
                <a:cs typeface="Arial" pitchFamily="34" charset="0"/>
              </a:rPr>
              <a:t>El interés de un trabajador o un grupo de trabajadores no debe prevalecer sobre los objetivos de la empresa</a:t>
            </a:r>
            <a:r>
              <a:rPr lang="es-CO" sz="3200" b="1" dirty="0" smtClean="0">
                <a:cs typeface="Arial" pitchFamily="34" charset="0"/>
              </a:rPr>
              <a:t>. </a:t>
            </a:r>
          </a:p>
          <a:p>
            <a:endParaRPr lang="es-CO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926119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755576" y="836712"/>
            <a:ext cx="7258000" cy="1368152"/>
          </a:xfrm>
        </p:spPr>
        <p:txBody>
          <a:bodyPr>
            <a:normAutofit fontScale="90000"/>
          </a:bodyPr>
          <a:lstStyle/>
          <a:p>
            <a:r>
              <a:rPr lang="es-CO" sz="3600" b="1" dirty="0" smtClean="0">
                <a:latin typeface="Cooper Black" pitchFamily="18" charset="0"/>
                <a:cs typeface="Arial" pitchFamily="34" charset="0"/>
              </a:rPr>
              <a:t>PRINCIPIO DE REMUNERACIÓN DEL PERSONAL  </a:t>
            </a:r>
            <a:r>
              <a:rPr lang="es-CO" sz="32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s-CO" sz="3200" b="1" dirty="0" smtClean="0">
                <a:latin typeface="Arial" pitchFamily="34" charset="0"/>
                <a:cs typeface="Arial" pitchFamily="34" charset="0"/>
              </a:rPr>
            </a:br>
            <a:endParaRPr lang="es-CO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611560" y="2420888"/>
            <a:ext cx="7618040" cy="3705275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s-CO" sz="3200" dirty="0" smtClean="0">
                <a:cs typeface="Arial" pitchFamily="34" charset="0"/>
              </a:rPr>
              <a:t>*El salario debe de ser equitativo según la calidad del trabajo, la cantidad.</a:t>
            </a:r>
          </a:p>
          <a:p>
            <a:pPr algn="just">
              <a:buNone/>
            </a:pPr>
            <a:r>
              <a:rPr lang="es-CO" sz="3200" dirty="0" smtClean="0">
                <a:cs typeface="Arial" pitchFamily="34" charset="0"/>
              </a:rPr>
              <a:t>*No debe exceder la remuneración a que se tiene derecho.</a:t>
            </a:r>
          </a:p>
          <a:p>
            <a:pPr algn="just">
              <a:buNone/>
            </a:pPr>
            <a:r>
              <a:rPr lang="es-CO" sz="3200" dirty="0" smtClean="0">
                <a:cs typeface="Arial" pitchFamily="34" charset="0"/>
              </a:rPr>
              <a:t>*Pago por tiempo o jornada.</a:t>
            </a:r>
          </a:p>
          <a:p>
            <a:pPr algn="just">
              <a:buNone/>
            </a:pPr>
            <a:r>
              <a:rPr lang="es-CO" sz="3200" dirty="0" smtClean="0">
                <a:cs typeface="Arial" pitchFamily="34" charset="0"/>
              </a:rPr>
              <a:t>*Pago por tarea cumplida.</a:t>
            </a:r>
          </a:p>
          <a:p>
            <a:pPr algn="just">
              <a:buNone/>
            </a:pPr>
            <a:r>
              <a:rPr lang="es-CO" sz="3200" dirty="0" smtClean="0">
                <a:cs typeface="Arial" pitchFamily="34" charset="0"/>
              </a:rPr>
              <a:t>*Pago por pieza o producción de unidades.</a:t>
            </a:r>
          </a:p>
          <a:p>
            <a:endParaRPr lang="es-CO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457081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043608" y="764704"/>
            <a:ext cx="7185992" cy="1872208"/>
          </a:xfrm>
        </p:spPr>
        <p:txBody>
          <a:bodyPr>
            <a:normAutofit fontScale="90000"/>
          </a:bodyPr>
          <a:lstStyle/>
          <a:p>
            <a:r>
              <a:rPr lang="es-CO" sz="4000" b="1" dirty="0" smtClean="0">
                <a:latin typeface="Cooper Black" pitchFamily="18" charset="0"/>
                <a:cs typeface="Arial" pitchFamily="34" charset="0"/>
              </a:rPr>
              <a:t>PRINCIPIO DE CENTRALIZACIÓN Y DESCENTRALIZACIÓN</a:t>
            </a:r>
            <a:endParaRPr lang="es-CO" sz="40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539552" y="3573016"/>
            <a:ext cx="7690048" cy="2553147"/>
          </a:xfrm>
        </p:spPr>
        <p:txBody>
          <a:bodyPr/>
          <a:lstStyle/>
          <a:p>
            <a:pPr algn="just">
              <a:buNone/>
            </a:pPr>
            <a:r>
              <a:rPr lang="es-CO" dirty="0" smtClean="0"/>
              <a:t> </a:t>
            </a:r>
            <a:r>
              <a:rPr lang="es-CO" sz="2800" dirty="0">
                <a:cs typeface="Arial" pitchFamily="34" charset="0"/>
              </a:rPr>
              <a:t>F</a:t>
            </a:r>
            <a:r>
              <a:rPr lang="es-CO" sz="2800" dirty="0" smtClean="0">
                <a:cs typeface="Arial" pitchFamily="34" charset="0"/>
              </a:rPr>
              <a:t>ue explicada por </a:t>
            </a:r>
            <a:r>
              <a:rPr lang="es-CO" sz="2800" dirty="0">
                <a:cs typeface="Arial" pitchFamily="34" charset="0"/>
              </a:rPr>
              <a:t>F</a:t>
            </a:r>
            <a:r>
              <a:rPr lang="es-CO" sz="2800" dirty="0" smtClean="0">
                <a:cs typeface="Arial" pitchFamily="34" charset="0"/>
              </a:rPr>
              <a:t>ayol como un hecho natural, donde decía que las decisiones son llevadas a un mismo cerebro. </a:t>
            </a:r>
            <a:r>
              <a:rPr lang="es-CO" sz="2800" dirty="0">
                <a:cs typeface="Arial" pitchFamily="34" charset="0"/>
              </a:rPr>
              <a:t>L</a:t>
            </a:r>
            <a:r>
              <a:rPr lang="es-CO" sz="2800" dirty="0" smtClean="0">
                <a:cs typeface="Arial" pitchFamily="34" charset="0"/>
              </a:rPr>
              <a:t>a descentralización es la delegación de autoridad a otros niveles</a:t>
            </a:r>
            <a:r>
              <a:rPr lang="es-CO" dirty="0" smtClean="0">
                <a:latin typeface="Arial" pitchFamily="34" charset="0"/>
                <a:cs typeface="Arial" pitchFamily="34" charset="0"/>
              </a:rPr>
              <a:t>. </a:t>
            </a:r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39069328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971600" y="692696"/>
            <a:ext cx="7258000" cy="1656184"/>
          </a:xfrm>
        </p:spPr>
        <p:txBody>
          <a:bodyPr>
            <a:normAutofit fontScale="90000"/>
          </a:bodyPr>
          <a:lstStyle/>
          <a:p>
            <a:r>
              <a:rPr lang="es-CO" sz="4400" b="1" dirty="0" smtClean="0">
                <a:latin typeface="Cooper Black" pitchFamily="18" charset="0"/>
                <a:cs typeface="Arial" pitchFamily="34" charset="0"/>
              </a:rPr>
              <a:t>PRINCIPIO DE JERARQUÍA </a:t>
            </a:r>
            <a:br>
              <a:rPr lang="es-CO" sz="4400" b="1" dirty="0" smtClean="0">
                <a:latin typeface="Cooper Black" pitchFamily="18" charset="0"/>
                <a:cs typeface="Arial" pitchFamily="34" charset="0"/>
              </a:rPr>
            </a:br>
            <a:endParaRPr lang="es-CO" sz="4400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1043608" y="2996951"/>
            <a:ext cx="7185992" cy="2448273"/>
          </a:xfrm>
        </p:spPr>
        <p:txBody>
          <a:bodyPr/>
          <a:lstStyle/>
          <a:p>
            <a:pPr>
              <a:buNone/>
            </a:pPr>
            <a:r>
              <a:rPr lang="es-CO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CO" sz="3600" dirty="0" smtClean="0">
                <a:cs typeface="Arial" pitchFamily="34" charset="0"/>
              </a:rPr>
              <a:t>Esta representada por la serie de jefes que van desde la autoridad superior hasta el jefe de menor categoría.</a:t>
            </a:r>
            <a:endParaRPr lang="es-CO" sz="3600" dirty="0"/>
          </a:p>
        </p:txBody>
      </p:sp>
    </p:spTree>
    <p:extLst>
      <p:ext uri="{BB962C8B-B14F-4D97-AF65-F5344CB8AC3E}">
        <p14:creationId xmlns="" xmlns:p14="http://schemas.microsoft.com/office/powerpoint/2010/main" val="40018404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475656" y="620688"/>
            <a:ext cx="6120680" cy="1656184"/>
          </a:xfrm>
        </p:spPr>
        <p:txBody>
          <a:bodyPr>
            <a:normAutofit fontScale="90000"/>
          </a:bodyPr>
          <a:lstStyle/>
          <a:p>
            <a:r>
              <a:rPr lang="es-CO" sz="4400" b="1" dirty="0" smtClean="0">
                <a:latin typeface="Cooper Black" pitchFamily="18" charset="0"/>
                <a:cs typeface="Arial" pitchFamily="34" charset="0"/>
              </a:rPr>
              <a:t>PRINCIPIO DE ORDEN </a:t>
            </a:r>
            <a:br>
              <a:rPr lang="es-CO" sz="4400" b="1" dirty="0" smtClean="0">
                <a:latin typeface="Cooper Black" pitchFamily="18" charset="0"/>
                <a:cs typeface="Arial" pitchFamily="34" charset="0"/>
              </a:rPr>
            </a:br>
            <a:endParaRPr lang="es-CO" sz="4400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1043608" y="3140968"/>
            <a:ext cx="7113984" cy="2769171"/>
          </a:xfrm>
        </p:spPr>
        <p:txBody>
          <a:bodyPr/>
          <a:lstStyle/>
          <a:p>
            <a:pPr>
              <a:buNone/>
            </a:pPr>
            <a:r>
              <a:rPr lang="es-CO" sz="3200" dirty="0" smtClean="0">
                <a:cs typeface="Arial" pitchFamily="34" charset="0"/>
              </a:rPr>
              <a:t>  Este principio a alcanzado un alto grado de desarrollo y se aplico en múltiples aspectos empresariales. Para Fayol el orden es también de carácter social.</a:t>
            </a:r>
            <a:endParaRPr lang="es-CO" sz="3200" b="1" dirty="0" smtClean="0">
              <a:cs typeface="Arial" pitchFamily="34" charset="0"/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2263732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331640" y="548680"/>
            <a:ext cx="6897960" cy="1512168"/>
          </a:xfrm>
        </p:spPr>
        <p:txBody>
          <a:bodyPr>
            <a:normAutofit/>
          </a:bodyPr>
          <a:lstStyle/>
          <a:p>
            <a:r>
              <a:rPr lang="es-CO" sz="3600" b="1" dirty="0" smtClean="0">
                <a:latin typeface="Cooper Black" pitchFamily="18" charset="0"/>
                <a:cs typeface="Arial" pitchFamily="34" charset="0"/>
              </a:rPr>
              <a:t>PRINCIPIO DE EQUIDAD</a:t>
            </a:r>
            <a:endParaRPr lang="es-CO" sz="36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467544" y="3068960"/>
            <a:ext cx="7762056" cy="2304256"/>
          </a:xfrm>
        </p:spPr>
        <p:txBody>
          <a:bodyPr/>
          <a:lstStyle/>
          <a:p>
            <a:pPr>
              <a:buNone/>
            </a:pPr>
            <a:r>
              <a:rPr lang="es-CO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CO" sz="3600" dirty="0" smtClean="0">
                <a:cs typeface="Arial" pitchFamily="34" charset="0"/>
              </a:rPr>
              <a:t>Es la combinación de la generosidad y la justicia, la justicia se encuentra en el cumplimiento de los convenios establecidos.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26355472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475656" y="1124744"/>
            <a:ext cx="6753944" cy="1080120"/>
          </a:xfrm>
        </p:spPr>
        <p:txBody>
          <a:bodyPr>
            <a:noAutofit/>
          </a:bodyPr>
          <a:lstStyle/>
          <a:p>
            <a:r>
              <a:rPr lang="es-CO" sz="3600" b="1" dirty="0" smtClean="0">
                <a:latin typeface="Cooper Black" pitchFamily="18" charset="0"/>
                <a:cs typeface="Arial" pitchFamily="34" charset="0"/>
              </a:rPr>
              <a:t>PRINCIPIO DE ESTABILIDAD PERSONAL</a:t>
            </a:r>
            <a:endParaRPr lang="es-CO" sz="3600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755576" y="3429001"/>
            <a:ext cx="7474024" cy="2232248"/>
          </a:xfrm>
        </p:spPr>
        <p:txBody>
          <a:bodyPr/>
          <a:lstStyle/>
          <a:p>
            <a:pPr>
              <a:buNone/>
            </a:pPr>
            <a:r>
              <a:rPr lang="es-CO" sz="4000" dirty="0" smtClean="0">
                <a:cs typeface="Arial" pitchFamily="34" charset="0"/>
              </a:rPr>
              <a:t>Para el bien de la empresa la estabilidad de los trabajadores es lo mas conveniente</a:t>
            </a:r>
            <a:r>
              <a:rPr lang="es-CO" dirty="0" smtClean="0">
                <a:latin typeface="Arial" pitchFamily="34" charset="0"/>
                <a:cs typeface="Arial" pitchFamily="34" charset="0"/>
              </a:rPr>
              <a:t>.</a:t>
            </a:r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19490793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547664" y="908720"/>
            <a:ext cx="6393904" cy="1143000"/>
          </a:xfrm>
        </p:spPr>
        <p:txBody>
          <a:bodyPr>
            <a:normAutofit/>
          </a:bodyPr>
          <a:lstStyle/>
          <a:p>
            <a:r>
              <a:rPr lang="es-CO" sz="3600" b="1" dirty="0" smtClean="0">
                <a:latin typeface="Cooper Black" pitchFamily="18" charset="0"/>
                <a:cs typeface="Arial" pitchFamily="34" charset="0"/>
              </a:rPr>
              <a:t>PRINCIPIO DE INICIATIVA</a:t>
            </a:r>
            <a:endParaRPr lang="es-CO" sz="36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827584" y="3140968"/>
            <a:ext cx="7056784" cy="1944217"/>
          </a:xfrm>
        </p:spPr>
        <p:txBody>
          <a:bodyPr/>
          <a:lstStyle/>
          <a:p>
            <a:pPr>
              <a:buNone/>
            </a:pPr>
            <a:r>
              <a:rPr lang="es-CO" sz="3600" dirty="0" smtClean="0">
                <a:cs typeface="Arial" pitchFamily="34" charset="0"/>
              </a:rPr>
              <a:t>Consiste en la capacidad de concebir ideas y llevarlas a la practica.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9336788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475656" y="908720"/>
            <a:ext cx="6753944" cy="1512168"/>
          </a:xfrm>
        </p:spPr>
        <p:txBody>
          <a:bodyPr>
            <a:normAutofit/>
          </a:bodyPr>
          <a:lstStyle/>
          <a:p>
            <a:r>
              <a:rPr lang="es-CO" sz="3600" b="1" dirty="0" smtClean="0">
                <a:latin typeface="Cooper Black" pitchFamily="18" charset="0"/>
                <a:cs typeface="Arial" pitchFamily="34" charset="0"/>
              </a:rPr>
              <a:t>PRINCIPIO DE LA UNIÓN DEL PERSONAL</a:t>
            </a:r>
            <a:endParaRPr lang="es-CO" sz="3600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899592" y="3573016"/>
            <a:ext cx="6984776" cy="2304256"/>
          </a:xfrm>
        </p:spPr>
        <p:txBody>
          <a:bodyPr/>
          <a:lstStyle/>
          <a:p>
            <a:pPr>
              <a:buNone/>
            </a:pPr>
            <a:r>
              <a:rPr lang="es-CO" sz="3200" dirty="0" smtClean="0">
                <a:cs typeface="Arial" pitchFamily="34" charset="0"/>
              </a:rPr>
              <a:t>La armonía, la solidaridad y la unión del personal constituyen la mayor fuerza de una empresa .</a:t>
            </a:r>
          </a:p>
          <a:p>
            <a:endParaRPr lang="es-CO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085963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1560" y="548680"/>
            <a:ext cx="8229600" cy="1143000"/>
          </a:xfrm>
        </p:spPr>
        <p:txBody>
          <a:bodyPr>
            <a:normAutofit/>
          </a:bodyPr>
          <a:lstStyle/>
          <a:p>
            <a:r>
              <a:rPr lang="es-CO" sz="3600" b="1" dirty="0" smtClean="0">
                <a:latin typeface="Cooper Black" pitchFamily="18" charset="0"/>
              </a:rPr>
              <a:t>EL PROCESO ADMINISTRATIVO </a:t>
            </a:r>
            <a:endParaRPr lang="es-CO" sz="3600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104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3200" dirty="0" smtClean="0"/>
              <a:t>Funciones del administrador.</a:t>
            </a:r>
          </a:p>
          <a:p>
            <a:pPr marL="0" indent="0">
              <a:buNone/>
            </a:pPr>
            <a:endParaRPr lang="es-CO" sz="3200" dirty="0" smtClean="0"/>
          </a:p>
          <a:p>
            <a:r>
              <a:rPr lang="es-CO" sz="3200" dirty="0" smtClean="0"/>
              <a:t>Planeación </a:t>
            </a:r>
          </a:p>
          <a:p>
            <a:r>
              <a:rPr lang="es-CO" sz="3200" dirty="0" smtClean="0"/>
              <a:t>Organización </a:t>
            </a:r>
          </a:p>
          <a:p>
            <a:r>
              <a:rPr lang="es-CO" sz="3200" dirty="0" smtClean="0"/>
              <a:t>Dirección </a:t>
            </a:r>
          </a:p>
          <a:p>
            <a:r>
              <a:rPr lang="es-CO" sz="3200" dirty="0" smtClean="0"/>
              <a:t>Coordinación </a:t>
            </a:r>
          </a:p>
          <a:p>
            <a:r>
              <a:rPr lang="es-CO" sz="3200" dirty="0" smtClean="0"/>
              <a:t>Control</a:t>
            </a:r>
            <a:endParaRPr lang="es-CO" sz="3200" dirty="0"/>
          </a:p>
        </p:txBody>
      </p:sp>
    </p:spTree>
    <p:extLst>
      <p:ext uri="{BB962C8B-B14F-4D97-AF65-F5344CB8AC3E}">
        <p14:creationId xmlns="" xmlns:p14="http://schemas.microsoft.com/office/powerpoint/2010/main" val="520236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608" y="704088"/>
            <a:ext cx="7643192" cy="1143000"/>
          </a:xfrm>
        </p:spPr>
        <p:txBody>
          <a:bodyPr>
            <a:normAutofit/>
          </a:bodyPr>
          <a:lstStyle/>
          <a:p>
            <a:r>
              <a:rPr lang="es-CO" sz="4800" b="1" dirty="0" smtClean="0">
                <a:latin typeface="Cooper Black" pitchFamily="18" charset="0"/>
              </a:rPr>
              <a:t>  1. PLANEACION </a:t>
            </a:r>
            <a:endParaRPr lang="es-CO" sz="4800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1683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O" sz="3200" dirty="0" smtClean="0"/>
              <a:t>Llamada también programa de acción </a:t>
            </a:r>
          </a:p>
          <a:p>
            <a:pPr marL="0" indent="0">
              <a:buNone/>
            </a:pPr>
            <a:endParaRPr lang="es-CO" sz="3200" dirty="0" smtClean="0"/>
          </a:p>
          <a:p>
            <a:pPr marL="0" indent="0">
              <a:buNone/>
            </a:pPr>
            <a:r>
              <a:rPr lang="es-CO" sz="3200" dirty="0" smtClean="0"/>
              <a:t>Es la función administrativa que determina anticipadamente los objetivos alcanzar, así como lo que debe hacerse para alcanzarlos. </a:t>
            </a:r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r>
              <a:rPr lang="es-CO" dirty="0" smtClean="0"/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26862107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91680" y="908720"/>
            <a:ext cx="6491064" cy="1143000"/>
          </a:xfrm>
        </p:spPr>
        <p:txBody>
          <a:bodyPr/>
          <a:lstStyle/>
          <a:p>
            <a:r>
              <a:rPr lang="es-CO" b="1" dirty="0" smtClean="0">
                <a:latin typeface="Cooper Black" pitchFamily="18" charset="0"/>
              </a:rPr>
              <a:t>PLANEACION</a:t>
            </a:r>
            <a:r>
              <a:rPr lang="es-CO" dirty="0" smtClean="0">
                <a:latin typeface="Cooper Black" pitchFamily="18" charset="0"/>
              </a:rPr>
              <a:t> </a:t>
            </a:r>
            <a:endParaRPr lang="es-CO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880320"/>
          </a:xfrm>
        </p:spPr>
        <p:txBody>
          <a:bodyPr/>
          <a:lstStyle/>
          <a:p>
            <a:r>
              <a:rPr lang="es-CO" sz="3200" dirty="0" smtClean="0"/>
              <a:t>Selecciona misiones y objetivos.</a:t>
            </a:r>
          </a:p>
          <a:p>
            <a:r>
              <a:rPr lang="es-CO" sz="3200" dirty="0" smtClean="0"/>
              <a:t>Requiere de toma de decisiones.</a:t>
            </a:r>
          </a:p>
          <a:p>
            <a:endParaRPr lang="es-CO" sz="3200" dirty="0" smtClean="0"/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375128269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476672"/>
            <a:ext cx="8229600" cy="1143000"/>
          </a:xfrm>
        </p:spPr>
        <p:txBody>
          <a:bodyPr/>
          <a:lstStyle/>
          <a:p>
            <a:r>
              <a:rPr lang="es-CO" b="1" dirty="0">
                <a:latin typeface="Cooper Black" pitchFamily="18" charset="0"/>
              </a:rPr>
              <a:t>PLANEACION</a:t>
            </a:r>
            <a:r>
              <a:rPr lang="es-CO" dirty="0">
                <a:latin typeface="Cooper Black" pitchFamily="18" charset="0"/>
              </a:rPr>
              <a:t>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708920"/>
            <a:ext cx="8229600" cy="3096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800" b="1" dirty="0" smtClean="0"/>
              <a:t>Ejemplo de planeación:</a:t>
            </a:r>
          </a:p>
          <a:p>
            <a:pPr marL="0" indent="0">
              <a:buNone/>
            </a:pPr>
            <a:r>
              <a:rPr lang="es-CO" sz="2800" dirty="0" smtClean="0"/>
              <a:t>Qué </a:t>
            </a:r>
            <a:r>
              <a:rPr lang="es-CO" sz="2800" dirty="0"/>
              <a:t>acción es </a:t>
            </a:r>
            <a:r>
              <a:rPr lang="es-CO" sz="2800" dirty="0" smtClean="0"/>
              <a:t>necesaria, por qué es necesaria, dónde va hacer necesaria, cuándo va hacer necesaria, quién o quienes debe hacerla</a:t>
            </a:r>
            <a:r>
              <a:rPr lang="es-CO" sz="2800" dirty="0"/>
              <a:t> </a:t>
            </a:r>
            <a:r>
              <a:rPr lang="es-CO" sz="2800" dirty="0" smtClean="0"/>
              <a:t>y  como </a:t>
            </a:r>
            <a:r>
              <a:rPr lang="es-CO" sz="2800" dirty="0"/>
              <a:t>debe </a:t>
            </a:r>
            <a:r>
              <a:rPr lang="es-CO" sz="2800" dirty="0" smtClean="0"/>
              <a:t>hacerse.</a:t>
            </a:r>
          </a:p>
          <a:p>
            <a:pPr marL="0" indent="0">
              <a:buNone/>
            </a:pPr>
            <a:endParaRPr lang="es-CO" sz="2800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/>
          </a:p>
          <a:p>
            <a:endParaRPr lang="es-CO" dirty="0" smtClean="0"/>
          </a:p>
          <a:p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1403117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6" y="1052736"/>
            <a:ext cx="6120680" cy="1143000"/>
          </a:xfrm>
        </p:spPr>
        <p:txBody>
          <a:bodyPr>
            <a:normAutofit fontScale="90000"/>
          </a:bodyPr>
          <a:lstStyle/>
          <a:p>
            <a:r>
              <a:rPr lang="es-CO" b="1" dirty="0" smtClean="0">
                <a:latin typeface="Cooper Black" pitchFamily="18" charset="0"/>
              </a:rPr>
              <a:t> 2. ORGANIZACIÓN </a:t>
            </a:r>
            <a:endParaRPr lang="es-CO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996952"/>
            <a:ext cx="8229600" cy="3168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3200" dirty="0" smtClean="0"/>
              <a:t>Organizar una empresa es proveerla de todo lo que es útil para su funcionamiento: materiales, herramientas, capitales y personal.</a:t>
            </a:r>
            <a:endParaRPr lang="es-CO" sz="3200" dirty="0"/>
          </a:p>
          <a:p>
            <a:pPr marL="0" indent="0">
              <a:buNone/>
            </a:pPr>
            <a:r>
              <a:rPr lang="es-CO" sz="3200" dirty="0" smtClean="0"/>
              <a:t> </a:t>
            </a:r>
            <a:endParaRPr lang="es-CO" sz="3200" dirty="0"/>
          </a:p>
        </p:txBody>
      </p:sp>
    </p:spTree>
    <p:extLst>
      <p:ext uri="{BB962C8B-B14F-4D97-AF65-F5344CB8AC3E}">
        <p14:creationId xmlns="" xmlns:p14="http://schemas.microsoft.com/office/powerpoint/2010/main" val="14847592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1052736"/>
            <a:ext cx="6861448" cy="1143000"/>
          </a:xfrm>
        </p:spPr>
        <p:txBody>
          <a:bodyPr/>
          <a:lstStyle/>
          <a:p>
            <a:r>
              <a:rPr lang="es-CO" b="1" dirty="0">
                <a:latin typeface="Cooper Black" pitchFamily="18" charset="0"/>
              </a:rPr>
              <a:t>ORGANIZACIÓN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399656"/>
          </a:xfrm>
        </p:spPr>
        <p:txBody>
          <a:bodyPr/>
          <a:lstStyle/>
          <a:p>
            <a:pPr marL="0" indent="0">
              <a:buNone/>
            </a:pPr>
            <a:r>
              <a:rPr lang="es-CO" sz="2800" dirty="0" smtClean="0"/>
              <a:t>Puede dividirse en:</a:t>
            </a:r>
          </a:p>
          <a:p>
            <a:r>
              <a:rPr lang="es-CO" sz="2800" dirty="0" smtClean="0"/>
              <a:t> organismo material y organismo social</a:t>
            </a:r>
          </a:p>
          <a:p>
            <a:pPr marL="0" indent="0">
              <a:buNone/>
            </a:pPr>
            <a:endParaRPr lang="es-CO" sz="2800" dirty="0" smtClean="0"/>
          </a:p>
          <a:p>
            <a:pPr marL="0" indent="0">
              <a:buNone/>
            </a:pPr>
            <a:r>
              <a:rPr lang="es-CO" sz="2800" dirty="0" smtClean="0"/>
              <a:t>Establece una estructura intencional de roles para que las personas desempeñen en una empresa.</a:t>
            </a:r>
            <a:endParaRPr lang="es-CO" sz="2800" dirty="0"/>
          </a:p>
          <a:p>
            <a:pPr marL="0" indent="0">
              <a:buNone/>
            </a:pPr>
            <a:endParaRPr lang="es-CO" sz="2800" dirty="0"/>
          </a:p>
          <a:p>
            <a:pPr marL="0" indent="0">
              <a:buNone/>
            </a:pPr>
            <a:endParaRPr lang="es-CO" dirty="0" smtClean="0"/>
          </a:p>
          <a:p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15600120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59632" y="1124744"/>
            <a:ext cx="6912768" cy="1143000"/>
          </a:xfrm>
        </p:spPr>
        <p:txBody>
          <a:bodyPr/>
          <a:lstStyle/>
          <a:p>
            <a:r>
              <a:rPr lang="es-CO" b="1" dirty="0">
                <a:latin typeface="Cooper Black" pitchFamily="18" charset="0"/>
              </a:rPr>
              <a:t>ORGANIZACIÓN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2592288"/>
          </a:xfrm>
        </p:spPr>
        <p:txBody>
          <a:bodyPr/>
          <a:lstStyle/>
          <a:p>
            <a:r>
              <a:rPr lang="es-CO" sz="3200" b="1" dirty="0" smtClean="0"/>
              <a:t>Organización lineal: </a:t>
            </a:r>
            <a:r>
              <a:rPr lang="es-CO" sz="3200" dirty="0" smtClean="0"/>
              <a:t>presenta una forma piramidal. </a:t>
            </a:r>
            <a:r>
              <a:rPr lang="es-CO" sz="3200" dirty="0"/>
              <a:t>E</a:t>
            </a:r>
            <a:r>
              <a:rPr lang="es-CO" sz="3200" dirty="0" smtClean="0"/>
              <a:t>n ella se da la supervisión lineal basada en la unidad de mando.</a:t>
            </a:r>
          </a:p>
          <a:p>
            <a:endParaRPr lang="es-CO" sz="3200" dirty="0" smtClean="0"/>
          </a:p>
          <a:p>
            <a:endParaRPr lang="es-CO" dirty="0"/>
          </a:p>
          <a:p>
            <a:endParaRPr lang="es-CO" dirty="0" smtClean="0"/>
          </a:p>
        </p:txBody>
      </p:sp>
    </p:spTree>
    <p:extLst>
      <p:ext uri="{BB962C8B-B14F-4D97-AF65-F5344CB8AC3E}">
        <p14:creationId xmlns="" xmlns:p14="http://schemas.microsoft.com/office/powerpoint/2010/main" val="29757817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>
                <a:latin typeface="Cooper Black" pitchFamily="18" charset="0"/>
              </a:rPr>
              <a:t>ORGANIZACIÓN LINEAL </a:t>
            </a:r>
            <a:endParaRPr lang="es-C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951085665"/>
              </p:ext>
            </p:extLst>
          </p:nvPr>
        </p:nvGraphicFramePr>
        <p:xfrm>
          <a:off x="467544" y="1988840"/>
          <a:ext cx="8229600" cy="46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6282840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980728"/>
            <a:ext cx="6480720" cy="1296144"/>
          </a:xfrm>
        </p:spPr>
        <p:txBody>
          <a:bodyPr>
            <a:noAutofit/>
          </a:bodyPr>
          <a:lstStyle/>
          <a:p>
            <a:r>
              <a:rPr lang="es-CO" sz="4800" b="1" dirty="0" smtClean="0">
                <a:latin typeface="Cooper Black" pitchFamily="18" charset="0"/>
              </a:rPr>
              <a:t>ORGANIZACION</a:t>
            </a:r>
            <a:endParaRPr lang="es-CO" sz="4800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3140968"/>
            <a:ext cx="8229600" cy="2376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800" b="1" dirty="0" smtClean="0"/>
              <a:t>Organización  de staff:</a:t>
            </a:r>
          </a:p>
          <a:p>
            <a:pPr marL="0" indent="0">
              <a:buNone/>
            </a:pPr>
            <a:r>
              <a:rPr lang="es-CO" sz="2800" dirty="0" smtClean="0"/>
              <a:t>Proporcionan consejos, recomendaciones y consultoría a los órganos de línea cuando estos no están en condiciones de proporcionárselos por si mismos.</a:t>
            </a:r>
            <a:endParaRPr lang="es-CO" sz="2800" dirty="0"/>
          </a:p>
        </p:txBody>
      </p:sp>
    </p:spTree>
    <p:extLst>
      <p:ext uri="{BB962C8B-B14F-4D97-AF65-F5344CB8AC3E}">
        <p14:creationId xmlns="" xmlns:p14="http://schemas.microsoft.com/office/powerpoint/2010/main" val="20521701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5400" b="1" dirty="0">
                <a:latin typeface="Cooper Black" pitchFamily="18" charset="0"/>
              </a:rPr>
              <a:t>ORGANIZACION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564904"/>
            <a:ext cx="8229600" cy="3759696"/>
          </a:xfrm>
        </p:spPr>
        <p:txBody>
          <a:bodyPr/>
          <a:lstStyle/>
          <a:p>
            <a:pPr marL="0" indent="0">
              <a:buNone/>
            </a:pPr>
            <a:r>
              <a:rPr lang="es-CO" dirty="0" smtClean="0"/>
              <a:t>Cuales son los órganos de staff:</a:t>
            </a:r>
          </a:p>
          <a:p>
            <a:pPr marL="0" indent="0">
              <a:buNone/>
            </a:pPr>
            <a:endParaRPr lang="es-CO" dirty="0" smtClean="0"/>
          </a:p>
          <a:p>
            <a:r>
              <a:rPr lang="es-CO" dirty="0" smtClean="0"/>
              <a:t>Los auditores de costos </a:t>
            </a:r>
          </a:p>
          <a:p>
            <a:r>
              <a:rPr lang="es-CO" dirty="0" smtClean="0"/>
              <a:t>Los auditores de impuestos </a:t>
            </a:r>
          </a:p>
          <a:p>
            <a:r>
              <a:rPr lang="es-CO" dirty="0" smtClean="0"/>
              <a:t>Revisor fiscal</a:t>
            </a:r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27526412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6" y="1340768"/>
            <a:ext cx="6336704" cy="1143000"/>
          </a:xfrm>
        </p:spPr>
        <p:txBody>
          <a:bodyPr/>
          <a:lstStyle/>
          <a:p>
            <a:r>
              <a:rPr lang="es-CO" b="1" dirty="0" smtClean="0">
                <a:latin typeface="Cooper Black" pitchFamily="18" charset="0"/>
              </a:rPr>
              <a:t>  3. DIRECCION </a:t>
            </a:r>
            <a:endParaRPr lang="es-CO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981215"/>
            <a:ext cx="8229600" cy="2880320"/>
          </a:xfrm>
        </p:spPr>
        <p:txBody>
          <a:bodyPr/>
          <a:lstStyle/>
          <a:p>
            <a:r>
              <a:rPr lang="es-CO" sz="2800" dirty="0" smtClean="0"/>
              <a:t>Pone en marcha a la organización, su objetivo es alcanzar el máximo rendimiento de los empleados en beneficio de la empresa. </a:t>
            </a:r>
          </a:p>
          <a:p>
            <a:endParaRPr lang="es-CO" sz="2800" dirty="0"/>
          </a:p>
          <a:p>
            <a:r>
              <a:rPr lang="es-CO" sz="2800" dirty="0" smtClean="0"/>
              <a:t>Tiene que ver con la cualidad de administrar.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19044194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6" y="1268760"/>
            <a:ext cx="5904656" cy="1368152"/>
          </a:xfrm>
        </p:spPr>
        <p:txBody>
          <a:bodyPr>
            <a:normAutofit/>
          </a:bodyPr>
          <a:lstStyle/>
          <a:p>
            <a:r>
              <a:rPr lang="es-CO" b="1" dirty="0">
                <a:latin typeface="Cooper Black" pitchFamily="18" charset="0"/>
              </a:rPr>
              <a:t>DIRECCION 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3573016"/>
            <a:ext cx="8229600" cy="2664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3200" dirty="0" smtClean="0"/>
              <a:t>Incentivar a los empleados para que contribuyan a las metas del grupo de trabajo y de la empresa.</a:t>
            </a:r>
            <a:endParaRPr lang="es-CO" sz="3200" dirty="0"/>
          </a:p>
        </p:txBody>
      </p:sp>
    </p:spTree>
    <p:extLst>
      <p:ext uri="{BB962C8B-B14F-4D97-AF65-F5344CB8AC3E}">
        <p14:creationId xmlns="" xmlns:p14="http://schemas.microsoft.com/office/powerpoint/2010/main" val="29030530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608" y="908720"/>
            <a:ext cx="7056784" cy="1143000"/>
          </a:xfrm>
        </p:spPr>
        <p:txBody>
          <a:bodyPr/>
          <a:lstStyle/>
          <a:p>
            <a:r>
              <a:rPr lang="es-CO" b="1" dirty="0" smtClean="0">
                <a:latin typeface="Cooper Black" pitchFamily="18" charset="0"/>
              </a:rPr>
              <a:t> 4. COORDINACION</a:t>
            </a:r>
            <a:endParaRPr lang="es-CO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2952328"/>
          </a:xfrm>
        </p:spPr>
        <p:txBody>
          <a:bodyPr/>
          <a:lstStyle/>
          <a:p>
            <a:pPr marL="0" indent="0">
              <a:buNone/>
            </a:pPr>
            <a:r>
              <a:rPr lang="es-CO" sz="3200" dirty="0" smtClean="0"/>
              <a:t>Armoniza las actividades de una empresa para facilitar el trabajo y los resultados.</a:t>
            </a:r>
          </a:p>
          <a:p>
            <a:pPr marL="0" indent="0">
              <a:buNone/>
            </a:pPr>
            <a:endParaRPr lang="es-CO" sz="3200" dirty="0" smtClean="0"/>
          </a:p>
          <a:p>
            <a:r>
              <a:rPr lang="es-CO" sz="3200" dirty="0" smtClean="0"/>
              <a:t>Es la unificación de toda actividad o esfuerzo 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24679562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latin typeface="Cooper Black" pitchFamily="18" charset="0"/>
              </a:rPr>
              <a:t>COORDINACION </a:t>
            </a:r>
            <a:endParaRPr lang="es-CO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3140968"/>
            <a:ext cx="8229600" cy="3111624"/>
          </a:xfrm>
        </p:spPr>
        <p:txBody>
          <a:bodyPr>
            <a:normAutofit/>
          </a:bodyPr>
          <a:lstStyle/>
          <a:p>
            <a:r>
              <a:rPr lang="es-CO" sz="3200" dirty="0" smtClean="0"/>
              <a:t>La coordinación debe basarse en una comunión de intereses, indica que hay un objetivo para alcanzar, que debe guiar los actos de todos </a:t>
            </a:r>
            <a:endParaRPr lang="es-CO" sz="3200" dirty="0"/>
          </a:p>
        </p:txBody>
      </p:sp>
    </p:spTree>
    <p:extLst>
      <p:ext uri="{BB962C8B-B14F-4D97-AF65-F5344CB8AC3E}">
        <p14:creationId xmlns="" xmlns:p14="http://schemas.microsoft.com/office/powerpoint/2010/main" val="6388034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87624" y="908720"/>
            <a:ext cx="5904656" cy="1143000"/>
          </a:xfrm>
        </p:spPr>
        <p:txBody>
          <a:bodyPr/>
          <a:lstStyle/>
          <a:p>
            <a:r>
              <a:rPr lang="es-CO" b="1" dirty="0" smtClean="0">
                <a:latin typeface="Cooper Black" pitchFamily="18" charset="0"/>
              </a:rPr>
              <a:t> 5. CONTROLAR </a:t>
            </a:r>
            <a:endParaRPr lang="es-CO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2520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800" dirty="0" smtClean="0"/>
              <a:t>Verifica que todas las etapas marchen en conformidad con el plan trazado, su objetivo es identificar las debilidades y los errores para evitar que se repitan.</a:t>
            </a:r>
          </a:p>
          <a:p>
            <a:pPr marL="0" indent="0">
              <a:buNone/>
            </a:pPr>
            <a:endParaRPr lang="es-CO" sz="2800" dirty="0"/>
          </a:p>
        </p:txBody>
      </p:sp>
    </p:spTree>
    <p:extLst>
      <p:ext uri="{BB962C8B-B14F-4D97-AF65-F5344CB8AC3E}">
        <p14:creationId xmlns="" xmlns:p14="http://schemas.microsoft.com/office/powerpoint/2010/main" val="26610125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75656" y="1052736"/>
            <a:ext cx="5256584" cy="1143000"/>
          </a:xfrm>
        </p:spPr>
        <p:txBody>
          <a:bodyPr/>
          <a:lstStyle/>
          <a:p>
            <a:r>
              <a:rPr lang="es-CO" b="1" dirty="0" smtClean="0">
                <a:latin typeface="Cooper Black" pitchFamily="18" charset="0"/>
              </a:rPr>
              <a:t>CONTROLAR 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3068960"/>
            <a:ext cx="8229600" cy="2592288"/>
          </a:xfrm>
        </p:spPr>
        <p:txBody>
          <a:bodyPr>
            <a:normAutofit fontScale="92500"/>
          </a:bodyPr>
          <a:lstStyle/>
          <a:p>
            <a:r>
              <a:rPr lang="es-CO" sz="3600" dirty="0"/>
              <a:t>Identifica que todo ocurra según las reglas </a:t>
            </a:r>
            <a:r>
              <a:rPr lang="es-CO" sz="3600" dirty="0" smtClean="0"/>
              <a:t>establecidas o las ordenes dadas.</a:t>
            </a:r>
          </a:p>
          <a:p>
            <a:r>
              <a:rPr lang="es-CO" sz="3600" dirty="0"/>
              <a:t>   Establece estándares o criterios de evaluación o </a:t>
            </a:r>
            <a:r>
              <a:rPr lang="es-CO" sz="3600" dirty="0" smtClean="0"/>
              <a:t>comparación los cuales son:</a:t>
            </a:r>
            <a:endParaRPr lang="es-CO" sz="3600" dirty="0"/>
          </a:p>
          <a:p>
            <a:pPr marL="0" indent="0">
              <a:buNone/>
            </a:pPr>
            <a:endParaRPr lang="es-CO" sz="3600" dirty="0"/>
          </a:p>
          <a:p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2178264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28" y="692696"/>
            <a:ext cx="8229600" cy="1143000"/>
          </a:xfrm>
        </p:spPr>
        <p:txBody>
          <a:bodyPr/>
          <a:lstStyle/>
          <a:p>
            <a:r>
              <a:rPr lang="es-CO" b="1" dirty="0">
                <a:latin typeface="Cooper Black" pitchFamily="18" charset="0"/>
              </a:rPr>
              <a:t>CONTROLAR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2060848"/>
            <a:ext cx="8280920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 smtClean="0"/>
          </a:p>
          <a:p>
            <a:pPr marL="0" indent="0">
              <a:buNone/>
            </a:pPr>
            <a:r>
              <a:rPr lang="es-CO" dirty="0" smtClean="0"/>
              <a:t> </a:t>
            </a:r>
            <a:endParaRPr lang="es-CO" dirty="0"/>
          </a:p>
        </p:txBody>
      </p:sp>
      <p:graphicFrame>
        <p:nvGraphicFramePr>
          <p:cNvPr id="7" name="6 Diagrama"/>
          <p:cNvGraphicFramePr/>
          <p:nvPr>
            <p:extLst>
              <p:ext uri="{D42A27DB-BD31-4B8C-83A1-F6EECF244321}">
                <p14:modId xmlns="" xmlns:p14="http://schemas.microsoft.com/office/powerpoint/2010/main" val="2968144544"/>
              </p:ext>
            </p:extLst>
          </p:nvPr>
        </p:nvGraphicFramePr>
        <p:xfrm>
          <a:off x="1115616" y="2060848"/>
          <a:ext cx="7128792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5710978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latin typeface="Cooper Black" pitchFamily="18" charset="0"/>
              </a:rPr>
              <a:t>CONTROLAR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2420888"/>
            <a:ext cx="8229600" cy="37444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800" dirty="0"/>
              <a:t>P</a:t>
            </a:r>
            <a:r>
              <a:rPr lang="es-CO" sz="2800" dirty="0" smtClean="0"/>
              <a:t>uede mostrar el control de ingresos </a:t>
            </a:r>
            <a:r>
              <a:rPr lang="es-CO" sz="2800" dirty="0"/>
              <a:t>y</a:t>
            </a:r>
            <a:r>
              <a:rPr lang="es-CO" sz="2800" dirty="0" smtClean="0"/>
              <a:t> egresos de una empresa.</a:t>
            </a:r>
          </a:p>
          <a:p>
            <a:pPr marL="0" indent="0">
              <a:buNone/>
            </a:pPr>
            <a:r>
              <a:rPr lang="es-CO" sz="2800" dirty="0" smtClean="0"/>
              <a:t>Cuanto debe valer y a cuanto lo pueden  vender </a:t>
            </a:r>
          </a:p>
          <a:p>
            <a:pPr marL="0" indent="0">
              <a:buNone/>
            </a:pPr>
            <a:r>
              <a:rPr lang="es-CO" sz="2800" b="1" dirty="0" smtClean="0"/>
              <a:t>Ejemplo:</a:t>
            </a:r>
          </a:p>
          <a:p>
            <a:pPr marL="0" indent="0">
              <a:buNone/>
            </a:pPr>
            <a:r>
              <a:rPr lang="es-CO" sz="2800" dirty="0" smtClean="0"/>
              <a:t>El </a:t>
            </a:r>
            <a:r>
              <a:rPr lang="es-CO" sz="2800" dirty="0"/>
              <a:t>costo de </a:t>
            </a:r>
            <a:r>
              <a:rPr lang="es-CO" sz="2800" dirty="0" smtClean="0"/>
              <a:t>producir  </a:t>
            </a:r>
            <a:r>
              <a:rPr lang="es-CO" sz="2800" dirty="0"/>
              <a:t>1.000 unidades será de $15.000</a:t>
            </a:r>
          </a:p>
        </p:txBody>
      </p:sp>
    </p:spTree>
    <p:extLst>
      <p:ext uri="{BB962C8B-B14F-4D97-AF65-F5344CB8AC3E}">
        <p14:creationId xmlns="" xmlns:p14="http://schemas.microsoft.com/office/powerpoint/2010/main" val="37319325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s-CO" sz="3200" b="1" dirty="0" smtClean="0">
                <a:latin typeface="Cooper Black" pitchFamily="18" charset="0"/>
                <a:cs typeface="Arial" pitchFamily="34" charset="0"/>
              </a:rPr>
              <a:t>CARACTERISTICAS DEL JEFE IDEAL </a:t>
            </a:r>
            <a:endParaRPr lang="es-CO" sz="3200" b="1" dirty="0">
              <a:latin typeface="Cooper Black" pitchFamily="18" charset="0"/>
              <a:cs typeface="Arial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844824"/>
            <a:ext cx="8229600" cy="430993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  <a:buFont typeface="Wingdings" pitchFamily="2" charset="2"/>
              <a:buChar char="v"/>
            </a:pPr>
            <a:r>
              <a:rPr lang="es-CO" dirty="0" smtClean="0">
                <a:cs typeface="Arial" pitchFamily="34" charset="0"/>
              </a:rPr>
              <a:t>SALUD Y VIGOR FISICO</a:t>
            </a: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r>
              <a:rPr lang="es-CO" dirty="0" smtClean="0">
                <a:cs typeface="Arial" pitchFamily="34" charset="0"/>
              </a:rPr>
              <a:t>INTELIGENCIA Y VIGOR INTELECTUAL.</a:t>
            </a: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r>
              <a:rPr lang="es-CO" dirty="0" smtClean="0">
                <a:cs typeface="Arial" pitchFamily="34" charset="0"/>
              </a:rPr>
              <a:t>CUALIDADES MORALES.</a:t>
            </a: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r>
              <a:rPr lang="es-CO" dirty="0" smtClean="0">
                <a:cs typeface="Arial" pitchFamily="34" charset="0"/>
              </a:rPr>
              <a:t>CULTURA.</a:t>
            </a: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r>
              <a:rPr lang="es-CO" dirty="0" smtClean="0">
                <a:cs typeface="Arial" pitchFamily="34" charset="0"/>
              </a:rPr>
              <a:t>CONOCIMIENTOS ADMINISTRATIVOS.</a:t>
            </a:r>
          </a:p>
          <a:p>
            <a:pPr>
              <a:lnSpc>
                <a:spcPct val="160000"/>
              </a:lnSpc>
              <a:buFont typeface="Wingdings" pitchFamily="2" charset="2"/>
              <a:buChar char="v"/>
            </a:pPr>
            <a:r>
              <a:rPr lang="es-CO" dirty="0" smtClean="0">
                <a:cs typeface="Arial" pitchFamily="34" charset="0"/>
              </a:rPr>
              <a:t>CONOCIMIENTOS DE LAS OPERACIONES EMPRESARIALES.</a:t>
            </a:r>
          </a:p>
          <a:p>
            <a:pPr marL="0" indent="0">
              <a:buNone/>
            </a:pPr>
            <a:endParaRPr lang="es-CO" sz="16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s-CO" sz="1600" dirty="0" smtClean="0">
                <a:latin typeface="Arial" pitchFamily="34" charset="0"/>
                <a:cs typeface="Arial" pitchFamily="34" charset="0"/>
              </a:rPr>
              <a:t> </a:t>
            </a:r>
            <a:endParaRPr lang="es-CO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1246415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b="1" dirty="0" smtClean="0">
                <a:latin typeface="Cooper Black" pitchFamily="18" charset="0"/>
              </a:rPr>
              <a:t>APORTES DEL FAYOLISMO </a:t>
            </a:r>
            <a:endParaRPr lang="es-CO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520280"/>
          </a:xfrm>
        </p:spPr>
        <p:txBody>
          <a:bodyPr>
            <a:normAutofit/>
          </a:bodyPr>
          <a:lstStyle/>
          <a:p>
            <a:r>
              <a:rPr lang="es-CO" sz="2800" dirty="0" smtClean="0"/>
              <a:t>Toma el rumbo de la estructura organizacional enfocada así a el área administrativa y muestra los primeros prototipos de la jerarquía institucional.  </a:t>
            </a:r>
            <a:endParaRPr lang="es-CO" sz="2800" dirty="0"/>
          </a:p>
        </p:txBody>
      </p:sp>
    </p:spTree>
    <p:extLst>
      <p:ext uri="{BB962C8B-B14F-4D97-AF65-F5344CB8AC3E}">
        <p14:creationId xmlns="" xmlns:p14="http://schemas.microsoft.com/office/powerpoint/2010/main" val="30141173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b="1" dirty="0">
                <a:latin typeface="Cooper Black" pitchFamily="18" charset="0"/>
              </a:rPr>
              <a:t>APORTES DEL FAYOLISMO 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456384"/>
          </a:xfrm>
        </p:spPr>
        <p:txBody>
          <a:bodyPr/>
          <a:lstStyle/>
          <a:p>
            <a:r>
              <a:rPr lang="es-CO" dirty="0" smtClean="0"/>
              <a:t>El proceso administrativo  fue el mas importante y sigue aun vigente.</a:t>
            </a:r>
          </a:p>
          <a:p>
            <a:pPr marL="0" indent="0">
              <a:buNone/>
            </a:pPr>
            <a:endParaRPr lang="es-CO" dirty="0" smtClean="0"/>
          </a:p>
          <a:p>
            <a:r>
              <a:rPr lang="es-CO" dirty="0" smtClean="0"/>
              <a:t>Sistematizo el comportamiento gerencial.</a:t>
            </a:r>
          </a:p>
          <a:p>
            <a:endParaRPr lang="es-CO" dirty="0" smtClean="0"/>
          </a:p>
          <a:p>
            <a:endParaRPr lang="es-CO" dirty="0"/>
          </a:p>
        </p:txBody>
      </p:sp>
    </p:spTree>
    <p:extLst>
      <p:ext uri="{BB962C8B-B14F-4D97-AF65-F5344CB8AC3E}">
        <p14:creationId xmlns="" xmlns:p14="http://schemas.microsoft.com/office/powerpoint/2010/main" val="29585928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b="1" dirty="0" smtClean="0">
                <a:latin typeface="Cooper Black" pitchFamily="18" charset="0"/>
              </a:rPr>
              <a:t>CRITICAS AL FAYOLISMO </a:t>
            </a:r>
            <a:endParaRPr lang="es-CO" b="1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3284984"/>
            <a:ext cx="8229600" cy="2304256"/>
          </a:xfrm>
        </p:spPr>
        <p:txBody>
          <a:bodyPr/>
          <a:lstStyle/>
          <a:p>
            <a:r>
              <a:rPr lang="es-CO" sz="3200" dirty="0" smtClean="0"/>
              <a:t>Los principales trabajos de Fayol no tienen una verificación empírica valida.</a:t>
            </a:r>
          </a:p>
          <a:p>
            <a:pPr>
              <a:buNone/>
            </a:pPr>
            <a:endParaRPr lang="es-CO" sz="3200" dirty="0"/>
          </a:p>
        </p:txBody>
      </p:sp>
    </p:spTree>
    <p:extLst>
      <p:ext uri="{BB962C8B-B14F-4D97-AF65-F5344CB8AC3E}">
        <p14:creationId xmlns="" xmlns:p14="http://schemas.microsoft.com/office/powerpoint/2010/main" val="6456055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b="1" dirty="0">
                <a:latin typeface="Cooper Black" pitchFamily="18" charset="0"/>
              </a:rPr>
              <a:t>CRITICAS AL FAYOLISMO 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40360"/>
          </a:xfrm>
        </p:spPr>
        <p:txBody>
          <a:bodyPr>
            <a:normAutofit/>
          </a:bodyPr>
          <a:lstStyle/>
          <a:p>
            <a:r>
              <a:rPr lang="es-CO" sz="2800" dirty="0"/>
              <a:t>Carácter general y </a:t>
            </a:r>
            <a:r>
              <a:rPr lang="es-CO" sz="2800" dirty="0" smtClean="0"/>
              <a:t>normativo.</a:t>
            </a:r>
          </a:p>
          <a:p>
            <a:endParaRPr lang="es-CO" sz="2800" dirty="0"/>
          </a:p>
          <a:p>
            <a:r>
              <a:rPr lang="es-CO" sz="2800" dirty="0" smtClean="0"/>
              <a:t>Esta basada en supuestos que son solo parcialmente verdaderos, por ejemplo respecto a la autoridad, motivación y liderazgo.</a:t>
            </a:r>
            <a:endParaRPr lang="es-CO" sz="2800" dirty="0"/>
          </a:p>
          <a:p>
            <a:endParaRPr lang="es-CO" sz="2800" dirty="0"/>
          </a:p>
        </p:txBody>
      </p:sp>
    </p:spTree>
    <p:extLst>
      <p:ext uri="{BB962C8B-B14F-4D97-AF65-F5344CB8AC3E}">
        <p14:creationId xmlns="" xmlns:p14="http://schemas.microsoft.com/office/powerpoint/2010/main" val="40430224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b="1" dirty="0" smtClean="0">
                <a:latin typeface="Cooper Black" pitchFamily="18" charset="0"/>
              </a:rPr>
              <a:t>CRITICAS AL FAYOLISMO</a:t>
            </a:r>
            <a:endParaRPr lang="es-CO" dirty="0">
              <a:latin typeface="Cooper Blac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 smtClean="0"/>
          </a:p>
          <a:p>
            <a:r>
              <a:rPr lang="es-CO" sz="2800" dirty="0" smtClean="0"/>
              <a:t>Los estudios de fayol tardaron tiempo en reconocerse</a:t>
            </a:r>
          </a:p>
          <a:p>
            <a:endParaRPr lang="es-CO" sz="2800" dirty="0" smtClean="0"/>
          </a:p>
          <a:p>
            <a:r>
              <a:rPr lang="es-CO" sz="2800" dirty="0" smtClean="0"/>
              <a:t>Se le critica la falta de comprobación científica</a:t>
            </a:r>
            <a:endParaRPr lang="es-CO" sz="2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635896" y="4797152"/>
            <a:ext cx="482453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GRACIAS</a:t>
            </a:r>
            <a:endParaRPr lang="es-ES" sz="80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1155</TotalTime>
  <Words>1412</Words>
  <Application>Microsoft Office PowerPoint</Application>
  <PresentationFormat>Presentación en pantalla (4:3)</PresentationFormat>
  <Paragraphs>193</Paragraphs>
  <Slides>51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2" baseType="lpstr">
      <vt:lpstr>Flujo</vt:lpstr>
      <vt:lpstr>LA ADMINISTRACION INDUSTRIAL Y GENERAL  DE HENRI FAYOL</vt:lpstr>
      <vt:lpstr>FAYOLISMO Y LA VISION DE LA ORGANIZACION</vt:lpstr>
      <vt:lpstr>LA EPOCA </vt:lpstr>
      <vt:lpstr>BIOGRAFÍA</vt:lpstr>
      <vt:lpstr>GENERALIDADES.</vt:lpstr>
      <vt:lpstr>GENERALIDADES</vt:lpstr>
      <vt:lpstr>OPERACIONES  DE LA TEORIA ADMINISTRATIVA DE FAYOL</vt:lpstr>
      <vt:lpstr>DESCRIPCION DE LAS OPERACIONES EMPRESARIALES </vt:lpstr>
      <vt:lpstr>Diapositiva 9</vt:lpstr>
      <vt:lpstr>El problema que busca resolver el Fayolismo</vt:lpstr>
      <vt:lpstr>LA ADMINISTRACIÓN TIENE UN ÁMBITO MAS AMPLIO QUE EL DE LA EMPRESA MANUFACTURERA PRIVADA</vt:lpstr>
      <vt:lpstr>LOS PRINCIPIOS DE LA ADMINISTRACION DE FAYOL</vt:lpstr>
      <vt:lpstr>PRINCIPIO DE LA DIVISIÓN DEL  TRABAJO</vt:lpstr>
      <vt:lpstr>PRINCIPIO DE AUTORIDAD</vt:lpstr>
      <vt:lpstr>PRINCIPIO DE DISCIPLINA</vt:lpstr>
      <vt:lpstr>PRINCIPIO DE UNIDAD DE MANDO</vt:lpstr>
      <vt:lpstr>PRINCIPIO DE LA UNIDAD DE DIRECCIÓN</vt:lpstr>
      <vt:lpstr>SUBORDINACIÓN DEL INTERÉS PARTICULAR AL INTERÉS GENERAL  </vt:lpstr>
      <vt:lpstr>PRINCIPIO DE REMUNERACIÓN DEL PERSONAL   </vt:lpstr>
      <vt:lpstr>PRINCIPIO DE CENTRALIZACIÓN Y DESCENTRALIZACIÓN</vt:lpstr>
      <vt:lpstr>PRINCIPIO DE JERARQUÍA  </vt:lpstr>
      <vt:lpstr>PRINCIPIO DE ORDEN  </vt:lpstr>
      <vt:lpstr>PRINCIPIO DE EQUIDAD</vt:lpstr>
      <vt:lpstr>PRINCIPIO DE ESTABILIDAD PERSONAL</vt:lpstr>
      <vt:lpstr>PRINCIPIO DE INICIATIVA</vt:lpstr>
      <vt:lpstr>PRINCIPIO DE LA UNIÓN DEL PERSONAL</vt:lpstr>
      <vt:lpstr>EL PROCESO ADMINISTRATIVO </vt:lpstr>
      <vt:lpstr>  1. PLANEACION </vt:lpstr>
      <vt:lpstr>PLANEACION </vt:lpstr>
      <vt:lpstr>PLANEACION </vt:lpstr>
      <vt:lpstr> 2. ORGANIZACIÓN </vt:lpstr>
      <vt:lpstr>ORGANIZACIÓN</vt:lpstr>
      <vt:lpstr>ORGANIZACIÓN</vt:lpstr>
      <vt:lpstr>ORGANIZACIÓN LINEAL </vt:lpstr>
      <vt:lpstr>ORGANIZACION</vt:lpstr>
      <vt:lpstr>ORGANIZACION</vt:lpstr>
      <vt:lpstr>  3. DIRECCION </vt:lpstr>
      <vt:lpstr>DIRECCION </vt:lpstr>
      <vt:lpstr> 4. COORDINACION</vt:lpstr>
      <vt:lpstr>COORDINACION </vt:lpstr>
      <vt:lpstr> 5. CONTROLAR </vt:lpstr>
      <vt:lpstr>CONTROLAR </vt:lpstr>
      <vt:lpstr>CONTROLAR </vt:lpstr>
      <vt:lpstr>CONTROLAR </vt:lpstr>
      <vt:lpstr>CARACTERISTICAS DEL JEFE IDEAL </vt:lpstr>
      <vt:lpstr>APORTES DEL FAYOLISMO </vt:lpstr>
      <vt:lpstr>APORTES DEL FAYOLISMO </vt:lpstr>
      <vt:lpstr>CRITICAS AL FAYOLISMO </vt:lpstr>
      <vt:lpstr>CRITICAS AL FAYOLISMO </vt:lpstr>
      <vt:lpstr>CRITICAS AL FAYOLISMO</vt:lpstr>
      <vt:lpstr>Diapositiva 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Naty</dc:creator>
  <cp:lastModifiedBy>jorge lopez</cp:lastModifiedBy>
  <cp:revision>168</cp:revision>
  <dcterms:created xsi:type="dcterms:W3CDTF">2011-03-04T00:18:53Z</dcterms:created>
  <dcterms:modified xsi:type="dcterms:W3CDTF">2011-03-29T00:58:51Z</dcterms:modified>
</cp:coreProperties>
</file>