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1" r:id="rId7"/>
    <p:sldId id="262" r:id="rId8"/>
    <p:sldId id="263" r:id="rId9"/>
    <p:sldId id="266" r:id="rId10"/>
    <p:sldId id="268" r:id="rId11"/>
    <p:sldId id="269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D784-1D4F-46C9-A783-8398105DDEC2}" type="datetimeFigureOut">
              <a:rPr lang="es-CO" smtClean="0"/>
              <a:pPr/>
              <a:t>31/08/2009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F0395-E279-4A4B-9142-8FCC47D4848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harlie%20Chaplin%20-%20Modern%20times%20part%201_9.mp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CO" dirty="0" smtClean="0"/>
              <a:t>ADMINISTRACION CIENTÍFICA </a:t>
            </a:r>
            <a:endParaRPr lang="es-CO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s-CO" dirty="0" smtClean="0"/>
              <a:t>FREDERICK WINSLOW TAYLOR</a:t>
            </a:r>
            <a:endParaRPr lang="es-CO" dirty="0"/>
          </a:p>
          <a:p>
            <a:pPr algn="ctr">
              <a:buNone/>
            </a:pPr>
            <a:r>
              <a:rPr lang="es-CO" dirty="0" smtClean="0"/>
              <a:t>PRESENTADO POR:</a:t>
            </a:r>
          </a:p>
          <a:p>
            <a:pPr algn="ctr">
              <a:buNone/>
            </a:pPr>
            <a:endParaRPr lang="es-CO" dirty="0" smtClean="0"/>
          </a:p>
          <a:p>
            <a:pPr algn="ctr">
              <a:buNone/>
            </a:pPr>
            <a:r>
              <a:rPr lang="es-CO" dirty="0" smtClean="0"/>
              <a:t>ERIKA JARAMILLO</a:t>
            </a:r>
          </a:p>
          <a:p>
            <a:pPr algn="ctr">
              <a:buNone/>
            </a:pPr>
            <a:r>
              <a:rPr lang="es-CO" dirty="0" smtClean="0"/>
              <a:t>DIANA RUA</a:t>
            </a:r>
          </a:p>
          <a:p>
            <a:pPr algn="ctr">
              <a:buNone/>
            </a:pPr>
            <a:r>
              <a:rPr lang="es-CO" dirty="0" smtClean="0"/>
              <a:t>LILIANA ARANGO</a:t>
            </a:r>
          </a:p>
          <a:p>
            <a:pPr algn="ctr">
              <a:buNone/>
            </a:pPr>
            <a:r>
              <a:rPr lang="es-CO" dirty="0" smtClean="0"/>
              <a:t>STELLA ZAPATA</a:t>
            </a:r>
          </a:p>
          <a:p>
            <a:pPr algn="ctr">
              <a:buNone/>
            </a:pPr>
            <a:r>
              <a:rPr lang="es-CO" dirty="0" smtClean="0">
                <a:hlinkClick r:id="rId2" action="ppaction://hlinkfile"/>
              </a:rPr>
              <a:t>Charlie Chaplin - </a:t>
            </a:r>
            <a:r>
              <a:rPr lang="es-CO" dirty="0" err="1" smtClean="0">
                <a:hlinkClick r:id="rId2" action="ppaction://hlinkfile"/>
              </a:rPr>
              <a:t>Modern</a:t>
            </a:r>
            <a:r>
              <a:rPr lang="es-CO" dirty="0" smtClean="0">
                <a:hlinkClick r:id="rId2" action="ppaction://hlinkfile"/>
              </a:rPr>
              <a:t> times </a:t>
            </a:r>
            <a:r>
              <a:rPr lang="es-CO" dirty="0" err="1" smtClean="0">
                <a:hlinkClick r:id="rId2" action="ppaction://hlinkfile"/>
              </a:rPr>
              <a:t>part</a:t>
            </a:r>
            <a:r>
              <a:rPr lang="es-CO" dirty="0" smtClean="0">
                <a:hlinkClick r:id="rId2" action="ppaction://hlinkfile"/>
              </a:rPr>
              <a:t> 1_9.mpg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CO" dirty="0" smtClean="0"/>
              <a:t>BIOGRAFIA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143372" y="1785926"/>
            <a:ext cx="4543428" cy="42862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s-CO" dirty="0" smtClean="0"/>
              <a:t>Frederick </a:t>
            </a:r>
            <a:r>
              <a:rPr lang="es-CO" dirty="0" err="1" smtClean="0"/>
              <a:t>Winslow</a:t>
            </a:r>
            <a:r>
              <a:rPr lang="es-CO" dirty="0" smtClean="0"/>
              <a:t> Taylor (1856-1915)fundador de la administración científica, nació en filadelfia, Estados Unidos.</a:t>
            </a:r>
            <a:endParaRPr lang="es-CO" dirty="0"/>
          </a:p>
        </p:txBody>
      </p:sp>
      <p:pic>
        <p:nvPicPr>
          <p:cNvPr id="5" name="Picture 8" descr="taylor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42910" y="1785926"/>
            <a:ext cx="3071834" cy="421484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CO" dirty="0" smtClean="0"/>
              <a:t>ADMINISTRACIÓN CIENTÍFICA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286280" cy="45259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150000"/>
              </a:lnSpc>
            </a:pPr>
            <a:r>
              <a:rPr lang="es-CO" dirty="0" smtClean="0"/>
              <a:t>El nombre administración</a:t>
            </a:r>
          </a:p>
          <a:p>
            <a:pPr>
              <a:lnSpc>
                <a:spcPct val="150000"/>
              </a:lnSpc>
              <a:buNone/>
            </a:pPr>
            <a:r>
              <a:rPr lang="es-CO" dirty="0" smtClean="0"/>
              <a:t>Científica se debe al intento</a:t>
            </a:r>
          </a:p>
          <a:p>
            <a:pPr>
              <a:lnSpc>
                <a:spcPct val="150000"/>
              </a:lnSpc>
              <a:buNone/>
            </a:pPr>
            <a:r>
              <a:rPr lang="es-CO" dirty="0" smtClean="0"/>
              <a:t>de aplicar  los métodos de</a:t>
            </a:r>
          </a:p>
          <a:p>
            <a:pPr>
              <a:lnSpc>
                <a:spcPct val="150000"/>
              </a:lnSpc>
              <a:buNone/>
            </a:pPr>
            <a:r>
              <a:rPr lang="es-CO" dirty="0" smtClean="0"/>
              <a:t>Ciencia a los problemas de</a:t>
            </a:r>
          </a:p>
          <a:p>
            <a:pPr>
              <a:lnSpc>
                <a:spcPct val="150000"/>
              </a:lnSpc>
              <a:buNone/>
            </a:pPr>
            <a:r>
              <a:rPr lang="es-CO" dirty="0" smtClean="0"/>
              <a:t> la administración.</a:t>
            </a:r>
            <a:endParaRPr lang="es-CO" dirty="0"/>
          </a:p>
        </p:txBody>
      </p:sp>
      <p:sp>
        <p:nvSpPr>
          <p:cNvPr id="5" name="4 Rombo"/>
          <p:cNvSpPr/>
          <p:nvPr/>
        </p:nvSpPr>
        <p:spPr>
          <a:xfrm>
            <a:off x="428596" y="1785926"/>
            <a:ext cx="4143404" cy="4214842"/>
          </a:xfrm>
          <a:prstGeom prst="diamon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200" dirty="0" smtClean="0"/>
              <a:t>ADAM SMITH     ( 1723 – 1790 )</a:t>
            </a:r>
          </a:p>
          <a:p>
            <a:pPr algn="ctr"/>
            <a:r>
              <a:rPr lang="es-CO" sz="2200" dirty="0" smtClean="0"/>
              <a:t>CHARLES BABBAGE (1792-1871)</a:t>
            </a:r>
          </a:p>
          <a:p>
            <a:pPr algn="ctr"/>
            <a:r>
              <a:rPr lang="es-CO" sz="2200" dirty="0" smtClean="0"/>
              <a:t>FREDERICK TAYLOR (1856-1915)</a:t>
            </a:r>
            <a:endParaRPr lang="es-CO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s-ES" dirty="0" smtClean="0"/>
              <a:t>ADAM SMITH </a:t>
            </a:r>
            <a:br>
              <a:rPr lang="es-ES" dirty="0" smtClean="0"/>
            </a:br>
            <a:r>
              <a:rPr lang="es-ES" dirty="0" smtClean="0"/>
              <a:t>(1723-1790)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 smtClean="0"/>
              <a:t>De la mano invisible a la organización racional del trabajo.</a:t>
            </a:r>
          </a:p>
          <a:p>
            <a:r>
              <a:rPr lang="es-ES" dirty="0" smtClean="0"/>
              <a:t>Se enfoca en la ganancia de tiempos, las habilidades incrementadas o la innovación.</a:t>
            </a:r>
          </a:p>
          <a:p>
            <a:r>
              <a:rPr lang="es-ES" dirty="0" smtClean="0"/>
              <a:t>Considerado el inventor de la ciencia económica.</a:t>
            </a:r>
          </a:p>
          <a:p>
            <a:r>
              <a:rPr lang="es-ES" dirty="0" smtClean="0"/>
              <a:t>Ideas de mercado</a:t>
            </a:r>
          </a:p>
          <a:p>
            <a:endParaRPr lang="es-ES" dirty="0" smtClean="0"/>
          </a:p>
          <a:p>
            <a:endParaRPr lang="es-C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s-ES" dirty="0" smtClean="0"/>
              <a:t>CHARLES BABBAGE</a:t>
            </a:r>
            <a:br>
              <a:rPr lang="es-ES" dirty="0" smtClean="0"/>
            </a:br>
            <a:r>
              <a:rPr lang="es-ES" dirty="0" smtClean="0"/>
              <a:t>(1792-1871)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 smtClean="0"/>
              <a:t>El menor costo del trabajo.</a:t>
            </a:r>
          </a:p>
          <a:p>
            <a:r>
              <a:rPr lang="es-ES" dirty="0" smtClean="0"/>
              <a:t>Es considerado Smithiano</a:t>
            </a:r>
          </a:p>
          <a:p>
            <a:r>
              <a:rPr lang="es-ES" dirty="0" smtClean="0"/>
              <a:t>Su interés básico no era la búsqueda de la productividad.</a:t>
            </a:r>
            <a:endParaRPr lang="es-CO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CO" dirty="0" smtClean="0"/>
              <a:t>OBJETIVOS  Y SUS VENTAJAS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28596" y="1574792"/>
            <a:ext cx="4068792" cy="63976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endParaRPr lang="es-CO" sz="2800" dirty="0" smtClean="0"/>
          </a:p>
          <a:p>
            <a:r>
              <a:rPr lang="es-CO" sz="9600" dirty="0" smtClean="0"/>
              <a:t>OBJETIVOS</a:t>
            </a:r>
            <a:r>
              <a:rPr lang="es-CO" dirty="0" smtClean="0"/>
              <a:t>				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s-CO" dirty="0" smtClean="0"/>
              <a:t>Eliminación de todo desperdicio de esfuerzo humano.</a:t>
            </a:r>
          </a:p>
          <a:p>
            <a:r>
              <a:rPr lang="es-CO" dirty="0" smtClean="0"/>
              <a:t>Adaptación de los operarios a la propia tarea.</a:t>
            </a:r>
          </a:p>
          <a:p>
            <a:r>
              <a:rPr lang="es-CO" dirty="0" smtClean="0"/>
              <a:t>Entrenamiento de los operarios para la ejecución de la tarea</a:t>
            </a:r>
          </a:p>
          <a:p>
            <a:r>
              <a:rPr lang="es-CO" dirty="0" smtClean="0"/>
              <a:t>Mayor especialización de las tareas.</a:t>
            </a:r>
            <a:endParaRPr lang="es-CO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CO" dirty="0" smtClean="0"/>
              <a:t>VENTAJAS</a:t>
            </a:r>
            <a:endParaRPr lang="es-CO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CO" dirty="0" smtClean="0"/>
              <a:t>Eliminar los movimientos inútiles.</a:t>
            </a:r>
          </a:p>
          <a:p>
            <a:r>
              <a:rPr lang="es-CO" dirty="0" smtClean="0"/>
              <a:t>Mejorar la selección y entrenamiento del personal</a:t>
            </a:r>
          </a:p>
          <a:p>
            <a:r>
              <a:rPr lang="es-CO" dirty="0" smtClean="0"/>
              <a:t>Mejorar la eficiencia del operario.</a:t>
            </a:r>
          </a:p>
          <a:p>
            <a:r>
              <a:rPr lang="es-CO" dirty="0" smtClean="0"/>
              <a:t>Distribución del trabajo.</a:t>
            </a:r>
          </a:p>
          <a:p>
            <a:r>
              <a:rPr lang="es-CO" dirty="0" smtClean="0"/>
              <a:t>Tener una base equitativa de salarios.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CO" dirty="0" smtClean="0"/>
              <a:t>PRINCIPIOS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s-CO" dirty="0" smtClean="0"/>
              <a:t>Principio  de Planeamiento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s-CO" dirty="0" smtClean="0"/>
              <a:t>Principio de Preparación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s-CO" dirty="0" smtClean="0"/>
              <a:t>Principio de control</a:t>
            </a:r>
          </a:p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s-CO" dirty="0" smtClean="0"/>
              <a:t>Principio de ejecución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CO" dirty="0" smtClean="0"/>
              <a:t>CONCEPTOS IMPORTANTES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s-CO" dirty="0" smtClean="0"/>
              <a:t>Método: Manera de realizar alguna cosa</a:t>
            </a:r>
          </a:p>
          <a:p>
            <a:pPr marL="571500" indent="-571500">
              <a:buFont typeface="+mj-lt"/>
              <a:buAutoNum type="romanUcPeriod"/>
            </a:pPr>
            <a:r>
              <a:rPr lang="es-CO" dirty="0" smtClean="0"/>
              <a:t>Tarea: Actividad ejecutada por alguien dentro de la organización.</a:t>
            </a:r>
          </a:p>
          <a:p>
            <a:pPr marL="571500" indent="-571500">
              <a:buFont typeface="+mj-lt"/>
              <a:buAutoNum type="romanUcPeriod"/>
            </a:pPr>
            <a:r>
              <a:rPr lang="es-CO" dirty="0" smtClean="0"/>
              <a:t>Cargo: Conjunto de tareas ejecutadas de manera cíclicas.</a:t>
            </a:r>
          </a:p>
          <a:p>
            <a:pPr marL="571500" indent="-571500">
              <a:buFont typeface="+mj-lt"/>
              <a:buAutoNum type="romanUcPeriod"/>
            </a:pPr>
            <a:r>
              <a:rPr lang="es-CO" dirty="0" smtClean="0"/>
              <a:t>Sesión: Conjunto de cargos</a:t>
            </a:r>
          </a:p>
          <a:p>
            <a:pPr marL="571500" indent="-571500">
              <a:buFont typeface="+mj-lt"/>
              <a:buAutoNum type="romanUcPeriod"/>
            </a:pPr>
            <a:r>
              <a:rPr lang="es-CO" dirty="0" smtClean="0"/>
              <a:t>Departamento:  Conjunto de sesiones</a:t>
            </a:r>
          </a:p>
          <a:p>
            <a:pPr marL="571500" indent="-571500">
              <a:buFont typeface="+mj-lt"/>
              <a:buAutoNum type="romanUcPeriod"/>
            </a:pP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 smtClean="0"/>
              <a:t>CRITICAS A LA TEORIA DE TAYLOR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>
              <a:buFontTx/>
              <a:buChar char="•"/>
            </a:pPr>
            <a:r>
              <a:rPr lang="es-ES" sz="4000" dirty="0" smtClean="0"/>
              <a:t>NICOS MOUZELIS : PUNTO DE VISTA MECANICISTA Y LA FALACIA DEL CIENTIFISMO.</a:t>
            </a:r>
          </a:p>
          <a:p>
            <a:pPr>
              <a:buFontTx/>
              <a:buChar char="•"/>
            </a:pPr>
            <a:endParaRPr lang="es-ES" sz="4000" dirty="0" smtClean="0"/>
          </a:p>
          <a:p>
            <a:pPr>
              <a:buFontTx/>
              <a:buChar char="•"/>
            </a:pPr>
            <a:r>
              <a:rPr lang="es-ES" sz="4000" dirty="0" smtClean="0"/>
              <a:t>MARCH Y SIMON : TIPO DE TAREAS Y   ASPECTOS DEL ORGANISMO HUMANO.</a:t>
            </a:r>
          </a:p>
          <a:p>
            <a:endParaRPr lang="es-ES" sz="4000" dirty="0" smtClean="0"/>
          </a:p>
          <a:p>
            <a:endParaRPr lang="es-ES" sz="4000" dirty="0" smtClean="0"/>
          </a:p>
          <a:p>
            <a:pPr>
              <a:buFontTx/>
              <a:buChar char="•"/>
            </a:pPr>
            <a:r>
              <a:rPr lang="es-ES" sz="4000" dirty="0" smtClean="0"/>
              <a:t>LENIN :¿EN QUE CONSISTE LA ADMINISTRACIÓN CIENTÍFICA? Y NECESIDAD DE ABARATAR LA PRODUCCIÓN DENTRO DEL CAPITALISMO.</a:t>
            </a:r>
          </a:p>
          <a:p>
            <a:endParaRPr lang="es-ES" sz="4000" dirty="0" smtClean="0"/>
          </a:p>
          <a:p>
            <a:endParaRPr lang="es-ES" sz="4000" dirty="0" smtClean="0"/>
          </a:p>
          <a:p>
            <a:pPr>
              <a:buFontTx/>
              <a:buChar char="•"/>
            </a:pPr>
            <a:r>
              <a:rPr lang="es-ES" sz="4000" dirty="0" smtClean="0"/>
              <a:t>J.A.C BROWN: EL HOMBRE ECONOMICO </a:t>
            </a:r>
          </a:p>
          <a:p>
            <a:pPr>
              <a:buFontTx/>
              <a:buChar char="•"/>
            </a:pPr>
            <a:endParaRPr lang="es-ES" dirty="0" smtClean="0"/>
          </a:p>
          <a:p>
            <a:endParaRPr lang="es-C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 smtClean="0"/>
              <a:t>OTRAS CRITICAS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 dirty="0" smtClean="0"/>
              <a:t>MECANICISMO</a:t>
            </a:r>
          </a:p>
          <a:p>
            <a:r>
              <a:rPr lang="es-ES" dirty="0" smtClean="0"/>
              <a:t>SUPERESPECIALIZACIÓN</a:t>
            </a:r>
          </a:p>
          <a:p>
            <a:r>
              <a:rPr lang="es-ES" dirty="0" smtClean="0"/>
              <a:t>VISIÓN MICROSCOPICA DEL HOMBRE</a:t>
            </a:r>
          </a:p>
          <a:p>
            <a:r>
              <a:rPr lang="es-ES" dirty="0" smtClean="0"/>
              <a:t>ESTUDIO INCOMPLETO DE LA ORGANIZACIÓN</a:t>
            </a:r>
          </a:p>
          <a:p>
            <a:r>
              <a:rPr lang="es-ES" dirty="0" smtClean="0"/>
              <a:t>LIMITACIÓN DEL CAMPO DE APLICACIÓN</a:t>
            </a:r>
          </a:p>
          <a:p>
            <a:r>
              <a:rPr lang="es-ES" dirty="0" smtClean="0"/>
              <a:t>ENFOQUE PRESCRIPTIVO Y NORMATIVO</a:t>
            </a:r>
          </a:p>
          <a:p>
            <a:r>
              <a:rPr lang="es-ES" dirty="0" smtClean="0"/>
              <a:t>ENFOQUE DE SISTEMA CERRADO</a:t>
            </a:r>
          </a:p>
          <a:p>
            <a:pPr>
              <a:buNone/>
            </a:pPr>
            <a:endParaRPr lang="es-CO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s-ES" sz="3100" dirty="0" smtClean="0"/>
              <a:t>APORTES A LA ADMINISTRACION MODERNA</a:t>
            </a:r>
            <a:r>
              <a:rPr lang="es-ES" dirty="0" smtClean="0"/>
              <a:t/>
            </a:r>
            <a:br>
              <a:rPr lang="es-ES" dirty="0" smtClean="0"/>
            </a:b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s-ES" dirty="0" smtClean="0"/>
              <a:t>ANÁLISIS DEL TRABAJO Y ESTUDIO DEL TIEMPO Y MOVIMIENTOS</a:t>
            </a:r>
          </a:p>
          <a:p>
            <a:r>
              <a:rPr lang="es-ES" dirty="0" smtClean="0"/>
              <a:t>ESTUDIO DE LA FATIGA HUMANA</a:t>
            </a:r>
          </a:p>
          <a:p>
            <a:r>
              <a:rPr lang="es-ES" dirty="0" smtClean="0"/>
              <a:t>DIVISIÓN DE TRABAJO Y ESPECIALIZACIÓN DEL OBRERO</a:t>
            </a:r>
          </a:p>
          <a:p>
            <a:r>
              <a:rPr lang="es-ES" dirty="0" smtClean="0"/>
              <a:t>DISEÑO DE CARGO Y TAREAS</a:t>
            </a:r>
          </a:p>
          <a:p>
            <a:r>
              <a:rPr lang="es-ES" dirty="0" smtClean="0"/>
              <a:t>INCENTIVOS SALARIALES Y PREMIOS POR PRODUCCIÓN</a:t>
            </a:r>
          </a:p>
          <a:p>
            <a:r>
              <a:rPr lang="es-ES" dirty="0" smtClean="0"/>
              <a:t>CONDICIONES DE TRABAJO</a:t>
            </a:r>
          </a:p>
          <a:p>
            <a:r>
              <a:rPr lang="es-ES" dirty="0" smtClean="0"/>
              <a:t>LA ESTANDARIZACIÓN</a:t>
            </a:r>
          </a:p>
          <a:p>
            <a:endParaRPr lang="es-CO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389</Words>
  <Application>Microsoft Office PowerPoint</Application>
  <PresentationFormat>Presentación en pantalla (4:3)</PresentationFormat>
  <Paragraphs>79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ADMINISTRACION CIENTÍFICA </vt:lpstr>
      <vt:lpstr>BIOGRAFIA</vt:lpstr>
      <vt:lpstr>ADMINISTRACIÓN CIENTÍFICA</vt:lpstr>
      <vt:lpstr>ADAM SMITH  (1723-1790)</vt:lpstr>
      <vt:lpstr>CHARLES BABBAGE (1792-1871)</vt:lpstr>
      <vt:lpstr>OBJETIVOS  Y SUS VENTAJAS</vt:lpstr>
      <vt:lpstr>PRINCIPIOS</vt:lpstr>
      <vt:lpstr>CONCEPTOS IMPORTANTES</vt:lpstr>
      <vt:lpstr>CRITICAS A LA TEORIA DE TAYLOR</vt:lpstr>
      <vt:lpstr>OTRAS CRITICAS</vt:lpstr>
      <vt:lpstr>APORTES A LA ADMINISTRACION MODERNA 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ADMINISTRACION CIENTÍFICA</dc:title>
  <dc:creator>Familia</dc:creator>
  <cp:lastModifiedBy>Wilber</cp:lastModifiedBy>
  <cp:revision>24</cp:revision>
  <dcterms:created xsi:type="dcterms:W3CDTF">2009-08-23T17:23:25Z</dcterms:created>
  <dcterms:modified xsi:type="dcterms:W3CDTF">2009-08-31T19:56:57Z</dcterms:modified>
</cp:coreProperties>
</file>