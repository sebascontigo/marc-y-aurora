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D8A7A1D-05C5-4E92-B093-B1079784B609}" type="datetimeFigureOut">
              <a:rPr lang="es-ES" smtClean="0"/>
              <a:t>31/07/2013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D9B54A9-544C-495B-97BD-771456E69066}" type="slidenum">
              <a:rPr lang="es-ES" smtClean="0"/>
              <a:t>‹Nº›</a:t>
            </a:fld>
            <a:endParaRPr lang="es-E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Campaña de comunicación 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000" dirty="0" smtClean="0">
                <a:solidFill>
                  <a:srgbClr val="FF00FF"/>
                </a:solidFill>
              </a:rPr>
              <a:t>Hecho por: maría Isabel Arango y valentina lopez.</a:t>
            </a:r>
            <a:endParaRPr lang="es-ES" sz="2000" dirty="0">
              <a:solidFill>
                <a:srgbClr val="FF00FF"/>
              </a:solidFill>
            </a:endParaRPr>
          </a:p>
        </p:txBody>
      </p:sp>
      <p:sp>
        <p:nvSpPr>
          <p:cNvPr id="4" name="3 Corazón"/>
          <p:cNvSpPr/>
          <p:nvPr/>
        </p:nvSpPr>
        <p:spPr>
          <a:xfrm>
            <a:off x="714348" y="571480"/>
            <a:ext cx="1714512" cy="1214446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Cara sonriente"/>
          <p:cNvSpPr/>
          <p:nvPr/>
        </p:nvSpPr>
        <p:spPr>
          <a:xfrm>
            <a:off x="7000892" y="4643446"/>
            <a:ext cx="1714512" cy="1428760"/>
          </a:xfrm>
          <a:prstGeom prst="smileyFac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AutoShape 2" descr="data:image/jpeg;base64,/9j/4AAQSkZJRgABAQAAAQABAAD/2wCEAAkGBhMSEBQQEhQUEBQVFhUVFRUPDxAQFBUUFBcVFRcQFBQXGyYfGBojGRIUIC8gIycpMSwsFR4xNTAqNSgrLCkBCQoKDgwOGg8PGiklHyIwLywqKS8sLCwqLSwwLCwvLCksLCwsLC0qLCksLCwsLC0pLCwqLy8sLDAsLCwsLCwpLP/AABEIALcBEwMBIgACEQEDEQH/xAAbAAABBQEBAAAAAAAAAAAAAAAAAQMEBQYCB//EAEQQAAIBAgMFBQUFBQcCBwAAAAECAwARBBIhBRMxQVEGImFxgRQyUpGhI0JyscEHM2KS8BZTY4LR0uEVwiRDZJOiw/H/xAAbAQABBQEBAAAAAAAAAAAAAAAAAQIDBAUGB//EADQRAAIBAgQCCQQCAgIDAAAAAAABAgMRBBIhMUFRBRMiYXGBkaHwMrHB0SPhFPFS0gYVQv/aAAwDAQACEQMRAD8A9xooooAKKKKACiiigAoqHtXaseGiaaVsqr8yfhA5ms9HiNoYzvJl2fCfdLpvMQw65TYJfx18Ka5W0JoUXJZm0lzfy78jW0VmB2MvrJi8ZIevtAQegVdKX+yTprDjMVGf8SRZ19VYC/zpLy5Durpf8/bT739jTUVmP+tYnCke2KssV7e0YdSMt+Blj5eY0/KtJFKGUMpDKQCCDcEHUEGlUkxlSlKGu6fFbfPHU7ooopxEFFFFABRRRQAUUUjMALnQeOlAC0E1UYvtbhIzZ54wegbN+V6oTLLtORgrNDg0OUlO68xGtteA1Hlcc/dbJ5SzTw0n2p6RW7a+3NlttLtxhIWyGTeP8EIMjHytpUM9t5DqmBxbjqYin5irvZmxIcOuWGNY+pA7x8WY6sfM1Ny020nxFz0Y/TC/i3+Lfkyp7fhNZ8Ji4B8TQMyjzOgq42R2nw2J/cyq5+G9m/lPH0qyy1Q7b7GYfEd/LuZeKzQgI4PItbRx5/MUWkuNxVKhPRxce9O/s/2aGisn2Y25Ms7bPxZvKovHIOEqa2OvOwP8rA6i51lOjLMiGrSdKVn4p81zCiiinEQUUUUAFFFFABRRRQAUUUUAFF6z+/kxRYq7QwAlRu7CSQroWzfdW9xpqbHhz7HZ7D84856yPI5+bE1AqkpaxWne/wCmRqTlrFaF7RVGNiqusTSQH/DkYr6o5Kn5VzJ2gaAFcQMzW+zaJTaXUDKF+69yNPHSnKbulJb+gkqmRXnoiBtuETbUw0MmsccbTBTwaQEgXHO2UH/LWqArIY/A4ud0xP2cEkVzFHqzEHiksl7C40sL8eIvVtsvtNHId294Jh70Uvda/VSdGHQil+iTTL93XpRlBPsqzXFavW3J/wCy6opA1LenlY4mjDKVYBgQQQRcEHQgjpWe7EuV9pwwJKQTssZJvZTc5L+Fv/lXe1+0pznDYRfaMRwIX3IuWeV+At08PQzuzexPZYN2WzuxLyvr3pGtcjw0AHgKZvLTgW7dXRanvK1l+fwudy1opufEKilnYIo4liAB6mqr+1CN+6jnnHxRQtkPk7WBqWxWjCUtUXNFUj9qApAeDERltFDRqcx+EZWNzXYfFya/Z4ZeQKmeT1sQo9CailUSeVavu+WI5PK7bvuLiiqj2LE8sVf8WGjI+hB+tcttGeHWZFlQcZILgqPiaM628iab1tvqi16fhsbntumSts7XXDRGRrk8FUcWY8FFUabElxP2mNdrHUYeNikajo5U3Y+R9TTu0pFlxuFNw0eVnQ8i1m18xZPW1XlT30TXEup9XCLju9b/AKKbamy44sJOIIkQ7mS27RVN8h5gXJrvsSynAw5LcGvb4szE/U39atqyPs02zZGkhQz4RzmaNNZIDzKr95PLgAAeAaoZaPMSUn1lOVJvW6a799PfQ21FQtk7YixMYkhcOp6cQehHI1NvUidynKMou0lZhQaQuKotq9rI4zuor4iY6LHD3jf+IjgOtI5Jbj6dKdR2iiu7RJfaeBye+C5a3HJdTr4WSX61sax+zCkErYjFuJMXILbqFWlMSf3aqlzfQXPDTnqWt/7SdMNiiOu4A+ha/wBKWnTlrJrcMViaV404u+VWbWut23t4lzRVZhO0cLtku0Tn7k6NEx8sw19Kh7RxLzSNCjGOJNJGQ2d2Ou7VvugDiRrypKsnTtdavYipONW+V7b9xYY3b2HiOWSVFb4b5m/lFzTKdqMMfvkDq8UqL/MygVGwuCSMWjVU/CLE+JPEnxNPVF/LzXo/2iXscn6/0WsM6uAykMDwKkEH1Fd1lpXGHlSSPuh3CyINFYG/fy8Awtx8a1NLTqOTcZbr5cScLWa2YUUUVMRhSEUtFAGfwL+zn2aTu6tunOiupJbLf4xfUU9iMWSxVdLcTVtPh1dSrqHU8QwBB9DVaezaD3Hli8FkzD5SBqrqE6atHVe/h3+xHFOGi1RFzN8RqJjNoAywxsRcSg5raA5WIQngCeldYuN4iYpT3WuqTL3QSeCtb3X+h5dKscFgop8IImQAe66r3csimxYEag3F78daapKpNQei3fPR/PHhzI6kpTWWO/f3cP7JIqPjtmxTLlljWQDhmFyPwnivpURYMVh+7b2yMcGVlScDoytZX8wQfCujt6MW3iyw3IF5oJEW509+2X61cdJvbX5yFjiVB3leL+cdvcjf2SjH7uXEw+EeJe3yfNXEO2Wwkow+JcyRtrHO3vKL2yTW8TYN/Qs9oY0xqpVQxd1RczZVBfQMx6X6dRT2D2KBnaYiZ5Blcsoy5f7tVPBfz+Vm9UlHNtyLP+bOc+rl2lxvw8Hz9ufIgbIIhxk0OmTEf+IjItq2iyrfn9xh4E1oqyc3ZaaOaBsO4aKOUOElZs0SnuyLG+uZSpPdPMDWtZTIX2ZYxOVtSi73Wvlpr5e5ncNhxipnml76RyGOKNtUBS2aVl4Fr8L8LeVru1VMiNhpHfKXgkYu2QFmic+8xUalDxuOHlVnDMrqGUhlIuCDcEdRUkiOrrZrbh+vniV8CBsZIW4oiCO/IN7zD10v51a1Q4qNi+9VskikgE6jL8DDmP687LZW0N6hYgKQxU5WzKSLXZTzGtVKfYbi+LbT+cirC8XZ8SZRUBtuw3Khi5BtaNHk1HLug1y2Jml7sSGFTxknFiPwR8b+dqd10X9Ovh8+451I8NfArYtk73fIh3ZilzQsBojEXZLfDcDTlp0qZg9qtnEE6GKU3tbVJLC5KN5cuXhwq0wWCWJAi36knUsTxZjzJqgmxqHFS4iRgsWGXdKTw3jd6QjxAsvrUtCDjDK/l+BZwybhklwu/BvgvMvCbeFQcft2CFSzyJoCbBwWNuQA5mq3C4B8cwlnDR4YaxRXKtL0lktqF6Dn5e9B7X7Nw8Igijw4+0ku26iDSMsdm3Qa17sSvPgDTptRVyelRhKoqbevG3vqWPZzLhsI2InIjMrNPJyAMhuFA8radSahtiZsWc5mfAwn90sYvPKP7wqLkL00P6l5tiSyq2KxYBKKzRYYd6OMgXDPydvDh56AaLB4dVUZdb6lr3Lk/fY871W7TeRaEtSrGDc1rJvfgu5fv05mZ/s3hj+/xGLlH/qHkiT1IRbfOpeNw0eHCYfCqsO9uXkiAL7tbXIY3JY3ABJNqu8bIVQkaHQeVza9Z5tmvvbwjNu1zbsmw+0JDIpOikhQwHC4PC9T0v45rNbXTztpzM3F1qtak1eWlm1fhdXt32JmDyRLljjCjnr3mPxM3Fj4mpSY4cxb6ioUOJDXtcEaMrAqynoynhXTuALkgDxIFSyUs2u5FCVPKnG1iwxGHSRCrgOp5HUefgfGqDZWIETywuTlWQgSNqCW1Cu3JrW48bVJw21iwMeHXfve1x+6Txkk4eguTT+Jwvs+FMZbNJMxDudLs/vvbkAgPyFRYiGWnmk7Nar+137BRmp1kqauno3+E+5692vMk01icWkYzOwQfxG3yHOouCwjYm1s0eGW1rEo01tBYjVY9OPE1c4TYkEZzJEgb4iMz/zNc/WoYynNXilbn+ly80W2oxdn6FLs7Zz4iZZ5FKRIbxq4szsODlfuqOOup8uOoooqWnTUPF7sjnNyCiiipBgUUUUAFFFFAEbaEkQQiYrkOhD2sfC3Oq7Yc2HQtHFKWztmCyE30AFlzAE6AdTpWf7TY0nFsjHRAoUfiUMT65voKzu1cYACQSCNQQbEEWsQeWt/pWBW6SccRlUFZaX4mZUxbVWyjt6nrlcSxBlKsAykEEEAgg8QRzqF2exxmwkEze88aMfMgXPzqwreTuro0lqjK7S2a8Ebx96TDMNCLtJhzxDdWQEA9RbnxqNt/tsYsFDJHYzTAgHRlUppJJbnY2t+IdLVO7W7feEpDGcrMCzNoSFvYAX5k318K807W4ty8TOxcAMoub2JIb0vb6Var05vDOr/AL5FTo2th/8A2kMM9nuuF0rpX/HfbuOm2jiG+1M0pbrvnBHlY6ela3sL24kkmGDxBzsQd3IbXOUElH66A2PhrXnn/UDltejs9jWGOikXUxkub3AsFIF7eLCsSg5Z0kejY/D0qlFxyq/A9025iykJyGzuRGngz6ZvJRdv8tV2FUyqsOHJjgQBDMOLhdCkPXhq/na5qBgNuRY2VcPiI7MLvHZnCOQDmVh+EnQ3BF/XXKoAAAsBoABYAdBWq+zocfNOh2JLtfPUotpbFw0MTymMOVGm+d5BmOi3zsRa5FJs/BNJGkS3jw6ixbVHmPElfgQkk34m+luNUWJ7RyTMxDlE1yqpy6A6E24k8atuyXaBpXeCQ5mVc6seJW4BB62JXXxrEjjKeJxHV6227nz8n+PIyP8AKVerlbZpIogqhVAVQLAAWAHQCu6Kqe1W0Ggwc0qaMFsD0LMEzema/pWwlwL0Y3aSHsXt2CNsjzRq3QsND/Fbh61R7E7KXCyYh0nUEuiRtmizMSxmdiBvGuelhbnYWxGEmTKc17/O/j58a0P7PcazmfC3OQpmH8JJysR0vcH0qaUcq0NithHh6LcJcr/16lRt7t5NiJGSBmhhU2XIcryfxsw1APID1vygYbtJisM4dZXYc0ldnRh0IJ08xY1mYC0LtE/deNijA8mQ5T+VSMTjrjWsSU55r3Omo4fDqjlUVax7zsbai4mCOdNA63seIPBlPiCCPSokcojkdIwSNAsYOmfizD4EGZQeV76X453sbtcYXZ8EbgtJIHlCcMscjsVYk8LjUedaTYe0opS+Rcj3zODa5uT3r8xe/lep3XhOpGmpJS99jjalF03Npdm9l6j7YKVxZ5FAPERx2PkGYn52p+GBIkNu6ouzEkknqzE6k6cakVkO0Paz7V8LGqsB3JGa5uWGqKARyYa/6VoUMNnnaO/j+zLxeLjh6bnPb8jWExEk7vuheSRs7uwukKEWRW6sEA7vUngKv8L2Zw6AZo1mfm8yiRmPM66DyFV3ZLbStfD5EjKjMu7FlYXAa4JPeuRrfW9aarFfNCbjsVcF1dakql83456c+b4+A2SqL91FUeCqB+QqoxeJweIZBIyvlN1DF1Qk8jwDDQaGqH9oW1SssOHvZSrSHozA5Vv5a/OoCzIUHXxrl+kOkpUanVqKa43OmwmDU4Z22n3Ho4FLVL2SxZkwwvrlZkBPQWI+V7elXVbNKoqkFNcVczakMknF8AoooqUYFFFFABRSXovQAtFJeq/bmPMcXdNmc5VPS/FvQA/So6tRU4OctkNnJQi5PgZvttgUdxJG670WV011XkbgaEXPHiD4a4uTZbySpHI4ijJ78ly2VedgBe/IeetaDC7SzMVy2F+6SPeW5Ga/O5B+VRtqxWJFcdUxUp187il3HPzqudXNbyPStniMRIsRBjVQqZTcZVFgAfSpFeY9gNvlJd2x7juY2B4B/uP66D1HSvScViRGjSNwVSx8gL11uGrddC6Wu1jbpVVOGbluZH9oWzCQmIQjMoKMpYAspNwVB4kEnTo3hXnmIg3jhJrxx3u7aFsoPuxjm54D5nQGtHjtss85Li5YE3PAHQ7tfwhl+dUm1f3pHJFv6t/QrcxD/wAbCO7u9vUxeiqa6U6XilHLH6m+Nlx7r6epn8Rgh3grNa5tmAJy30vbS9uNqssDhkSFXhLPJbLiFa2cPclXQDjGRp4FdeIqPsuPeB28SB6G36VzhX3eIjblmCn8Ld0/mD6VzWGqZKiuexYmkpwTWljXfs/wUk+OExBVIASS1wSzKUVADrzJJ8PGvWK8V2hiWgcSISrK3FNCNeI/OtztHtYTs1ZVOWV7xnLpZlvnYdLgadM4rSxMlTi5vgch0pB0/wCVu6MrtXZj4fESQp9olyUKspspJsja6MOHoDzrSfs82QymTEyEBmG7VAwJVQblmA4XIFh0Xxqk2QulzyFzT+B27lnJQZWjAew4Mt7Ony/SuPoYuMMRny6fbvOPpVlGrma0+x6XUHbccTYeSOdgkbqVYkgcRyJ58x5VLilDKGGoIBB6g6g15l2r2+ZZmIBdUzBAuoVFYI0x82YC/iorsYLMdRhKHXT3sluzMvgpVLKpEgUkBwSoYDgwB1F+lb79meEijjdjIrYiSxZL2KIt7IAePEkkaajpeqDBw5kvVPiNoNC+cZhkIbOn3CTZSelzp6251POKsdDiqCqUsilYsP2rYTDHFKYiRiLDf5bFMtu5m/xLW/y2vyqh7P4LD+0IcWWMI1YAaE6Wz88nG9tfS9Nws00jSObvIzOx8WNz6a1zGLTmM8xcflWDOd55kaeGwqp4ZUpN6rfivA3nbaN4sUs6gtFKihWQXAKj3NOVrEevSp/YKGR5XnIIQKUF7jMzFWNvIKP5qzGwcQzjKxJydwXJNlHAa8gLD0q5h2k0UtkBuLEkHQahQGHMFmUetYzxMIY3O4bd/v8AmxiVMNKNJ0s2q0PRq8m7YbNkgxzsAXSY7xcupB0zKwGo11HUHwNb3bnaDd4Pfpo0gAS+tmYak/hAY/5a812VIZTnYklze7EknxJNd/0fTcn1ien3PPOm8RGEOqau9/D5qaj9n2z3aV8S+gVSignvEsQSxHIAC3jc9K31eR/9TaKYGMZWXXMOHEABuoJIHrXqWz9oLLCkw0VlDa8tNQfLUelJjqbU819GS9DV4yo9Wo2a18e8zP7R9mxyQpJnWOaMsYwx1kBtmiAGutgb8iBewJrH4LDSsACVS9hckkC/M26UYzaTYnFyTMbi4VB8K8QvyI9SatpkCwludrj0rz3pHFKpVvFL9noGDpOnTs937G82JhI44ESJs6ge9p3idWY+JJNTqxnYra2bJY9yVb+TgXv6i/yFbO9dLgsQq9JNK1tGuVjCxNJ0qjTd+NwoovRerpXCikvRQAzvKXeVUe2Gj2w0AW+8rK9rsWcxA13cRYAfE5t+SirP2w1TbX2e8r543VCVCsHUsLDgRY/SqHSFKdWi4U99CtioSnTyxKiQBZgqkMEjhQFSCDaNCdfMmm9ry3JpvDYDdSSJmLd8m5FtbC+nLWo8yAyNfWyk8TxuB+tcnW1rSvzMOV87vzIOzVuz5D3gCTb7rI2ZGPnmsPwV6F2p2rmwCuNN8YR6PZyPkpFYfYOxt4ZnErRd4IwEYcFQAwI1FjcnryrYTrE8AwzIXjUKACSCMgsrZhYg6cRXU9FwlTn1kvpeVryNGnQnOnNLTMtPSxjMRiFLIo95d4z6c3ka1uvcRPlVbjpriZ/G3oot/wBtW20cFHHiMsa5AES92ZidXNySSedZyTFrkdG0Nze/W5uK2ulamajC2zbfz1NL/wAPoKGOrOTV4xUft/1Ds0bRDyv89ajbU4mnthsN3pwBIHoah7SclrDx4/OueW56XUsqa8EW8u1bqsrAsBlZhwzDQsoPiL/OpqS3hKK4dUynQ6ZmChiPREqk2ZIRHHzKsDbyII/St5t2KOSN3aIIyglSLpre/BSAdet608bGVWhZdz9NTh+mJOVF01xs7+BD2fihlYAi9iKa2eP/ABHmuvlw/U0uEHe81H6imhhwcQoa4urDusV5X4jyrjaMHOpkjx0OKhFzllRscDt8rs5iPeRHRTfW4JRPzWsfNZIMSDYMfZY0BOpjD7x2A6EhNfCr1NnkwmBQFQi2jEkG981zxN9daodt7FaJUd33jF1QWAUBbMTpc3PdGvhXcYdZKag99DtujpwjT6uT7Ta9iRhcZljI8Kze1doFd4o/81Qh8hJHL/8AX9asMSo7un51RbZFytuvPyNTV3/GzoZK7S70TtkG1RZ2tikPgw/I0uypLjpTeJlUYhc2lhcX8T/xXP8AE2VbJfw+5oNmzZJZNL6g6W53H6CrKXHZXYkaSIyE/Dqjhz4AoKoNnzF5HKgtoL5QTbvC17evyrS4XMJUYKxsGv3SOKkc7VmToyeKVk9dL27jBx04wlJ3XO1xjbG1Q+HVL2VRiHQnQMCRqPK7j1qs2POFCcRoLaGtHtCZWBzoWAuRmjDAG3HUVl4G+zj8/wDtr0Lovs0VSX/yrX5nlHTtL+V1G/re3KyHsTjlWRw1/tI2VbfGHjkUnwvHWr2RtUrsmfX3XeJfKQrw8t61ZvZBjOLjEqq6kOCHAYG6NxB8bVs8Xg4ZMOcMtok0KiIKuUg3BA4HX51F0nNuMqcVq9vsW+g6VstVvRaW80zAbDkuLnmSfqa0+Ja8Y8qzS4ARZ0BJMcuTN7uYZiuoBrQqM0fpXmOKjafmemUXdJ+ZF7HzGOLmN3LcX+EMeHpXqO8rzDs3suZoirOqqrFG0YsQoHeHLUNW49sNdL0XSqQU5S2k00YfSE4SklHdblvvKN5VR7YaPbDWyZpb7yiqj2w0UARqL0UU0AvRRTckwXibUMSxQzwuJZDlJuxIIZP1INQRgpN4xy6FSNXS97jxq9la7Nbr+gpg8fSsKeApucpO+pmywkHJsgbD2PKDJdggLLopLHgdauo9lW4ux+lR8FiguYHmR+VTMXKd3mXnb5GtihHLBQXAvQgoxtyKraGyI97m1uVHB2HWsT2v2Sm/QC/uEtckk94gflW3csSCTfS3yJ/1qk2tsMyyB8+UhbWKZhxJ6jrVnESm6OW5N0VTowxqqyXPx2KHDRBI7DQCqjFHvH8LfoP1rW/2ce1t4v8A7Z/3VFPY8EktIxuLd1Av53rIjSlc7ytj6GVJP2LDASDdoNdFQfICtFNEksT6XFj4VXQ7PVAAOGnHWpQUheNgfratKpZR1OKrwVm2Nw7LQG4LDS2jnx609htlRmVSQWtf3mJHA8q7QGhCQ1wbaVmwo04yzZV6GbGlCLvZFr7MALL3fKqPtHsx2WPKwaz3sxy/dPAgGrnDynd5m5X+hqHjcSHUW4hhx8jWpF8UaVHsyUkZbGbLlOWwXQ69/wAD4VQ7YwDqA7ZQARwa51NunjW8darto7LWVSrXF+a2BuCLGnVJOUWjXWLm5JyelzGbNNiR4n86d2rglfjxHA1cxdlLElZTx+8gP1BFOydmmPGUekR/31k9VO5vRx2HcMsn7HXY3DD2a1+DuPqD+taaGMBgTc8aq9h7J3SFQxa7E3IA4gDh6VaBdT5fqKem1I5XEKMpya2bJ6umW97XuNapxhkIF1U+aqf0qXjISEXyP11piJdBWvRvlvzMLEJZrchMJs6Peg5VXQ6gBeVT5NlX1VyPqKglNT4D8yBVjhJMkWY9TTat97j6FtrGWxGyJRvR3WJkzXzWv37niPOrGCJwtsh/mj/3VJL3uerX+t6kLwrm6+BpTbbvudBTxU4pI72HGwR8wtd72uD91enlVlUPZ84y8dST+lTa2KFPq6aiuBmVpZ5uT4iUUtFTkQl6WkpaAEoovRelECoWPXW/hU29M4tLjyqOorxGz1RXBLHzAPzFcyLXQOtugt9TQ5qo9yDiMR8T/XT/AJq3MP2eX+EVW4KG7etXNWaS4ksVuUjDgOl/rao2JaxFWuOjA1qpdb3Jq1UksoYWnLrb32OlNxemXGtdw8K5lFVTYexKgjzgAeFT8ZhrRi3KoWzBZ18au3W4tUsldWKFZt6FQg0rlB3j5V3KwViBT+CUMb9KpqLzWKSTbsSHh+yK+H/NVhW6seYK/I1d1T4qEqSOR/1vV5LgX6T4DRWmJR/XrUoVGxNLLYsHEVEslqWPhXLAFqrkutiThmso8b/nU7CRhj5VAwsVyfCrPAx2JNRKKcytUbimPYuHMtqqUW2hq8qkxT3kPgbVo03wMuvHS4qxEnTnVhiofsrdLfSmdmHUj1qe4uCOtNq66D6CsrlDAtSW4U0EsxFOSnu1lT3NSImEW4HnVzVds+Lh4VYVaorRsr1XrYWikoqchFopKWgBnNS5qavRelAdzUhNN3ovQBFxYC61CeepWOFyPKoTx1TmkpEElqXGFAAuOdPZqh4K4QA0/mq2tiZDG0Re3rVVJzq1nk0tVfiItA3nTp/QOoaVr80RYG0pW1Nq4TS9S9nw3bNyFQJGhKVolikWQA9LVKSa9R5jpauE4Cpii9dWRXXU+ZqRs4EMfKuZadga1V1C0iBRsyZmprE2sSeVGamsVqhFWCVblUZqeC5om6jWmN3UvZye90NK9izN2VyAjVzm73pTmIiytamkGtQWLKkmi32WvdY+Nvl/+1LSS16j4ZcsY/rjXa06xRm7tsk7yoOIg1LetOsaA1wRUkZWZXnFSVhcEttalZqrY3tUkTU6WrCFkrEfaTgedR0l4UuOF3v4VwEqhV+ouU/pLeEACnM1RoD3RTmarcdiu9x3NRmpq9F6cIO5qSm81LQBzRTmSjJQA3SU4VrkikAZlW9MLFrUpkrkJamOKbGNHOa2lIWNOCKl3dSC2ZGZNK5mey1KKVHxMV6G9B0VqVJSpmzpLd2uvZ66iw/eFRotTd0P8SacApd1rXYWnldjLLQiaU7k1rsR00YM60Xp7JSGOlFIxhFcQvapSpTLQ8aW5IndalZi3zNXEQsQal+z0u4phYTsrE1TcUtqII+6KeCU4qsZtXFtbVKyVw8Wt6ckMZH3dLu6fyUZKAsiLJFSpGKkFK43XCmSinqOi2tDsClpVFdBacgOaKcyUZKUQbopzJRQBI3dG7qZuqTdUAQjHSbqpphpN1SAQ91XLQ1O3NG4oAgiOl3dTtxSbmlAgmKuDBVjuaTc0AisOGrtMNU4wV3uaQe5ELdUu5qZuaXc0o0hbmjd1O3NJuaSwhC3dJu6nbmjc0AQN1XJgqeYaNzQKmVrYaufZ6s9zSGCiw9SISxU4I6k7iulioGsi7ul3VSxFS7qlGkLc0m5qduqNzQBB3NJuqnbmk3NIwIW6pRHUzc0bqgUihKXd1KENLuqBCJu6Kl7qlpQJe6o3VFFABuqN1RRQAbqjdUUUAG6pN3RRQAm6o3NLRQAm6pd1RRQAu6o3VFFABu6N3RRQAbujdUUUAIYqTdUUUAG6o3VFFAAIqNzRRQAbql3dFFAC7ujd0UUAG6o3VFFACbqjdUUUALuqN3RRQAbqiiigD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" name="AutoShape 4" descr="data:image/jpeg;base64,/9j/4AAQSkZJRgABAQAAAQABAAD/2wCEAAkGBhMSEBQQEhQUEBQVFhUVFRUPDxAQFBUUFBcVFRcQFBQXGyYfGBojGRIUIC8gIycpMSwsFR4xNTAqNSgrLCkBCQoKDgwOGg8PGiklHyIwLywqKS8sLCwqLSwwLCwvLCksLCwsLC0qLCksLCwsLC0pLCwqLy8sLDAsLCwsLCwpLP/AABEIALcBEwMBIgACEQEDEQH/xAAbAAABBQEBAAAAAAAAAAAAAAAAAQMEBQYCB//EAEQQAAIBAgMFBQUFBQcCBwAAAAECAwARBBIhBRMxQVEGImFxgRQyUpGhI0JyscEHM2KS8BZTY4LR0uEVwiRDZJOiw/H/xAAbAQABBQEBAAAAAAAAAAAAAAAAAQIDBAUGB//EADQRAAIBAgQCCQQCAgIDAAAAAAABAgMRBBIhMUFRBRMiYXGBkaHwMrHB0SPhFPFS0gYVQv/aAAwDAQACEQMRAD8A9xooooAKKKKACiiigAoqHtXaseGiaaVsqr8yfhA5ms9HiNoYzvJl2fCfdLpvMQw65TYJfx18Ka5W0JoUXJZm0lzfy78jW0VmB2MvrJi8ZIevtAQegVdKX+yTprDjMVGf8SRZ19VYC/zpLy5Durpf8/bT739jTUVmP+tYnCke2KssV7e0YdSMt+Blj5eY0/KtJFKGUMpDKQCCDcEHUEGlUkxlSlKGu6fFbfPHU7ooopxEFFFFABRRRQAUUUjMALnQeOlAC0E1UYvtbhIzZ54wegbN+V6oTLLtORgrNDg0OUlO68xGtteA1Hlcc/dbJ5SzTw0n2p6RW7a+3NlttLtxhIWyGTeP8EIMjHytpUM9t5DqmBxbjqYin5irvZmxIcOuWGNY+pA7x8WY6sfM1Ny020nxFz0Y/TC/i3+Lfkyp7fhNZ8Ji4B8TQMyjzOgq42R2nw2J/cyq5+G9m/lPH0qyy1Q7b7GYfEd/LuZeKzQgI4PItbRx5/MUWkuNxVKhPRxce9O/s/2aGisn2Y25Ms7bPxZvKovHIOEqa2OvOwP8rA6i51lOjLMiGrSdKVn4p81zCiiinEQUUUUAFFFFABRRRQAUUUUAFF6z+/kxRYq7QwAlRu7CSQroWzfdW9xpqbHhz7HZ7D84856yPI5+bE1AqkpaxWne/wCmRqTlrFaF7RVGNiqusTSQH/DkYr6o5Kn5VzJ2gaAFcQMzW+zaJTaXUDKF+69yNPHSnKbulJb+gkqmRXnoiBtuETbUw0MmsccbTBTwaQEgXHO2UH/LWqArIY/A4ud0xP2cEkVzFHqzEHiksl7C40sL8eIvVtsvtNHId294Jh70Uvda/VSdGHQil+iTTL93XpRlBPsqzXFavW3J/wCy6opA1LenlY4mjDKVYBgQQQRcEHQgjpWe7EuV9pwwJKQTssZJvZTc5L+Fv/lXe1+0pznDYRfaMRwIX3IuWeV+At08PQzuzexPZYN2WzuxLyvr3pGtcjw0AHgKZvLTgW7dXRanvK1l+fwudy1opufEKilnYIo4liAB6mqr+1CN+6jnnHxRQtkPk7WBqWxWjCUtUXNFUj9qApAeDERltFDRqcx+EZWNzXYfFya/Z4ZeQKmeT1sQo9CailUSeVavu+WI5PK7bvuLiiqj2LE8sVf8WGjI+hB+tcttGeHWZFlQcZILgqPiaM628iab1tvqi16fhsbntumSts7XXDRGRrk8FUcWY8FFUabElxP2mNdrHUYeNikajo5U3Y+R9TTu0pFlxuFNw0eVnQ8i1m18xZPW1XlT30TXEup9XCLju9b/AKKbamy44sJOIIkQ7mS27RVN8h5gXJrvsSynAw5LcGvb4szE/U39atqyPs02zZGkhQz4RzmaNNZIDzKr95PLgAAeAaoZaPMSUn1lOVJvW6a799PfQ21FQtk7YixMYkhcOp6cQehHI1NvUidynKMou0lZhQaQuKotq9rI4zuor4iY6LHD3jf+IjgOtI5Jbj6dKdR2iiu7RJfaeBye+C5a3HJdTr4WSX61sax+zCkErYjFuJMXILbqFWlMSf3aqlzfQXPDTnqWt/7SdMNiiOu4A+ha/wBKWnTlrJrcMViaV404u+VWbWut23t4lzRVZhO0cLtku0Tn7k6NEx8sw19Kh7RxLzSNCjGOJNJGQ2d2Ou7VvugDiRrypKsnTtdavYipONW+V7b9xYY3b2HiOWSVFb4b5m/lFzTKdqMMfvkDq8UqL/MygVGwuCSMWjVU/CLE+JPEnxNPVF/LzXo/2iXscn6/0WsM6uAykMDwKkEH1Fd1lpXGHlSSPuh3CyINFYG/fy8Awtx8a1NLTqOTcZbr5cScLWa2YUUUVMRhSEUtFAGfwL+zn2aTu6tunOiupJbLf4xfUU9iMWSxVdLcTVtPh1dSrqHU8QwBB9DVaezaD3Hli8FkzD5SBqrqE6atHVe/h3+xHFOGi1RFzN8RqJjNoAywxsRcSg5raA5WIQngCeldYuN4iYpT3WuqTL3QSeCtb3X+h5dKscFgop8IImQAe66r3csimxYEag3F78daapKpNQei3fPR/PHhzI6kpTWWO/f3cP7JIqPjtmxTLlljWQDhmFyPwnivpURYMVh+7b2yMcGVlScDoytZX8wQfCujt6MW3iyw3IF5oJEW509+2X61cdJvbX5yFjiVB3leL+cdvcjf2SjH7uXEw+EeJe3yfNXEO2Wwkow+JcyRtrHO3vKL2yTW8TYN/Qs9oY0xqpVQxd1RczZVBfQMx6X6dRT2D2KBnaYiZ5Blcsoy5f7tVPBfz+Vm9UlHNtyLP+bOc+rl2lxvw8Hz9ufIgbIIhxk0OmTEf+IjItq2iyrfn9xh4E1oqyc3ZaaOaBsO4aKOUOElZs0SnuyLG+uZSpPdPMDWtZTIX2ZYxOVtSi73Wvlpr5e5ncNhxipnml76RyGOKNtUBS2aVl4Fr8L8LeVru1VMiNhpHfKXgkYu2QFmic+8xUalDxuOHlVnDMrqGUhlIuCDcEdRUkiOrrZrbh+vniV8CBsZIW4oiCO/IN7zD10v51a1Q4qNi+9VskikgE6jL8DDmP687LZW0N6hYgKQxU5WzKSLXZTzGtVKfYbi+LbT+cirC8XZ8SZRUBtuw3Khi5BtaNHk1HLug1y2Jml7sSGFTxknFiPwR8b+dqd10X9Ovh8+451I8NfArYtk73fIh3ZilzQsBojEXZLfDcDTlp0qZg9qtnEE6GKU3tbVJLC5KN5cuXhwq0wWCWJAi36knUsTxZjzJqgmxqHFS4iRgsWGXdKTw3jd6QjxAsvrUtCDjDK/l+BZwybhklwu/BvgvMvCbeFQcft2CFSzyJoCbBwWNuQA5mq3C4B8cwlnDR4YaxRXKtL0lktqF6Dn5e9B7X7Nw8Igijw4+0ku26iDSMsdm3Qa17sSvPgDTptRVyelRhKoqbevG3vqWPZzLhsI2InIjMrNPJyAMhuFA8radSahtiZsWc5mfAwn90sYvPKP7wqLkL00P6l5tiSyq2KxYBKKzRYYd6OMgXDPydvDh56AaLB4dVUZdb6lr3Lk/fY871W7TeRaEtSrGDc1rJvfgu5fv05mZ/s3hj+/xGLlH/qHkiT1IRbfOpeNw0eHCYfCqsO9uXkiAL7tbXIY3JY3ABJNqu8bIVQkaHQeVza9Z5tmvvbwjNu1zbsmw+0JDIpOikhQwHC4PC9T0v45rNbXTztpzM3F1qtak1eWlm1fhdXt32JmDyRLljjCjnr3mPxM3Fj4mpSY4cxb6ioUOJDXtcEaMrAqynoynhXTuALkgDxIFSyUs2u5FCVPKnG1iwxGHSRCrgOp5HUefgfGqDZWIETywuTlWQgSNqCW1Cu3JrW48bVJw21iwMeHXfve1x+6Txkk4eguTT+Jwvs+FMZbNJMxDudLs/vvbkAgPyFRYiGWnmk7Nar+137BRmp1kqauno3+E+5692vMk01icWkYzOwQfxG3yHOouCwjYm1s0eGW1rEo01tBYjVY9OPE1c4TYkEZzJEgb4iMz/zNc/WoYynNXilbn+ly80W2oxdn6FLs7Zz4iZZ5FKRIbxq4szsODlfuqOOup8uOoooqWnTUPF7sjnNyCiiipBgUUUUAFFFFAEbaEkQQiYrkOhD2sfC3Oq7Yc2HQtHFKWztmCyE30AFlzAE6AdTpWf7TY0nFsjHRAoUfiUMT65voKzu1cYACQSCNQQbEEWsQeWt/pWBW6SccRlUFZaX4mZUxbVWyjt6nrlcSxBlKsAykEEEAgg8QRzqF2exxmwkEze88aMfMgXPzqwreTuro0lqjK7S2a8Ebx96TDMNCLtJhzxDdWQEA9RbnxqNt/tsYsFDJHYzTAgHRlUppJJbnY2t+IdLVO7W7feEpDGcrMCzNoSFvYAX5k318K807W4ty8TOxcAMoub2JIb0vb6Var05vDOr/AL5FTo2th/8A2kMM9nuuF0rpX/HfbuOm2jiG+1M0pbrvnBHlY6ela3sL24kkmGDxBzsQd3IbXOUElH66A2PhrXnn/UDltejs9jWGOikXUxkub3AsFIF7eLCsSg5Z0kejY/D0qlFxyq/A9025iykJyGzuRGngz6ZvJRdv8tV2FUyqsOHJjgQBDMOLhdCkPXhq/na5qBgNuRY2VcPiI7MLvHZnCOQDmVh+EnQ3BF/XXKoAAAsBoABYAdBWq+zocfNOh2JLtfPUotpbFw0MTymMOVGm+d5BmOi3zsRa5FJs/BNJGkS3jw6ixbVHmPElfgQkk34m+luNUWJ7RyTMxDlE1yqpy6A6E24k8atuyXaBpXeCQ5mVc6seJW4BB62JXXxrEjjKeJxHV6227nz8n+PIyP8AKVerlbZpIogqhVAVQLAAWAHQCu6Kqe1W0Ggwc0qaMFsD0LMEzema/pWwlwL0Y3aSHsXt2CNsjzRq3QsND/Fbh61R7E7KXCyYh0nUEuiRtmizMSxmdiBvGuelhbnYWxGEmTKc17/O/j58a0P7PcazmfC3OQpmH8JJysR0vcH0qaUcq0NithHh6LcJcr/16lRt7t5NiJGSBmhhU2XIcryfxsw1APID1vygYbtJisM4dZXYc0ldnRh0IJ08xY1mYC0LtE/deNijA8mQ5T+VSMTjrjWsSU55r3Omo4fDqjlUVax7zsbai4mCOdNA63seIPBlPiCCPSokcojkdIwSNAsYOmfizD4EGZQeV76X453sbtcYXZ8EbgtJIHlCcMscjsVYk8LjUedaTYe0opS+Rcj3zODa5uT3r8xe/lep3XhOpGmpJS99jjalF03Npdm9l6j7YKVxZ5FAPERx2PkGYn52p+GBIkNu6ouzEkknqzE6k6cakVkO0Paz7V8LGqsB3JGa5uWGqKARyYa/6VoUMNnnaO/j+zLxeLjh6bnPb8jWExEk7vuheSRs7uwukKEWRW6sEA7vUngKv8L2Zw6AZo1mfm8yiRmPM66DyFV3ZLbStfD5EjKjMu7FlYXAa4JPeuRrfW9aarFfNCbjsVcF1dakql83456c+b4+A2SqL91FUeCqB+QqoxeJweIZBIyvlN1DF1Qk8jwDDQaGqH9oW1SssOHvZSrSHozA5Vv5a/OoCzIUHXxrl+kOkpUanVqKa43OmwmDU4Z22n3Ho4FLVL2SxZkwwvrlZkBPQWI+V7elXVbNKoqkFNcVczakMknF8AoooqUYFFFFABRSXovQAtFJeq/bmPMcXdNmc5VPS/FvQA/So6tRU4OctkNnJQi5PgZvttgUdxJG670WV011XkbgaEXPHiD4a4uTZbySpHI4ijJ78ly2VedgBe/IeetaDC7SzMVy2F+6SPeW5Ga/O5B+VRtqxWJFcdUxUp187il3HPzqudXNbyPStniMRIsRBjVQqZTcZVFgAfSpFeY9gNvlJd2x7juY2B4B/uP66D1HSvScViRGjSNwVSx8gL11uGrddC6Wu1jbpVVOGbluZH9oWzCQmIQjMoKMpYAspNwVB4kEnTo3hXnmIg3jhJrxx3u7aFsoPuxjm54D5nQGtHjtss85Li5YE3PAHQ7tfwhl+dUm1f3pHJFv6t/QrcxD/wAbCO7u9vUxeiqa6U6XilHLH6m+Nlx7r6epn8Rgh3grNa5tmAJy30vbS9uNqssDhkSFXhLPJbLiFa2cPclXQDjGRp4FdeIqPsuPeB28SB6G36VzhX3eIjblmCn8Ld0/mD6VzWGqZKiuexYmkpwTWljXfs/wUk+OExBVIASS1wSzKUVADrzJJ8PGvWK8V2hiWgcSISrK3FNCNeI/OtztHtYTs1ZVOWV7xnLpZlvnYdLgadM4rSxMlTi5vgch0pB0/wCVu6MrtXZj4fESQp9olyUKspspJsja6MOHoDzrSfs82QymTEyEBmG7VAwJVQblmA4XIFh0Xxqk2QulzyFzT+B27lnJQZWjAew4Mt7Ony/SuPoYuMMRny6fbvOPpVlGrma0+x6XUHbccTYeSOdgkbqVYkgcRyJ58x5VLilDKGGoIBB6g6g15l2r2+ZZmIBdUzBAuoVFYI0x82YC/iorsYLMdRhKHXT3sluzMvgpVLKpEgUkBwSoYDgwB1F+lb79meEijjdjIrYiSxZL2KIt7IAePEkkaajpeqDBw5kvVPiNoNC+cZhkIbOn3CTZSelzp6251POKsdDiqCqUsilYsP2rYTDHFKYiRiLDf5bFMtu5m/xLW/y2vyqh7P4LD+0IcWWMI1YAaE6Wz88nG9tfS9Nws00jSObvIzOx8WNz6a1zGLTmM8xcflWDOd55kaeGwqp4ZUpN6rfivA3nbaN4sUs6gtFKihWQXAKj3NOVrEevSp/YKGR5XnIIQKUF7jMzFWNvIKP5qzGwcQzjKxJydwXJNlHAa8gLD0q5h2k0UtkBuLEkHQahQGHMFmUetYzxMIY3O4bd/v8AmxiVMNKNJ0s2q0PRq8m7YbNkgxzsAXSY7xcupB0zKwGo11HUHwNb3bnaDd4Pfpo0gAS+tmYak/hAY/5a812VIZTnYklze7EknxJNd/0fTcn1ien3PPOm8RGEOqau9/D5qaj9n2z3aV8S+gVSignvEsQSxHIAC3jc9K31eR/9TaKYGMZWXXMOHEABuoJIHrXqWz9oLLCkw0VlDa8tNQfLUelJjqbU819GS9DV4yo9Wo2a18e8zP7R9mxyQpJnWOaMsYwx1kBtmiAGutgb8iBewJrH4LDSsACVS9hckkC/M26UYzaTYnFyTMbi4VB8K8QvyI9SatpkCwludrj0rz3pHFKpVvFL9noGDpOnTs937G82JhI44ESJs6ge9p3idWY+JJNTqxnYra2bJY9yVb+TgXv6i/yFbO9dLgsQq9JNK1tGuVjCxNJ0qjTd+NwoovRerpXCikvRQAzvKXeVUe2Gj2w0AW+8rK9rsWcxA13cRYAfE5t+SirP2w1TbX2e8r543VCVCsHUsLDgRY/SqHSFKdWi4U99CtioSnTyxKiQBZgqkMEjhQFSCDaNCdfMmm9ry3JpvDYDdSSJmLd8m5FtbC+nLWo8yAyNfWyk8TxuB+tcnW1rSvzMOV87vzIOzVuz5D3gCTb7rI2ZGPnmsPwV6F2p2rmwCuNN8YR6PZyPkpFYfYOxt4ZnErRd4IwEYcFQAwI1FjcnryrYTrE8AwzIXjUKACSCMgsrZhYg6cRXU9FwlTn1kvpeVryNGnQnOnNLTMtPSxjMRiFLIo95d4z6c3ka1uvcRPlVbjpriZ/G3oot/wBtW20cFHHiMsa5AES92ZidXNySSedZyTFrkdG0Nze/W5uK2ulamajC2zbfz1NL/wAPoKGOrOTV4xUft/1Ds0bRDyv89ajbU4mnthsN3pwBIHoah7SclrDx4/OueW56XUsqa8EW8u1bqsrAsBlZhwzDQsoPiL/OpqS3hKK4dUynQ6ZmChiPREqk2ZIRHHzKsDbyII/St5t2KOSN3aIIyglSLpre/BSAdet608bGVWhZdz9NTh+mJOVF01xs7+BD2fihlYAi9iKa2eP/ABHmuvlw/U0uEHe81H6imhhwcQoa4urDusV5X4jyrjaMHOpkjx0OKhFzllRscDt8rs5iPeRHRTfW4JRPzWsfNZIMSDYMfZY0BOpjD7x2A6EhNfCr1NnkwmBQFQi2jEkG981zxN9daodt7FaJUd33jF1QWAUBbMTpc3PdGvhXcYdZKag99DtujpwjT6uT7Ta9iRhcZljI8Kze1doFd4o/81Qh8hJHL/8AX9asMSo7un51RbZFytuvPyNTV3/GzoZK7S70TtkG1RZ2tikPgw/I0uypLjpTeJlUYhc2lhcX8T/xXP8AE2VbJfw+5oNmzZJZNL6g6W53H6CrKXHZXYkaSIyE/Dqjhz4AoKoNnzF5HKgtoL5QTbvC17evyrS4XMJUYKxsGv3SOKkc7VmToyeKVk9dL27jBx04wlJ3XO1xjbG1Q+HVL2VRiHQnQMCRqPK7j1qs2POFCcRoLaGtHtCZWBzoWAuRmjDAG3HUVl4G+zj8/wDtr0Lovs0VSX/yrX5nlHTtL+V1G/re3KyHsTjlWRw1/tI2VbfGHjkUnwvHWr2RtUrsmfX3XeJfKQrw8t61ZvZBjOLjEqq6kOCHAYG6NxB8bVs8Xg4ZMOcMtok0KiIKuUg3BA4HX51F0nNuMqcVq9vsW+g6VstVvRaW80zAbDkuLnmSfqa0+Ja8Y8qzS4ARZ0BJMcuTN7uYZiuoBrQqM0fpXmOKjafmemUXdJ+ZF7HzGOLmN3LcX+EMeHpXqO8rzDs3suZoirOqqrFG0YsQoHeHLUNW49sNdL0XSqQU5S2k00YfSE4SklHdblvvKN5VR7YaPbDWyZpb7yiqj2w0UARqL0UU0AvRRTckwXibUMSxQzwuJZDlJuxIIZP1INQRgpN4xy6FSNXS97jxq9la7Nbr+gpg8fSsKeApucpO+pmywkHJsgbD2PKDJdggLLopLHgdauo9lW4ux+lR8FiguYHmR+VTMXKd3mXnb5GtihHLBQXAvQgoxtyKraGyI97m1uVHB2HWsT2v2Sm/QC/uEtckk94gflW3csSCTfS3yJ/1qk2tsMyyB8+UhbWKZhxJ6jrVnESm6OW5N0VTowxqqyXPx2KHDRBI7DQCqjFHvH8LfoP1rW/2ce1t4v8A7Z/3VFPY8EktIxuLd1Av53rIjSlc7ytj6GVJP2LDASDdoNdFQfICtFNEksT6XFj4VXQ7PVAAOGnHWpQUheNgfratKpZR1OKrwVm2Nw7LQG4LDS2jnx609htlRmVSQWtf3mJHA8q7QGhCQ1wbaVmwo04yzZV6GbGlCLvZFr7MALL3fKqPtHsx2WPKwaz3sxy/dPAgGrnDynd5m5X+hqHjcSHUW4hhx8jWpF8UaVHsyUkZbGbLlOWwXQ69/wAD4VQ7YwDqA7ZQARwa51NunjW8darto7LWVSrXF+a2BuCLGnVJOUWjXWLm5JyelzGbNNiR4n86d2rglfjxHA1cxdlLElZTx+8gP1BFOydmmPGUekR/31k9VO5vRx2HcMsn7HXY3DD2a1+DuPqD+taaGMBgTc8aq9h7J3SFQxa7E3IA4gDh6VaBdT5fqKem1I5XEKMpya2bJ6umW97XuNapxhkIF1U+aqf0qXjISEXyP11piJdBWvRvlvzMLEJZrchMJs6Peg5VXQ6gBeVT5NlX1VyPqKglNT4D8yBVjhJMkWY9TTat97j6FtrGWxGyJRvR3WJkzXzWv37niPOrGCJwtsh/mj/3VJL3uerX+t6kLwrm6+BpTbbvudBTxU4pI72HGwR8wtd72uD91enlVlUPZ84y8dST+lTa2KFPq6aiuBmVpZ5uT4iUUtFTkQl6WkpaAEoovRelECoWPXW/hU29M4tLjyqOorxGz1RXBLHzAPzFcyLXQOtugt9TQ5qo9yDiMR8T/XT/AJq3MP2eX+EVW4KG7etXNWaS4ksVuUjDgOl/rao2JaxFWuOjA1qpdb3Jq1UksoYWnLrb32OlNxemXGtdw8K5lFVTYexKgjzgAeFT8ZhrRi3KoWzBZ18au3W4tUsldWKFZt6FQg0rlB3j5V3KwViBT+CUMb9KpqLzWKSTbsSHh+yK+H/NVhW6seYK/I1d1T4qEqSOR/1vV5LgX6T4DRWmJR/XrUoVGxNLLYsHEVEslqWPhXLAFqrkutiThmso8b/nU7CRhj5VAwsVyfCrPAx2JNRKKcytUbimPYuHMtqqUW2hq8qkxT3kPgbVo03wMuvHS4qxEnTnVhiofsrdLfSmdmHUj1qe4uCOtNq66D6CsrlDAtSW4U0EsxFOSnu1lT3NSImEW4HnVzVds+Lh4VYVaorRsr1XrYWikoqchFopKWgBnNS5qavRelAdzUhNN3ovQBFxYC61CeepWOFyPKoTx1TmkpEElqXGFAAuOdPZqh4K4QA0/mq2tiZDG0Re3rVVJzq1nk0tVfiItA3nTp/QOoaVr80RYG0pW1Nq4TS9S9nw3bNyFQJGhKVolikWQA9LVKSa9R5jpauE4Cpii9dWRXXU+ZqRs4EMfKuZadga1V1C0iBRsyZmprE2sSeVGamsVqhFWCVblUZqeC5om6jWmN3UvZye90NK9izN2VyAjVzm73pTmIiytamkGtQWLKkmi32WvdY+Nvl/+1LSS16j4ZcsY/rjXa06xRm7tsk7yoOIg1LetOsaA1wRUkZWZXnFSVhcEttalZqrY3tUkTU6WrCFkrEfaTgedR0l4UuOF3v4VwEqhV+ouU/pLeEACnM1RoD3RTmarcdiu9x3NRmpq9F6cIO5qSm81LQBzRTmSjJQA3SU4VrkikAZlW9MLFrUpkrkJamOKbGNHOa2lIWNOCKl3dSC2ZGZNK5mey1KKVHxMV6G9B0VqVJSpmzpLd2uvZ66iw/eFRotTd0P8SacApd1rXYWnldjLLQiaU7k1rsR00YM60Xp7JSGOlFIxhFcQvapSpTLQ8aW5IndalZi3zNXEQsQal+z0u4phYTsrE1TcUtqII+6KeCU4qsZtXFtbVKyVw8Wt6ckMZH3dLu6fyUZKAsiLJFSpGKkFK43XCmSinqOi2tDsClpVFdBacgOaKcyUZKUQbopzJRQBI3dG7qZuqTdUAQjHSbqpphpN1SAQ91XLQ1O3NG4oAgiOl3dTtxSbmlAgmKuDBVjuaTc0AisOGrtMNU4wV3uaQe5ELdUu5qZuaXc0o0hbmjd1O3NJuaSwhC3dJu6nbmjc0AQN1XJgqeYaNzQKmVrYaufZ6s9zSGCiw9SISxU4I6k7iulioGsi7ul3VSxFS7qlGkLc0m5qduqNzQBB3NJuqnbmk3NIwIW6pRHUzc0bqgUihKXd1KENLuqBCJu6Kl7qlpQJe6o3VFFABuqN1RRQAbqjdUUUAG6pN3RRQAm6o3NLRQAm6pd1RRQAu6o3VFFABu6N3RRQAbujdUUUAIYqTdUUUAG6o3VFFAAIqNzRRQAbql3dFFAC7ujd0UUAG6o3VFFACbqjdUUUALuqN3RRQAbqiiigD/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97438">
            <a:off x="6160904" y="221320"/>
            <a:ext cx="2619375" cy="1743075"/>
          </a:xfrm>
          <a:prstGeom prst="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    </a:t>
            </a:r>
            <a:r>
              <a:rPr lang="es-ES" sz="2800" dirty="0" smtClean="0">
                <a:latin typeface="Curlz MT" pitchFamily="82" charset="0"/>
              </a:rPr>
              <a:t>la comunicación</a:t>
            </a:r>
            <a:endParaRPr lang="es-ES" sz="2800" dirty="0">
              <a:latin typeface="Curlz MT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dirty="0" smtClean="0"/>
              <a:t>La comunicación es un valor muy importante para el ser humano que basa de no solo hablar si no que decir las mejores palabras con dulzura y amabilidad.</a:t>
            </a:r>
          </a:p>
          <a:p>
            <a:r>
              <a:rPr lang="es-ES" dirty="0"/>
              <a:t> </a:t>
            </a:r>
            <a:r>
              <a:rPr lang="es-ES" dirty="0" smtClean="0"/>
              <a:t>                   </a:t>
            </a:r>
            <a:r>
              <a:rPr lang="es-ES" dirty="0" smtClean="0">
                <a:solidFill>
                  <a:srgbClr val="FF00FF"/>
                </a:solidFill>
              </a:rPr>
              <a:t>ejemplo:</a:t>
            </a:r>
            <a:r>
              <a:rPr lang="es-ES" dirty="0" smtClean="0"/>
              <a:t>      tu te caes y pasan todos por encima de ti y se burlan; como crees que te sentirías?: bien, mal o normal?.</a:t>
            </a:r>
          </a:p>
          <a:p>
            <a:endParaRPr lang="es-ES" dirty="0"/>
          </a:p>
          <a:p>
            <a:r>
              <a:rPr lang="es-ES" dirty="0" smtClean="0"/>
              <a:t>Pero si te caes y todos te preguntan: estas bien, te aporreaste muy duro, te ayudo a levantar; cual de los dos ejemplos te gustaría mas?.</a:t>
            </a:r>
          </a:p>
          <a:p>
            <a:endParaRPr lang="es-ES" dirty="0"/>
          </a:p>
          <a:p>
            <a:r>
              <a:rPr lang="es-ES" dirty="0" smtClean="0"/>
              <a:t>Entonces esto es la comunicación: dar palabras de amor generosidad y respeto</a:t>
            </a:r>
          </a:p>
          <a:p>
            <a:endParaRPr lang="es-ES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2971">
            <a:off x="3784846" y="1712433"/>
            <a:ext cx="4519450" cy="324036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7430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bg1"/>
                </a:solidFill>
              </a:rPr>
              <a:t>Basta al bullying o matoneo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dirty="0" smtClean="0"/>
              <a:t>¡ que nos pasa a todos! ¿ porque hacemos esto?.</a:t>
            </a:r>
          </a:p>
          <a:p>
            <a:endParaRPr lang="es-ES" dirty="0"/>
          </a:p>
          <a:p>
            <a:r>
              <a:rPr lang="es-ES" dirty="0" smtClean="0"/>
              <a:t>El bullying no es solo golpear, herir o agredir a los demás, también es insultar , secretearse con las amigas sobre una compañera y decir cosas malas sobre ella y burlarse de los demás. Se dice que duele mas  al corazón una mala palabra que un golpe. Eso es falta de comunicación, todos tenemos que comunicarnos y respetar a los demás . </a:t>
            </a:r>
            <a:endParaRPr lang="es-ES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0865">
            <a:off x="3806324" y="786829"/>
            <a:ext cx="2593543" cy="1817904"/>
          </a:xfr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2501">
            <a:off x="4510843" y="4054048"/>
            <a:ext cx="4000235" cy="1703306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1123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375 0.11821 C -0.62604 0.11451 -0.62483 0.11612 -0.59792 0.11705 C -0.58976 0.12283 -0.57188 0.12838 -0.5625 0.1307 C -0.54497 0.12977 -0.52847 0.127 -0.51111 0.12584 C -0.50104 0.12283 -0.49045 0.12075 -0.48021 0.11959 C -0.47483 0.11682 -0.4691 0.11659 -0.46337 0.11589 C -0.45486 0.11335 -0.44583 0.11219 -0.43715 0.1108 C -0.42448 0.1115 -0.41372 0.11127 -0.40174 0.11451 C -0.39653 0.11589 -0.39184 0.11751 -0.38681 0.11959 C -0.3849 0.12052 -0.38108 0.12191 -0.38108 0.12191 C -0.37396 0.12838 -0.36424 0.1307 -0.3559 0.13209 C -0.34844 0.13162 -0.34097 0.13139 -0.33351 0.1307 C -0.32656 0.13 -0.32049 0.12075 -0.31476 0.11589 C -0.31354 0.11335 -0.31267 0.11034 -0.31111 0.10826 C -0.31007 0.1071 -0.30903 0.10595 -0.30816 0.10456 C -0.30677 0.10225 -0.30573 0.0997 -0.30451 0.09716 C -0.30382 0.096 -0.3026 0.09346 -0.3026 0.09346 C -0.3 0.08258 -0.29705 0.07194 -0.29427 0.06107 C -0.29358 0.05853 -0.2934 0.05575 -0.29236 0.05344 C -0.29132 0.05089 -0.28854 0.04603 -0.28854 0.04603 C -0.28594 0.0347 -0.28385 0.0229 -0.27934 0.01249 C -0.27708 0.00694 -0.27396 0.00185 -0.27188 -0.0037 C -0.26945 -0.00995 -0.26927 -0.0148 -0.26615 -0.02128 C -0.26285 -0.02799 -0.2599 -0.03516 -0.2559 -0.04117 C -0.25417 -0.04372 -0.25035 -0.04858 -0.25035 -0.04858 C -0.24792 -0.05737 -0.23646 -0.07009 -0.22969 -0.07217 C -0.22101 -0.08027 -0.21024 -0.08952 -0.19983 -0.09206 C -0.19132 -0.09993 -0.17309 -0.09507 -0.16528 -0.09461 C -0.15799 -0.0916 -0.15174 -0.08374 -0.14844 -0.07472 C -0.14809 -0.07263 -0.1474 -0.06801 -0.14653 -0.06593 C -0.14549 -0.06338 -0.14288 -0.05852 -0.14288 -0.05852 C -0.14167 -0.05297 -0.13958 -0.04719 -0.13715 -0.04233 C -0.13629 -0.03655 -0.13594 -0.03354 -0.13351 -0.02868 C -0.13108 -0.01411 -0.12292 0.01134 -0.11667 0.0236 C -0.11441 0.03331 -0.10816 0.04187 -0.10365 0.04974 C -0.10104 0.05413 -0.10017 0.05806 -0.09705 0.06223 C -0.09462 0.07102 -0.09792 0.05991 -0.09323 0.07102 C -0.08316 0.09438 -0.07222 0.11543 -0.05504 0.1307 C -0.05017 0.13509 -0.04479 0.13764 -0.03993 0.14203 C -0.03785 0.14411 -0.03611 0.14712 -0.03351 0.14828 C -0.0316 0.14897 -0.02795 0.15059 -0.02795 0.15059 C -0.02379 0.15429 -0.02656 0.15221 -0.02222 0.15429 C -0.02135 0.15476 -0.01945 0.15568 -0.01945 0.15568 " pathEditMode="relative" ptsTypes="ffffffffffffffffffffffffffffffffffffffffff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Mi objetivo: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000" dirty="0" smtClean="0">
                <a:solidFill>
                  <a:srgbClr val="FF00FF"/>
                </a:solidFill>
              </a:rPr>
              <a:t>Mi objetivo es que todas aprendamos a comunicarnos de la mejor manera con respeto y amor para que cada dia seamos unas mejores personas</a:t>
            </a:r>
            <a:r>
              <a:rPr lang="es-ES" dirty="0" smtClean="0"/>
              <a:t>.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0742">
            <a:off x="23911" y="4591199"/>
            <a:ext cx="2776089" cy="170836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2951">
            <a:off x="5974434" y="447252"/>
            <a:ext cx="2662610" cy="146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4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Personalizado 3">
      <a:dk1>
        <a:srgbClr val="00B0F0"/>
      </a:dk1>
      <a:lt1>
        <a:srgbClr val="000000"/>
      </a:lt1>
      <a:dk2>
        <a:srgbClr val="FFFFFF"/>
      </a:dk2>
      <a:lt2>
        <a:srgbClr val="B367FF"/>
      </a:lt2>
      <a:accent1>
        <a:srgbClr val="860DFF"/>
      </a:accent1>
      <a:accent2>
        <a:srgbClr val="FFFFFF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000000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82</TotalTime>
  <Words>230</Words>
  <Application>Microsoft Office PowerPoint</Application>
  <PresentationFormat>Presentación en pantalla 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Vértice</vt:lpstr>
      <vt:lpstr>Campaña de comunicación </vt:lpstr>
      <vt:lpstr>    la comunicación</vt:lpstr>
      <vt:lpstr>Basta al bullying o matoneo</vt:lpstr>
      <vt:lpstr>Mi objetivo: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Campaña de comunicación</dc:title>
  <dc:creator>valentina  lopez  vargas</dc:creator>
  <cp:lastModifiedBy>valentina  lopez  vargas   </cp:lastModifiedBy>
  <cp:revision>7</cp:revision>
  <dcterms:created xsi:type="dcterms:W3CDTF">2013-07-30T23:00:42Z</dcterms:created>
  <dcterms:modified xsi:type="dcterms:W3CDTF">2013-08-01T01:37:14Z</dcterms:modified>
</cp:coreProperties>
</file>