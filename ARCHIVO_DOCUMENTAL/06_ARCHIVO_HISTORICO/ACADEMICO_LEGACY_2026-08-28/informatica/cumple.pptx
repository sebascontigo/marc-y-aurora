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0AB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  <p:transition>
    <p:checke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checke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ransition>
    <p:checke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05/08/2013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checker dir="vert"/>
  </p:transition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6000" i="1" dirty="0" smtClean="0">
                <a:latin typeface="Curlz MT" pitchFamily="82" charset="0"/>
              </a:rPr>
              <a:t>Feliz cumple vale…</a:t>
            </a:r>
            <a:endParaRPr lang="es-CO" sz="6000" i="1" dirty="0">
              <a:latin typeface="Curlz MT" pitchFamily="82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ES" dirty="0" smtClean="0"/>
              <a:t>De: valentina López .</a:t>
            </a:r>
            <a:endParaRPr lang="es-CO" dirty="0"/>
          </a:p>
        </p:txBody>
      </p:sp>
      <p:pic>
        <p:nvPicPr>
          <p:cNvPr id="1026" name="Picture 2" descr="C:\Documents and Settings\alumnas.PC8\Configuración local\Archivos temporales de Internet\Content.IE5\PZN4RED0\MP900449097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722229">
            <a:off x="566905" y="-4590"/>
            <a:ext cx="2248594" cy="2248594"/>
          </a:xfrm>
          <a:prstGeom prst="rect">
            <a:avLst/>
          </a:prstGeom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  <a:softEdge rad="112500"/>
          </a:effectLst>
        </p:spPr>
      </p:pic>
      <p:pic>
        <p:nvPicPr>
          <p:cNvPr id="5" name="4 Imagen" descr="http://www.cajitademusica.org/fotos/Image/galeria/48.%20DESAYUNO.JPG"/>
          <p:cNvPicPr/>
          <p:nvPr/>
        </p:nvPicPr>
        <p:blipFill>
          <a:blip r:embed="rId3"/>
          <a:srcRect l="61376" t="33882" r="-59"/>
          <a:stretch>
            <a:fillRect/>
          </a:stretch>
        </p:blipFill>
        <p:spPr bwMode="auto">
          <a:xfrm rot="477440">
            <a:off x="3250963" y="3992879"/>
            <a:ext cx="2089150" cy="2733675"/>
          </a:xfrm>
          <a:prstGeom prst="rect">
            <a:avLst/>
          </a:prstGeom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reflection blurRad="6350" stA="50000" endA="300" endPos="55000" dir="5400000" sy="-100000" algn="bl" rotWithShape="0"/>
            <a:softEdge rad="112500"/>
          </a:effectLst>
        </p:spPr>
      </p:pic>
      <p:sp>
        <p:nvSpPr>
          <p:cNvPr id="6" name="5 Estrella de 5 puntas"/>
          <p:cNvSpPr/>
          <p:nvPr/>
        </p:nvSpPr>
        <p:spPr>
          <a:xfrm>
            <a:off x="6572232" y="0"/>
            <a:ext cx="2571768" cy="2357454"/>
          </a:xfrm>
          <a:prstGeom prst="star5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atin typeface="Jokerman" pitchFamily="82" charset="0"/>
              </a:rPr>
              <a:t>vale</a:t>
            </a:r>
            <a:endParaRPr lang="es-CO" dirty="0">
              <a:latin typeface="Jokerm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urlz MT" pitchFamily="82" charset="0"/>
              </a:rPr>
              <a:t>Eres una persona muy especial, gracias por estar siempre con nosotros. Te deseo lo mejor.</a:t>
            </a:r>
          </a:p>
          <a:p>
            <a:r>
              <a:rPr lang="es-E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urlz MT" pitchFamily="82" charset="0"/>
              </a:rPr>
              <a:t>T.Q.M ; eres muy charra ,divertida, especial y alegre</a:t>
            </a:r>
          </a:p>
          <a:p>
            <a:r>
              <a:rPr lang="es-E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urlz MT" pitchFamily="82" charset="0"/>
              </a:rPr>
              <a:t>Gracias por  soportar  mis rabietas y errores</a:t>
            </a:r>
          </a:p>
          <a:p>
            <a:endParaRPr lang="es-ES" dirty="0" smtClean="0">
              <a:solidFill>
                <a:schemeClr val="accent1">
                  <a:lumMod val="40000"/>
                  <a:lumOff val="60000"/>
                </a:schemeClr>
              </a:solidFill>
              <a:latin typeface="Curlz MT" pitchFamily="82" charset="0"/>
            </a:endParaRPr>
          </a:p>
          <a:p>
            <a:r>
              <a:rPr lang="es-E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Curlz MT" pitchFamily="82" charset="0"/>
              </a:rPr>
              <a:t>No sabemos expresar  cuanto te queremos</a:t>
            </a:r>
            <a:endParaRPr lang="es-CO" dirty="0">
              <a:solidFill>
                <a:schemeClr val="accent1">
                  <a:lumMod val="40000"/>
                  <a:lumOff val="60000"/>
                </a:schemeClr>
              </a:solidFill>
              <a:latin typeface="Curlz MT" pitchFamily="82" charset="0"/>
            </a:endParaRPr>
          </a:p>
        </p:txBody>
      </p:sp>
      <p:pic>
        <p:nvPicPr>
          <p:cNvPr id="4" name="3 Imagen" descr="http://www.cajitademusica.org/fotos/Image/galeria/57.%20DESCUBRIENDO%20EL%20MUNDO.JPG"/>
          <p:cNvPicPr/>
          <p:nvPr/>
        </p:nvPicPr>
        <p:blipFill>
          <a:blip r:embed="rId2"/>
          <a:srcRect l="74074" t="35059" r="-59"/>
          <a:stretch>
            <a:fillRect/>
          </a:stretch>
        </p:blipFill>
        <p:spPr bwMode="auto">
          <a:xfrm>
            <a:off x="7143768" y="3500438"/>
            <a:ext cx="1785950" cy="321471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Happy</a:t>
            </a:r>
            <a:r>
              <a:rPr lang="es-ES" dirty="0" smtClean="0">
                <a:latin typeface="Arial Black" pitchFamily="34" charset="0"/>
              </a:rPr>
              <a:t> bhirthay…</a:t>
            </a:r>
            <a:endParaRPr lang="es-CO" dirty="0">
              <a:latin typeface="Arial Black" pitchFamily="34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s-ES" sz="2000" dirty="0" smtClean="0">
                <a:latin typeface="Arial Black" pitchFamily="34" charset="0"/>
              </a:rPr>
              <a:t>Vale  eres la mejor  hermana, gracias por compartir tantos momentos con migo, feliz cumple te deseo lo mejor ,que dios te bendiga y que sigas cumpliendo muchos mas…</a:t>
            </a:r>
            <a:endParaRPr lang="es-CO" sz="2000" dirty="0">
              <a:latin typeface="Arial Black" pitchFamily="34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Gras por vivir momentos tan maravillosos  y desastrosos con migo.</a:t>
            </a:r>
            <a:endParaRPr lang="es-CO" dirty="0"/>
          </a:p>
        </p:txBody>
      </p:sp>
      <p:pic>
        <p:nvPicPr>
          <p:cNvPr id="2050" name="Picture 2" descr="C:\Documents and Settings\alumnas.PC8\Configuración local\Archivos temporales de Internet\Content.IE5\JKCCVJ0M\MP90042232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428672">
            <a:off x="1428728" y="4357694"/>
            <a:ext cx="1667684" cy="2500306"/>
          </a:xfrm>
          <a:prstGeom prst="rect">
            <a:avLst/>
          </a:prstGeom>
          <a:ln>
            <a:noFill/>
          </a:ln>
          <a:effectLst>
            <a:reflection blurRad="6350" stA="50000" endA="300" endPos="55000" dir="5400000" sy="-100000" algn="bl" rotWithShape="0"/>
            <a:softEdge rad="112500"/>
          </a:effectLst>
        </p:spPr>
      </p:pic>
      <p:pic>
        <p:nvPicPr>
          <p:cNvPr id="3074" name="Picture 2" descr="Fot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2285992"/>
            <a:ext cx="5453090" cy="4089818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atin typeface="Jokerman" pitchFamily="82" charset="0"/>
              </a:rPr>
              <a:t>poema</a:t>
            </a:r>
            <a:endParaRPr lang="es-CO" dirty="0">
              <a:latin typeface="Jokerm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 smtClean="0">
                <a:latin typeface="Curlz MT" pitchFamily="82" charset="0"/>
              </a:rPr>
              <a:t>En este día tan especial, con velas y globos para festejar, y con tu presencia que a todos nos iluminara con tu bella sonrisa y amor de verdad en este día y todos te deseo mi amistad</a:t>
            </a:r>
            <a:endParaRPr lang="es-CO" dirty="0">
              <a:latin typeface="Curlz MT" pitchFamily="82" charset="0"/>
            </a:endParaRPr>
          </a:p>
        </p:txBody>
      </p:sp>
      <p:pic>
        <p:nvPicPr>
          <p:cNvPr id="3074" name="Picture 2" descr="C:\Documents and Settings\alumnas.PC8\Configuración local\Archivos temporales de Internet\Content.IE5\YRG70O11\MP90042232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021855">
            <a:off x="5929322" y="3071810"/>
            <a:ext cx="2287116" cy="34290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  <a:softEdge rad="112500"/>
          </a:effectLst>
        </p:spPr>
      </p:pic>
      <p:pic>
        <p:nvPicPr>
          <p:cNvPr id="2050" name="Picture 2" descr="Foto"/>
          <p:cNvPicPr>
            <a:picLocks noChangeAspect="1" noChangeArrowheads="1"/>
          </p:cNvPicPr>
          <p:nvPr/>
        </p:nvPicPr>
        <p:blipFill>
          <a:blip r:embed="rId3"/>
          <a:srcRect t="8511" r="46808"/>
          <a:stretch>
            <a:fillRect/>
          </a:stretch>
        </p:blipFill>
        <p:spPr bwMode="auto">
          <a:xfrm rot="20794809">
            <a:off x="2218696" y="3500005"/>
            <a:ext cx="2197881" cy="28352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2"/>
                </a:solidFill>
                <a:latin typeface="Jokerman" pitchFamily="82" charset="0"/>
              </a:rPr>
              <a:t>!Feliz cumple vale¡</a:t>
            </a:r>
            <a:endParaRPr lang="es-CO" dirty="0">
              <a:solidFill>
                <a:schemeClr val="tx2"/>
              </a:solidFill>
              <a:latin typeface="Jokerm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Te amamooooooooossssssss.</a:t>
            </a:r>
            <a:endParaRPr lang="es-CO" dirty="0"/>
          </a:p>
        </p:txBody>
      </p:sp>
      <p:pic>
        <p:nvPicPr>
          <p:cNvPr id="4099" name="Picture 3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30" y="2214530"/>
            <a:ext cx="464347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4 Imagen" descr="http://www.cajitademusica.org/fotos/Image/galeria/47.%20ESPERANDO%20EL%20....JPG"/>
          <p:cNvPicPr/>
          <p:nvPr/>
        </p:nvPicPr>
        <p:blipFill>
          <a:blip r:embed="rId3"/>
          <a:srcRect l="49245" t="29412" r="25514"/>
          <a:stretch>
            <a:fillRect/>
          </a:stretch>
        </p:blipFill>
        <p:spPr bwMode="auto">
          <a:xfrm>
            <a:off x="785786" y="2214554"/>
            <a:ext cx="307183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perspectiveLeft"/>
            <a:lightRig rig="threePt" dir="t"/>
          </a:scene3d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194 0.2993 C -0.07968 0.29606 -0.07656 0.29398 -0.07448 0.2905 C -0.06909 0.28171 -0.06527 0.26944 -0.06215 0.25902 C -0.06076 0.25462 -0.05902 0.25046 -0.05764 0.24629 C -0.05625 0.24305 -0.05277 0.23749 -0.05277 0.23749 C -0.04722 0.21296 -0.03368 0.19305 -0.02829 0.16828 C -0.02639 0.1368 -0.02899 0.14768 -0.02534 0.13449 C -0.02413 0.12337 -0.02291 0.11226 -0.01788 0.103 C -0.01649 0.09629 -0.0151 0.09027 -0.01145 0.08541 C -0.00954 0.07592 -0.00139 0.0662 0.00296 0.05902 C 0.00382 0.05763 0.00851 0.04953 0.00938 0.04768 C 0.01007 0.04652 0.01146 0.04699 0.01216 0.04629 C 0.02049 0.03912 0.02726 0.03148 0.03681 0.02754 C 0.02448 0.01828 -4.16667E-6 -0.00024 -4.16667E-6 -0.00024 " pathEditMode="relative" ptsTypes="fffffffffffff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www.cajitademusica.org/fotos/Image/galeria/65.%20VALERIA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072066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2 Imagen" descr="http://www.cajitademusica.org/fotos/Image/galeria/57.%20DESCUBRIENDO%20EL%20MUNDO.JPG"/>
          <p:cNvPicPr/>
          <p:nvPr/>
        </p:nvPicPr>
        <p:blipFill>
          <a:blip r:embed="rId3"/>
          <a:srcRect l="74074" t="35059" r="-59"/>
          <a:stretch>
            <a:fillRect/>
          </a:stretch>
        </p:blipFill>
        <p:spPr bwMode="auto">
          <a:xfrm>
            <a:off x="0" y="3643314"/>
            <a:ext cx="1571604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3 Imagen" descr="http://www.cajitademusica.org/fotos/Image/galeria/48.%20DESAYUNO.JPG"/>
          <p:cNvPicPr/>
          <p:nvPr/>
        </p:nvPicPr>
        <p:blipFill>
          <a:blip r:embed="rId4"/>
          <a:srcRect l="61376" t="33882" r="-59"/>
          <a:stretch>
            <a:fillRect/>
          </a:stretch>
        </p:blipFill>
        <p:spPr bwMode="auto">
          <a:xfrm>
            <a:off x="1571604" y="3643315"/>
            <a:ext cx="2214578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4" name="Picture 2" descr="Fot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4942" y="-1"/>
            <a:ext cx="3929058" cy="4857761"/>
          </a:xfrm>
          <a:prstGeom prst="rect">
            <a:avLst/>
          </a:prstGeom>
          <a:noFill/>
        </p:spPr>
      </p:pic>
      <p:pic>
        <p:nvPicPr>
          <p:cNvPr id="7" name="6 Imagen" descr="Foto"/>
          <p:cNvPicPr/>
          <p:nvPr/>
        </p:nvPicPr>
        <p:blipFill>
          <a:blip r:embed="rId6"/>
          <a:srcRect t="22917" r="71563"/>
          <a:stretch>
            <a:fillRect/>
          </a:stretch>
        </p:blipFill>
        <p:spPr bwMode="auto">
          <a:xfrm>
            <a:off x="3786182" y="3643314"/>
            <a:ext cx="1428760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Corazón"/>
          <p:cNvSpPr/>
          <p:nvPr/>
        </p:nvSpPr>
        <p:spPr>
          <a:xfrm>
            <a:off x="5929322" y="5072074"/>
            <a:ext cx="2428892" cy="1785926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Personalizado 3">
      <a:dk1>
        <a:srgbClr val="8D1BFF"/>
      </a:dk1>
      <a:lt1>
        <a:sysClr val="window" lastClr="FFFFFF"/>
      </a:lt1>
      <a:dk2>
        <a:srgbClr val="8D1BFF"/>
      </a:dk2>
      <a:lt2>
        <a:srgbClr val="E523D7"/>
      </a:lt2>
      <a:accent1>
        <a:srgbClr val="00B050"/>
      </a:accent1>
      <a:accent2>
        <a:srgbClr val="7E6BC9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92</TotalTime>
  <Words>146</Words>
  <PresentationFormat>Presentación en pantalla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Vértice</vt:lpstr>
      <vt:lpstr>Feliz cumple vale…</vt:lpstr>
      <vt:lpstr>vale</vt:lpstr>
      <vt:lpstr>Happy bhirthay…</vt:lpstr>
      <vt:lpstr>poema</vt:lpstr>
      <vt:lpstr>!Feliz cumple vale¡</vt:lpstr>
      <vt:lpstr>Diapositiva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Feliz cumple vale…</dc:title>
  <cp:lastModifiedBy>Valentina</cp:lastModifiedBy>
  <cp:revision>7</cp:revision>
  <dcterms:modified xsi:type="dcterms:W3CDTF">2013-08-05T23:53:45Z</dcterms:modified>
</cp:coreProperties>
</file>