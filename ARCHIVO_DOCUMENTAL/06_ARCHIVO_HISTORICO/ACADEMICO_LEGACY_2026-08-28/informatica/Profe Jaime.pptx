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 dirty="0"/>
          </a:p>
        </p:txBody>
      </p:sp>
      <p:sp>
        <p:nvSpPr>
          <p:cNvPr id="12" name="11 Título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5" name="24 Subtítulo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1" name="30 Marcador de fecha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E463B30-55A3-4C91-9525-456FD95CB618}" type="datetimeFigureOut">
              <a:rPr lang="es-ES" smtClean="0"/>
              <a:t>15/08/2013</a:t>
            </a:fld>
            <a:endParaRPr lang="es-ES" dirty="0"/>
          </a:p>
        </p:txBody>
      </p:sp>
      <p:sp>
        <p:nvSpPr>
          <p:cNvPr id="18" name="1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s-E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C7401BF3-098B-4BA4-B3EA-3502C9BD3B8D}" type="slidenum">
              <a:rPr lang="es-ES" smtClean="0"/>
              <a:t>‹Nº›</a:t>
            </a:fld>
            <a:endParaRPr lang="es-E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463B30-55A3-4C91-9525-456FD95CB618}" type="datetimeFigureOut">
              <a:rPr lang="es-ES" smtClean="0"/>
              <a:t>15/08/2013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401BF3-098B-4BA4-B3EA-3502C9BD3B8D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E463B30-55A3-4C91-9525-456FD95CB618}" type="datetimeFigureOut">
              <a:rPr lang="es-ES" smtClean="0"/>
              <a:t>15/08/2013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C7401BF3-098B-4BA4-B3EA-3502C9BD3B8D}" type="slidenum">
              <a:rPr lang="es-ES" smtClean="0"/>
              <a:t>‹Nº›</a:t>
            </a:fld>
            <a:endParaRPr lang="es-E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463B30-55A3-4C91-9525-456FD95CB618}" type="datetimeFigureOut">
              <a:rPr lang="es-ES" smtClean="0"/>
              <a:t>15/08/2013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401BF3-098B-4BA4-B3EA-3502C9BD3B8D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463B30-55A3-4C91-9525-456FD95CB618}" type="datetimeFigureOut">
              <a:rPr lang="es-ES" smtClean="0"/>
              <a:t>15/08/2013</a:t>
            </a:fld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401BF3-098B-4BA4-B3EA-3502C9BD3B8D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463B30-55A3-4C91-9525-456FD95CB618}" type="datetimeFigureOut">
              <a:rPr lang="es-ES" smtClean="0"/>
              <a:t>15/08/2013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401BF3-098B-4BA4-B3EA-3502C9BD3B8D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E463B30-55A3-4C91-9525-456FD95CB618}" type="datetimeFigureOut">
              <a:rPr lang="es-ES" smtClean="0"/>
              <a:t>15/08/2013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401BF3-098B-4BA4-B3EA-3502C9BD3B8D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463B30-55A3-4C91-9525-456FD95CB618}" type="datetimeFigureOut">
              <a:rPr lang="es-ES" smtClean="0"/>
              <a:t>15/08/2013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401BF3-098B-4BA4-B3EA-3502C9BD3B8D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9" name="8 Rectángulo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463B30-55A3-4C91-9525-456FD95CB618}" type="datetimeFigureOut">
              <a:rPr lang="es-ES" smtClean="0"/>
              <a:t>15/08/2013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401BF3-098B-4BA4-B3EA-3502C9BD3B8D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10" name="9 Marcador de posición de imagen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dirty="0" smtClean="0"/>
              <a:t>Haga clic en el icono para agregar una imagen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E463B30-55A3-4C91-9525-456FD95CB618}" type="datetimeFigureOut">
              <a:rPr lang="es-ES" smtClean="0"/>
              <a:t>15/08/2013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7401BF3-098B-4BA4-B3EA-3502C9BD3B8D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0E463B30-55A3-4C91-9525-456FD95CB618}" type="datetimeFigureOut">
              <a:rPr lang="es-ES" smtClean="0"/>
              <a:t>15/08/2013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C7401BF3-098B-4BA4-B3EA-3502C9BD3B8D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3" name="2 Marcador de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1" name="30 Marcador de texto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27" name="26 Marcador de fecha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0E463B30-55A3-4C91-9525-456FD95CB618}" type="datetimeFigureOut">
              <a:rPr lang="es-ES" smtClean="0"/>
              <a:t>15/08/2013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s-ES" dirty="0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C7401BF3-098B-4BA4-B3EA-3502C9BD3B8D}" type="slidenum">
              <a:rPr lang="es-ES" smtClean="0"/>
              <a:t>‹Nº›</a:t>
            </a:fld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>
                <a:latin typeface="Jokerman" pitchFamily="82" charset="0"/>
              </a:rPr>
              <a:t>Profe Jaime…</a:t>
            </a:r>
            <a:endParaRPr lang="es-ES" dirty="0">
              <a:latin typeface="Jokerman" pitchFamily="82" charset="0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De: maría Alejandra y valentina.</a:t>
            </a:r>
            <a:endParaRPr lang="es-ES" dirty="0"/>
          </a:p>
        </p:txBody>
      </p:sp>
      <p:pic>
        <p:nvPicPr>
          <p:cNvPr id="4" name="3 Imagen" descr="hola 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790788">
            <a:off x="6406646" y="265803"/>
            <a:ext cx="2552709" cy="191453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4 Nube"/>
          <p:cNvSpPr/>
          <p:nvPr/>
        </p:nvSpPr>
        <p:spPr>
          <a:xfrm rot="1404271">
            <a:off x="1285852" y="5500678"/>
            <a:ext cx="1928826" cy="1357322"/>
          </a:xfrm>
          <a:prstGeom prst="cloud">
            <a:avLst/>
          </a:prstGeom>
          <a:solidFill>
            <a:srgbClr val="00B0F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5 Nube"/>
          <p:cNvSpPr/>
          <p:nvPr/>
        </p:nvSpPr>
        <p:spPr>
          <a:xfrm rot="1684458">
            <a:off x="1950311" y="605297"/>
            <a:ext cx="1714512" cy="1357322"/>
          </a:xfrm>
          <a:prstGeom prst="cloud">
            <a:avLst/>
          </a:prstGeom>
          <a:solidFill>
            <a:srgbClr val="00B0F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6 Nube"/>
          <p:cNvSpPr/>
          <p:nvPr/>
        </p:nvSpPr>
        <p:spPr>
          <a:xfrm>
            <a:off x="7072330" y="5286388"/>
            <a:ext cx="1857388" cy="1214446"/>
          </a:xfrm>
          <a:prstGeom prst="cloud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 </a:t>
            </a:r>
            <a:r>
              <a:rPr lang="es-ES" dirty="0" smtClean="0">
                <a:solidFill>
                  <a:srgbClr val="00B0F0"/>
                </a:solidFill>
                <a:latin typeface="Jokerman" pitchFamily="82" charset="0"/>
              </a:rPr>
              <a:t>estas siempre en nuestro corazón</a:t>
            </a:r>
            <a:endParaRPr lang="es-ES" dirty="0">
              <a:solidFill>
                <a:srgbClr val="00B0F0"/>
              </a:solidFill>
              <a:latin typeface="Jokerman" pitchFamily="82" charset="0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s-ES" sz="8000" dirty="0" smtClean="0">
                <a:solidFill>
                  <a:schemeClr val="accent6"/>
                </a:solidFill>
                <a:latin typeface="Curlz MT" pitchFamily="82" charset="0"/>
              </a:rPr>
              <a:t>Agamos</a:t>
            </a:r>
            <a:r>
              <a:rPr lang="es-ES" sz="8000" dirty="0" smtClean="0">
                <a:solidFill>
                  <a:schemeClr val="accent6"/>
                </a:solidFill>
                <a:latin typeface="Curlz MT" pitchFamily="82" charset="0"/>
              </a:rPr>
              <a:t> una pequeña oración por el profe:</a:t>
            </a:r>
          </a:p>
          <a:p>
            <a:r>
              <a:rPr lang="es-ES" sz="6400" dirty="0" smtClean="0">
                <a:solidFill>
                  <a:schemeClr val="bg1"/>
                </a:solidFill>
              </a:rPr>
              <a:t>Señor dios: te pedimos por el profe, ya un alma mas en tu presencia y en tu reino sagrado, una persona que nos deja muchos recuerdos, su amor, bondad, solidaridad, amistad y lo mas importante que cuando nos caíamos nos ayudaba a levantar. gracias dios por permitirnos momentos tan maravillosos con el; gracias por todo. </a:t>
            </a:r>
          </a:p>
          <a:p>
            <a:r>
              <a:rPr lang="es-ES" sz="6400" dirty="0" smtClean="0">
                <a:solidFill>
                  <a:schemeClr val="bg1"/>
                </a:solidFill>
              </a:rPr>
              <a:t>Amen…  </a:t>
            </a:r>
            <a:r>
              <a:rPr lang="es-ES" sz="6400" dirty="0" smtClean="0">
                <a:solidFill>
                  <a:schemeClr val="accent6"/>
                </a:solidFill>
              </a:rPr>
              <a:t> </a:t>
            </a:r>
            <a:endParaRPr lang="es-ES" sz="6400" dirty="0">
              <a:solidFill>
                <a:schemeClr val="accent6"/>
              </a:solidFill>
            </a:endParaRPr>
          </a:p>
        </p:txBody>
      </p:sp>
      <p:sp>
        <p:nvSpPr>
          <p:cNvPr id="4" name="3 Corazón"/>
          <p:cNvSpPr/>
          <p:nvPr/>
        </p:nvSpPr>
        <p:spPr>
          <a:xfrm>
            <a:off x="285720" y="857232"/>
            <a:ext cx="2071702" cy="1357322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4 Corazón"/>
          <p:cNvSpPr/>
          <p:nvPr/>
        </p:nvSpPr>
        <p:spPr>
          <a:xfrm>
            <a:off x="428596" y="4857760"/>
            <a:ext cx="2071702" cy="1500198"/>
          </a:xfrm>
          <a:prstGeom prst="hear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latin typeface="Jokerman" pitchFamily="82" charset="0"/>
              </a:rPr>
              <a:t>Un video para nunca olvidarte…</a:t>
            </a:r>
            <a:endParaRPr lang="es-ES" dirty="0">
              <a:latin typeface="Jokerman" pitchFamily="82" charset="0"/>
            </a:endParaRPr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 smtClean="0"/>
              <a:t>Tengamos en cuenta que el profe desde el cielo nos cuida y protege y siempre estará en nuestros corazones….</a:t>
            </a:r>
            <a:endParaRPr lang="es-ES" dirty="0"/>
          </a:p>
        </p:txBody>
      </p:sp>
      <p:pic>
        <p:nvPicPr>
          <p:cNvPr id="7" name="6 Marcador de posición de imagen" descr="hola 023.jp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2486" r="12486"/>
          <a:stretch>
            <a:fillRect/>
          </a:stretch>
        </p:blipFill>
        <p:spPr>
          <a:xfrm>
            <a:off x="663682" y="1000108"/>
            <a:ext cx="4247134" cy="4247134"/>
          </a:xfr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o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o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o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34</TotalTime>
  <Words>117</Words>
  <Application>Microsoft Office PowerPoint</Application>
  <PresentationFormat>Presentación en pantalla (4:3)</PresentationFormat>
  <Paragraphs>8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4" baseType="lpstr">
      <vt:lpstr>Opulento</vt:lpstr>
      <vt:lpstr>Profe Jaime…</vt:lpstr>
      <vt:lpstr> estas siempre en nuestro corazón</vt:lpstr>
      <vt:lpstr>Un video para nunca olvidarte…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 Jaime…</dc:title>
  <dc:creator>valentina  lopez  vargas</dc:creator>
  <cp:lastModifiedBy>valentina  lopez  vargas   </cp:lastModifiedBy>
  <cp:revision>4</cp:revision>
  <dcterms:created xsi:type="dcterms:W3CDTF">2013-08-15T22:54:45Z</dcterms:created>
  <dcterms:modified xsi:type="dcterms:W3CDTF">2013-08-15T23:29:15Z</dcterms:modified>
</cp:coreProperties>
</file>