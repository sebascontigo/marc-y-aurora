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5FD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2" autoAdjust="0"/>
    <p:restoredTop sz="94686" autoAdjust="0"/>
  </p:normalViewPr>
  <p:slideViewPr>
    <p:cSldViewPr>
      <p:cViewPr varScale="1">
        <p:scale>
          <a:sx n="84" d="100"/>
          <a:sy n="84" d="100"/>
        </p:scale>
        <p:origin x="-1402" y="-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9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3DC5-1EAE-4E9A-AC95-3057C573F62F}" type="datetimeFigureOut">
              <a:rPr lang="es-ES" smtClean="0"/>
              <a:t>20/03/2013</a:t>
            </a:fld>
            <a:endParaRPr lang="es-ES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7DBF-FE60-49EB-B83A-0E9AC357CC78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3DC5-1EAE-4E9A-AC95-3057C573F62F}" type="datetimeFigureOut">
              <a:rPr lang="es-ES" smtClean="0"/>
              <a:t>20/03/2013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7DBF-FE60-49EB-B83A-0E9AC357CC78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3DC5-1EAE-4E9A-AC95-3057C573F62F}" type="datetimeFigureOut">
              <a:rPr lang="es-ES" smtClean="0"/>
              <a:t>20/03/2013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8A307DBF-FE60-49EB-B83A-0E9AC357CC78}" type="slidenum">
              <a:rPr lang="es-ES" smtClean="0"/>
              <a:t>‹Nº›</a:t>
            </a:fld>
            <a:endParaRPr lang="es-E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3DC5-1EAE-4E9A-AC95-3057C573F62F}" type="datetimeFigureOut">
              <a:rPr lang="es-ES" smtClean="0"/>
              <a:t>20/03/2013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7DBF-FE60-49EB-B83A-0E9AC357CC78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3DC5-1EAE-4E9A-AC95-3057C573F62F}" type="datetimeFigureOut">
              <a:rPr lang="es-ES" smtClean="0"/>
              <a:t>20/03/2013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7DBF-FE60-49EB-B83A-0E9AC357CC78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3DC5-1EAE-4E9A-AC95-3057C573F62F}" type="datetimeFigureOut">
              <a:rPr lang="es-ES" smtClean="0"/>
              <a:t>20/03/2013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7DBF-FE60-49EB-B83A-0E9AC357CC78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3DC5-1EAE-4E9A-AC95-3057C573F62F}" type="datetimeFigureOut">
              <a:rPr lang="es-ES" smtClean="0"/>
              <a:t>20/03/2013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7DBF-FE60-49EB-B83A-0E9AC357CC78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3DC5-1EAE-4E9A-AC95-3057C573F62F}" type="datetimeFigureOut">
              <a:rPr lang="es-ES" smtClean="0"/>
              <a:t>20/03/2013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7DBF-FE60-49EB-B83A-0E9AC357CC78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 dirty="0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3DC5-1EAE-4E9A-AC95-3057C573F62F}" type="datetimeFigureOut">
              <a:rPr lang="es-ES" smtClean="0"/>
              <a:t>20/03/2013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7DBF-FE60-49EB-B83A-0E9AC357CC78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3DC5-1EAE-4E9A-AC95-3057C573F62F}" type="datetimeFigureOut">
              <a:rPr lang="es-ES" smtClean="0"/>
              <a:t>20/03/2013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7DBF-FE60-49EB-B83A-0E9AC357CC78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3DC5-1EAE-4E9A-AC95-3057C573F62F}" type="datetimeFigureOut">
              <a:rPr lang="es-ES" smtClean="0"/>
              <a:t>20/03/2013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7DBF-FE60-49EB-B83A-0E9AC357CC78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F3413DC5-1EAE-4E9A-AC95-3057C573F62F}" type="datetimeFigureOut">
              <a:rPr lang="es-ES" smtClean="0"/>
              <a:t>20/03/2013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A307DBF-FE60-49EB-B83A-0E9AC357CC78}" type="slidenum">
              <a:rPr lang="es-ES" smtClean="0"/>
              <a:t>‹Nº›</a:t>
            </a:fld>
            <a:endParaRPr lang="es-E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1" Type="http://schemas.openxmlformats.org/officeDocument/2006/relationships/audio" Target="file:///C:\Users\usuario\Music\Angie%20Vazquez%20-%20La%20separaci&#243;n%20(Tema%20completo%20de%20Tinkerbell%202012)_(360p)%20(2).mp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6000" dirty="0" smtClean="0">
                <a:solidFill>
                  <a:srgbClr val="00B0F0"/>
                </a:solidFill>
                <a:latin typeface="Curlz MT" pitchFamily="82" charset="0"/>
                <a:cs typeface="Aharoni" pitchFamily="2" charset="-79"/>
              </a:rPr>
              <a:t>La sinceridad</a:t>
            </a:r>
            <a:endParaRPr lang="es-ES" sz="6000" dirty="0">
              <a:solidFill>
                <a:srgbClr val="00B0F0"/>
              </a:solidFill>
              <a:latin typeface="Curlz MT" pitchFamily="82" charset="0"/>
              <a:cs typeface="Aharoni" pitchFamily="2" charset="-79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00166" y="3357562"/>
            <a:ext cx="6400800" cy="1752600"/>
          </a:xfrm>
        </p:spPr>
        <p:txBody>
          <a:bodyPr/>
          <a:lstStyle/>
          <a:p>
            <a:pPr algn="l"/>
            <a:r>
              <a:rPr lang="es-ES" dirty="0" smtClean="0">
                <a:solidFill>
                  <a:schemeClr val="bg1">
                    <a:lumMod val="50000"/>
                  </a:schemeClr>
                </a:solidFill>
                <a:latin typeface="Curlz MT" pitchFamily="82" charset="0"/>
              </a:rPr>
              <a:t>¿ la estamos practicando?...</a:t>
            </a:r>
            <a:endParaRPr lang="es-ES" dirty="0">
              <a:solidFill>
                <a:schemeClr val="bg1">
                  <a:lumMod val="50000"/>
                </a:schemeClr>
              </a:solidFill>
              <a:latin typeface="Curlz MT" pitchFamily="82" charset="0"/>
            </a:endParaRPr>
          </a:p>
        </p:txBody>
      </p:sp>
      <p:pic>
        <p:nvPicPr>
          <p:cNvPr id="4" name="3 Imagen" descr="400_1208212743_perros-blanc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44470">
            <a:off x="5857884" y="4214818"/>
            <a:ext cx="3048000" cy="2286000"/>
          </a:xfrm>
          <a:prstGeom prst="rect">
            <a:avLst/>
          </a:prstGeom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  <a:softEdge rad="112500"/>
          </a:effectLst>
        </p:spPr>
      </p:pic>
    </p:spTree>
  </p:cSld>
  <p:clrMapOvr>
    <a:masterClrMapping/>
  </p:clrMapOvr>
  <p:transition>
    <p:zoom dir="in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4400" dirty="0" smtClean="0">
                <a:solidFill>
                  <a:schemeClr val="bg1"/>
                </a:solidFill>
                <a:latin typeface="Curlz MT" pitchFamily="82" charset="0"/>
              </a:rPr>
              <a:t>¿ la estamos practicando?</a:t>
            </a:r>
            <a:endParaRPr lang="es-ES" sz="4400" dirty="0">
              <a:solidFill>
                <a:schemeClr val="bg1"/>
              </a:solidFill>
              <a:latin typeface="Curlz MT" pitchFamily="82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s-ES" dirty="0" smtClean="0"/>
              <a:t>De que manera estamos practicando la sinceridad; estamos diciendo la verdad?: NO, muy pocas veces decimos la verdad pero la mayoría son mentiras, estamos pidiendo permiso para coger las cosas?: No ;siempre cogemos las cosas sin permiso. </a:t>
            </a:r>
          </a:p>
          <a:p>
            <a:endParaRPr lang="es-ES" dirty="0" smtClean="0"/>
          </a:p>
          <a:p>
            <a:r>
              <a:rPr lang="es-ES" sz="4400" dirty="0" smtClean="0"/>
              <a:t>¿ que nos pasa?</a:t>
            </a:r>
          </a:p>
          <a:p>
            <a:r>
              <a:rPr lang="es-ES" sz="4400" dirty="0" smtClean="0"/>
              <a:t>Ya es hora de cambiar</a:t>
            </a:r>
            <a:endParaRPr lang="es-ES" sz="4400" dirty="0"/>
          </a:p>
        </p:txBody>
      </p:sp>
      <p:pic>
        <p:nvPicPr>
          <p:cNvPr id="1026" name="Picture 2" descr="C:\Program Files\Microsoft Office\MEDIA\CAGCAT10\j0234131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140" y="142852"/>
            <a:ext cx="1952531" cy="2076261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4000" dirty="0" smtClean="0">
                <a:latin typeface="Curlz MT" pitchFamily="82" charset="0"/>
              </a:rPr>
              <a:t>¿ y entonces que hacemos?</a:t>
            </a:r>
            <a:endParaRPr lang="es-ES" sz="4000" dirty="0">
              <a:latin typeface="Curlz MT" pitchFamily="82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 smtClean="0"/>
              <a:t>Lo que vamos a hacer es cambiar; vamos a dejar el pasado atrás, vamos a reconocer nuestros errores, vamos a dejar de culpar a nuestras compañeras cuando no tienen la culpa.</a:t>
            </a:r>
          </a:p>
          <a:p>
            <a:r>
              <a:rPr lang="es-ES" dirty="0" smtClean="0"/>
              <a:t>¡están de acuerdo!</a:t>
            </a:r>
            <a:endParaRPr lang="es-ES" dirty="0"/>
          </a:p>
        </p:txBody>
      </p:sp>
      <p:pic>
        <p:nvPicPr>
          <p:cNvPr id="2050" name="Picture 2" descr="C:\Program Files\Microsoft Office\MEDIA\CAGCAT10\j0230876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140" y="500042"/>
            <a:ext cx="1736772" cy="174903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51" name="Picture 3" descr="C:\Program Files\Microsoft Office\MEDIA\CAGCAT10\j0230876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4468446"/>
            <a:ext cx="2201184" cy="221651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3200" dirty="0" smtClean="0">
                <a:latin typeface="Curlz MT" pitchFamily="82" charset="0"/>
              </a:rPr>
              <a:t>¡</a:t>
            </a:r>
            <a:r>
              <a:rPr lang="es-ES" sz="3200" dirty="0" smtClean="0">
                <a:latin typeface="Curlz MT" pitchFamily="82" charset="0"/>
              </a:rPr>
              <a:t>Si nos lo proponemos, juntas lo hacemos!</a:t>
            </a:r>
            <a:endParaRPr lang="es-ES" sz="3200" dirty="0">
              <a:latin typeface="Curlz MT" pitchFamily="82" charset="0"/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 smtClean="0"/>
              <a:t>No mal interpretemos a las otras compañeras primero las debemos de conocer.</a:t>
            </a:r>
          </a:p>
          <a:p>
            <a:r>
              <a:rPr lang="es-ES" dirty="0" smtClean="0"/>
              <a:t>Para practicar la sinceridad no se necesita solo de uno sino que de todos; y así de una florecita diminuta podemos hacer un hermoso arreglo de flores así que ¡todas a trabajar en equipo para una buena sinceridad!</a:t>
            </a:r>
            <a:endParaRPr lang="es-ES" dirty="0"/>
          </a:p>
        </p:txBody>
      </p:sp>
      <p:pic>
        <p:nvPicPr>
          <p:cNvPr id="4" name="3 Imagen" descr="Pengui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649808">
            <a:off x="285720" y="4357694"/>
            <a:ext cx="2857488" cy="2143116"/>
          </a:xfrm>
          <a:prstGeom prst="rect">
            <a:avLst/>
          </a:prstGeom>
        </p:spPr>
      </p:pic>
      <p:pic>
        <p:nvPicPr>
          <p:cNvPr id="5" name="4 Imagen" descr="Hydrangea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878965">
            <a:off x="6429388" y="142852"/>
            <a:ext cx="2428892" cy="1821669"/>
          </a:xfrm>
          <a:prstGeom prst="rect">
            <a:avLst/>
          </a:prstGeom>
        </p:spPr>
      </p:pic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>
                <a:latin typeface="Curlz MT" pitchFamily="82" charset="0"/>
              </a:rPr>
              <a:t>Si lo hacemos una sonrisa tenemos</a:t>
            </a:r>
            <a:endParaRPr lang="es-ES" dirty="0">
              <a:latin typeface="Curlz MT" pitchFamily="82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2400" dirty="0" smtClean="0"/>
              <a:t>Si todas practicamos la sinceridad se borraran muchas caras tristes y aparecerán muchas caritas felices entonces: </a:t>
            </a:r>
            <a:r>
              <a:rPr lang="es-ES" sz="2400" dirty="0" smtClean="0">
                <a:solidFill>
                  <a:srgbClr val="EB5FD0"/>
                </a:solidFill>
              </a:rPr>
              <a:t>¡A CAMBIAR!</a:t>
            </a:r>
          </a:p>
          <a:p>
            <a:endParaRPr lang="es-ES" sz="3600" dirty="0">
              <a:solidFill>
                <a:srgbClr val="EB5FD0"/>
              </a:solidFill>
            </a:endParaRPr>
          </a:p>
        </p:txBody>
      </p:sp>
      <p:pic>
        <p:nvPicPr>
          <p:cNvPr id="4" name="3 Imagen" descr="Koal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337551">
            <a:off x="1" y="4572008"/>
            <a:ext cx="3047990" cy="22859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comb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video</a:t>
            </a:r>
            <a:endParaRPr lang="es-ES" dirty="0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/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Angie Vazquez - La separación (Tema completo de Tinkerbell 2012)_(360p) (2)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/>
          <a:stretch>
            <a:fillRect/>
          </a:stretch>
        </p:blipFill>
        <p:spPr>
          <a:xfrm>
            <a:off x="2643174" y="4143380"/>
            <a:ext cx="1357323" cy="13573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403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Personalizado 1">
      <a:dk1>
        <a:srgbClr val="B367FF"/>
      </a:dk1>
      <a:lt1>
        <a:sysClr val="window" lastClr="FFFFFF"/>
      </a:lt1>
      <a:dk2>
        <a:srgbClr val="F0CCE2"/>
      </a:dk2>
      <a:lt2>
        <a:srgbClr val="C3DFE9"/>
      </a:lt2>
      <a:accent1>
        <a:srgbClr val="7030A0"/>
      </a:accent1>
      <a:accent2>
        <a:srgbClr val="DAC9E3"/>
      </a:accent2>
      <a:accent3>
        <a:srgbClr val="6BB1C9"/>
      </a:accent3>
      <a:accent4>
        <a:srgbClr val="D8D8D8"/>
      </a:accent4>
      <a:accent5>
        <a:srgbClr val="7E6BC9"/>
      </a:accent5>
      <a:accent6>
        <a:srgbClr val="A379BB"/>
      </a:accent6>
      <a:hlink>
        <a:srgbClr val="7030A0"/>
      </a:hlink>
      <a:folHlink>
        <a:srgbClr val="00B0F0"/>
      </a:folHlink>
    </a:clrScheme>
    <a:fontScheme name="Vért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93</TotalTime>
  <Words>204</Words>
  <Application>Microsoft Office PowerPoint</Application>
  <PresentationFormat>Presentación en pantalla (4:3)</PresentationFormat>
  <Paragraphs>16</Paragraphs>
  <Slides>6</Slides>
  <Notes>0</Notes>
  <HiddenSlides>0</HiddenSlides>
  <MMClips>1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Vértice</vt:lpstr>
      <vt:lpstr>La sinceridad</vt:lpstr>
      <vt:lpstr>¿ la estamos practicando?</vt:lpstr>
      <vt:lpstr>¿ y entonces que hacemos?</vt:lpstr>
      <vt:lpstr>¡Si nos lo proponemos, juntas lo hacemos!</vt:lpstr>
      <vt:lpstr>Si lo hacemos una sonrisa tenemos</vt:lpstr>
      <vt:lpstr>video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sinceridad</dc:title>
  <dc:creator>usuario</dc:creator>
  <cp:lastModifiedBy>usuario</cp:lastModifiedBy>
  <cp:revision>1</cp:revision>
  <dcterms:created xsi:type="dcterms:W3CDTF">2013-03-20T22:32:12Z</dcterms:created>
  <dcterms:modified xsi:type="dcterms:W3CDTF">2013-03-21T00:05:34Z</dcterms:modified>
</cp:coreProperties>
</file>