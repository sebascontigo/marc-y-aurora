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CF1A91-FA8E-196B-307A-D4B05D628E8F}" name="Marc Souza" initials="MS" userId="e627785786ee667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37516-FEA4-424B-BD31-1D9873101154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7FC7A-7546-47BB-BF18-B23EFF4722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67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7FC7A-7546-47BB-BF18-B23EFF4722C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0517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7FC7A-7546-47BB-BF18-B23EFF4722C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367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103B6-5AD0-5434-F0C5-01CE80F2A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320183-DDA9-21E9-F1A1-D26002B88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C313F4-6E22-76EC-CD3C-07474656A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E81C20-6CEE-DDAB-4B6A-C92C67683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BD9A41-9114-207A-C2B5-74D80764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1740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0CFED-6C0A-6B34-0D3F-9EE452AD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CC81BC-3530-E7CD-AB4A-7F5439CDF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EB7AA2-C974-D945-EE26-A242B758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337329-8D0C-E4BE-C841-34400748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A8B117-A330-B52A-A43A-330675D4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010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F75FC-681F-7E97-A238-A1A8B705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78BEF2-1517-411D-92BF-DE578B3B1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5224D7-9151-0F22-C8E9-ED6EE67CB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B9EE76-DA57-8D15-6E9C-C82B662A0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F5D952-FAA4-8C95-B63F-96F88A5B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244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C3286-546A-9DA8-2549-CCFA798A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AA63CE-8D42-3C78-140D-A1BA21AE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BEC9EE-774D-CFF6-2A37-6B7F7B2AC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AC0B1-7DF6-5F66-813C-3741009CC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627E48-3E8E-F897-8DCE-359B1C77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3DB848-2650-1FE6-3733-A397141C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6513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32130-E566-F8AE-3761-3845D0110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48D88E-9C62-C00F-9EE8-205F024E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F8C530-DF14-B446-AF43-0C460038F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9071DBD-7297-372A-5078-06647B6BE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893677-6DB6-474F-FE47-CD41C2E4B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B5B9104-57EC-7D59-69FA-CFF3CB5E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AFC154E-8B3D-55B5-B6C9-96E03D09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E4B030-1857-FEC2-8934-207D0B8F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0543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04C4A-64D8-3DB2-8190-F7F5BE24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9654F6-E911-1EB3-5F3A-562A5CD9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90DA43-6FEE-2631-D7CA-AE52C00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2F6DA4-F933-E9C7-78EA-8E4241C7B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6279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B916C5-8AB2-1A17-E8F4-A236134B4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0FBC3EA-4911-2590-05C3-B178C5AF2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F407A0-53E1-7C9B-0B05-D969F31F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316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29E42-13E0-43DF-4CC7-07CCBB0AE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235A77-0E34-8343-8264-2CE2813D1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7DD9D4-4158-97FA-DB37-F23F31F57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ED154F-414A-B780-78C6-401F02F2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8CFC65-1CD0-665C-6AC2-F1A8506B2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900CA8-34E5-6968-ADC3-66E95046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0447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08F64-6DAE-BEC7-5FDA-54FE02CC5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A16A0C-04E3-1FA4-F36C-18B956030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EE26DE-35E8-3B92-EE9E-1D0FA26F1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9E0F00-24E4-B91D-5BB1-1651560CB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1C1440-90D1-CDB0-65C5-833D6379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6194BD-C0E2-A74E-EBDE-C312489C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038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600A2-E9E0-8475-130C-98FCCB7F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D91F03-BE33-7A7C-B702-74EA33904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F4E646-146C-C0EB-5D09-D737177F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52367F-9DA9-1B1E-96D3-2CE2A9B9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138E7F-D197-1936-CBF7-45B20357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426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0D602C-ABE5-0E97-74A4-C14F20EDE8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A51A9D-7966-1AB9-FE8F-2FE8B3B84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EF19D1-D749-9747-D777-A0B55864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AAD73E-1FD6-6DC7-A84C-D6DA48BF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2FE718-3A7F-EA58-218D-7CB4754C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202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B88D6B-5BF2-03CA-48EE-9362A161E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A420CB-2A5C-6BBC-E77D-33A2636A8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E2EB8F-22DA-2CD5-8363-3B0EA9782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A0A44-4C45-4EEA-B815-305DFBC7E25A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7C8750-909C-6B8A-6B2F-E2F62B9A8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6F0468-5DA2-8704-B2A9-5DBC38B6C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553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31147B-10EB-6942-BDD9-A917D2561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2400" b="1" dirty="0"/>
              <a:t>Método </a:t>
            </a:r>
            <a:br>
              <a:rPr lang="es-ES" dirty="0"/>
            </a:br>
            <a:r>
              <a:rPr lang="es-ES" dirty="0"/>
              <a:t>Despierta!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45202F-1346-5B30-4758-56CD55673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s-ES" sz="2800" dirty="0"/>
          </a:p>
          <a:p>
            <a:r>
              <a:rPr lang="es-E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Nosce</a:t>
            </a: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te </a:t>
            </a:r>
            <a:r>
              <a:rPr lang="es-E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172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7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C5FEC08-5BBC-1A21-C402-206BCA2570DC}"/>
              </a:ext>
            </a:extLst>
          </p:cNvPr>
          <p:cNvSpPr txBox="1"/>
          <p:nvPr/>
        </p:nvSpPr>
        <p:spPr>
          <a:xfrm>
            <a:off x="965201" y="-1"/>
            <a:ext cx="3330576" cy="6587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dirty="0" err="1">
                <a:effectLst/>
              </a:rPr>
              <a:t>Llevas</a:t>
            </a:r>
            <a:r>
              <a:rPr lang="en-US" sz="2800" b="1" i="0" u="none" strike="noStrike" dirty="0">
                <a:effectLst/>
              </a:rPr>
              <a:t> meses, </a:t>
            </a:r>
            <a:r>
              <a:rPr lang="en-US" sz="2800" b="1" i="0" u="none" strike="noStrike" dirty="0" err="1">
                <a:effectLst/>
              </a:rPr>
              <a:t>quizá</a:t>
            </a:r>
            <a:r>
              <a:rPr lang="en-US" sz="2800" b="1" i="0" u="none" strike="noStrike" dirty="0">
                <a:effectLst/>
              </a:rPr>
              <a:t> </a:t>
            </a:r>
            <a:r>
              <a:rPr lang="en-US" sz="2800" b="1" i="0" u="none" strike="noStrike" dirty="0" err="1">
                <a:effectLst/>
              </a:rPr>
              <a:t>años</a:t>
            </a:r>
            <a:r>
              <a:rPr lang="en-US" sz="2800" b="1" i="0" u="none" strike="noStrike" dirty="0">
                <a:effectLst/>
              </a:rPr>
              <a:t> </a:t>
            </a:r>
            <a:r>
              <a:rPr lang="en-US" sz="2800" b="1" i="0" u="none" strike="noStrike" dirty="0" err="1">
                <a:effectLst/>
              </a:rPr>
              <a:t>intentando</a:t>
            </a:r>
            <a:r>
              <a:rPr lang="en-US" sz="2800" b="1" i="0" u="none" strike="noStrike" dirty="0">
                <a:effectLst/>
              </a:rPr>
              <a:t> </a:t>
            </a:r>
            <a:r>
              <a:rPr lang="en-US" sz="2800" b="1" i="0" u="none" strike="noStrike" dirty="0" err="1">
                <a:effectLst/>
              </a:rPr>
              <a:t>estar</a:t>
            </a:r>
            <a:r>
              <a:rPr lang="en-US" sz="2800" b="1" i="0" u="none" strike="noStrike" dirty="0">
                <a:effectLst/>
              </a:rPr>
              <a:t> bien</a:t>
            </a:r>
            <a:r>
              <a:rPr lang="en-US" sz="2800" b="0" i="0" u="none" strike="noStrike" dirty="0">
                <a:effectLst/>
              </a:rPr>
              <a:t>. 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effectLst/>
              </a:rPr>
              <a:t>Tal </a:t>
            </a:r>
            <a:r>
              <a:rPr lang="en-US" sz="2800" b="0" i="0" u="none" strike="noStrike" dirty="0" err="1">
                <a:effectLst/>
              </a:rPr>
              <a:t>vez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ya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probaste</a:t>
            </a:r>
            <a:r>
              <a:rPr lang="en-US" sz="2800" b="0" i="0" u="none" strike="noStrike" dirty="0">
                <a:effectLst/>
              </a:rPr>
              <a:t> con un </a:t>
            </a:r>
            <a:r>
              <a:rPr lang="en-US" sz="2800" b="0" i="0" u="none" strike="noStrike" dirty="0" err="1">
                <a:effectLst/>
              </a:rPr>
              <a:t>psicólogo</a:t>
            </a:r>
            <a:r>
              <a:rPr lang="en-US" sz="2800" b="0" i="0" u="none" strike="noStrike" dirty="0">
                <a:effectLst/>
              </a:rPr>
              <a:t>, con pastillas, con </a:t>
            </a:r>
            <a:r>
              <a:rPr lang="en-US" sz="2800" b="0" i="0" u="none" strike="noStrike" dirty="0" err="1">
                <a:effectLst/>
              </a:rPr>
              <a:t>Meditación</a:t>
            </a:r>
            <a:r>
              <a:rPr lang="en-US" sz="2800" b="0" i="0" u="none" strike="noStrike" dirty="0">
                <a:effectLst/>
              </a:rPr>
              <a:t>, </a:t>
            </a:r>
            <a:r>
              <a:rPr lang="en-US" sz="2800" b="0" i="0" u="none" strike="noStrike" dirty="0" err="1">
                <a:effectLst/>
              </a:rPr>
              <a:t>deporte</a:t>
            </a:r>
            <a:r>
              <a:rPr lang="en-US" sz="2800" b="0" i="0" u="none" strike="noStrike" dirty="0">
                <a:effectLst/>
              </a:rPr>
              <a:t>, </a:t>
            </a:r>
            <a:r>
              <a:rPr lang="en-US" sz="2800" b="0" i="0" u="none" strike="noStrike" dirty="0" err="1">
                <a:effectLst/>
              </a:rPr>
              <a:t>libros</a:t>
            </a:r>
            <a:r>
              <a:rPr lang="en-US" sz="2800" b="0" i="0" u="none" strike="noStrike" dirty="0">
                <a:effectLst/>
              </a:rPr>
              <a:t> de auto </a:t>
            </a:r>
            <a:r>
              <a:rPr lang="en-US" sz="2800" b="0" i="0" u="none" strike="noStrike" dirty="0" err="1">
                <a:effectLst/>
              </a:rPr>
              <a:t>ayuda</a:t>
            </a:r>
            <a:r>
              <a:rPr lang="en-US" sz="2800" b="0" i="0" u="none" strike="noStrike" dirty="0">
                <a:effectLst/>
              </a:rPr>
              <a:t> e </a:t>
            </a:r>
            <a:r>
              <a:rPr lang="en-US" sz="2800" b="0" i="0" u="none" strike="noStrike" dirty="0" err="1">
                <a:effectLst/>
              </a:rPr>
              <a:t>incluso</a:t>
            </a:r>
            <a:r>
              <a:rPr lang="en-US" sz="2800" b="0" i="0" u="none" strike="noStrike" dirty="0">
                <a:effectLst/>
              </a:rPr>
              <a:t> hasta </a:t>
            </a:r>
            <a:r>
              <a:rPr lang="en-US" sz="2800" b="0" i="0" u="none" strike="noStrike" dirty="0" err="1">
                <a:effectLst/>
              </a:rPr>
              <a:t>algún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retiro</a:t>
            </a:r>
            <a:r>
              <a:rPr lang="en-US" sz="2800" b="0" i="0" u="none" strike="noStrike" dirty="0">
                <a:effectLst/>
              </a:rPr>
              <a:t>. Y </a:t>
            </a:r>
            <a:r>
              <a:rPr lang="en-US" sz="2800" b="0" i="0" u="none" strike="noStrike" dirty="0" err="1">
                <a:effectLst/>
              </a:rPr>
              <a:t>aun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así</a:t>
            </a:r>
            <a:r>
              <a:rPr lang="en-US" sz="2800" b="0" i="0" u="none" strike="noStrike" dirty="0">
                <a:effectLst/>
              </a:rPr>
              <a:t>, </a:t>
            </a:r>
            <a:r>
              <a:rPr lang="en-US" sz="2800" b="0" i="0" u="none" strike="noStrike" dirty="0" err="1">
                <a:effectLst/>
              </a:rPr>
              <a:t>te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sigues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despertando</a:t>
            </a:r>
            <a:r>
              <a:rPr lang="en-US" sz="2800" b="0" i="0" u="none" strike="noStrike" dirty="0">
                <a:effectLst/>
              </a:rPr>
              <a:t> con la </a:t>
            </a:r>
            <a:r>
              <a:rPr lang="en-US" sz="2800" b="0" i="0" u="none" strike="noStrike" dirty="0" err="1">
                <a:effectLst/>
              </a:rPr>
              <a:t>misma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presión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en</a:t>
            </a:r>
            <a:r>
              <a:rPr lang="en-US" sz="2800" b="0" i="0" u="none" strike="noStrike" dirty="0">
                <a:effectLst/>
              </a:rPr>
              <a:t> el </a:t>
            </a:r>
            <a:r>
              <a:rPr lang="en-US" sz="2800" b="0" i="0" u="none" strike="noStrike" dirty="0" err="1">
                <a:effectLst/>
              </a:rPr>
              <a:t>pecho</a:t>
            </a:r>
            <a:r>
              <a:rPr lang="en-US" sz="2800" b="0" i="0" u="none" strike="noStrike" dirty="0">
                <a:effectLst/>
              </a:rPr>
              <a:t>, y la cabeza </a:t>
            </a:r>
            <a:r>
              <a:rPr lang="en-US" sz="2800" b="0" i="0" u="none" strike="noStrike" dirty="0" err="1">
                <a:effectLst/>
              </a:rPr>
              <a:t>sigue</a:t>
            </a:r>
            <a:r>
              <a:rPr lang="en-US" sz="2800" b="0" i="0" u="none" strike="noStrike" dirty="0">
                <a:effectLst/>
              </a:rPr>
              <a:t> sin </a:t>
            </a:r>
            <a:r>
              <a:rPr lang="en-US" sz="2800" b="0" i="0" u="none" strike="noStrike" dirty="0" err="1">
                <a:effectLst/>
              </a:rPr>
              <a:t>parar</a:t>
            </a:r>
            <a:r>
              <a:rPr lang="en-US" sz="2800" b="0" i="0" u="none" strike="noStrike" dirty="0">
                <a:effectLst/>
              </a:rPr>
              <a:t>.</a:t>
            </a:r>
            <a:endParaRPr lang="en-US" sz="2800" b="0" dirty="0"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br>
              <a:rPr lang="en-US" sz="2800" dirty="0"/>
            </a:br>
            <a:endParaRPr lang="en-US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A9E266-DE20-FAF9-BEEA-08BCA35BE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1" r="15082" b="-2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27713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1B3BE13-16F5-2970-7DB4-46E46295F9FA}"/>
              </a:ext>
            </a:extLst>
          </p:cNvPr>
          <p:cNvSpPr txBox="1"/>
          <p:nvPr/>
        </p:nvSpPr>
        <p:spPr>
          <a:xfrm>
            <a:off x="814648" y="3690851"/>
            <a:ext cx="571915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O tal vez despiertas con la sensación de estar vivir en piloto automático. “Te levantas, trabajas, vuelves, cumples, caes en el sofá, y te preguntas: ¿Realmente es esto lo que quiero? </a:t>
            </a:r>
            <a:endParaRPr lang="es-ES" sz="2800" b="0" dirty="0">
              <a:effectLst/>
            </a:endParaRPr>
          </a:p>
          <a:p>
            <a:br>
              <a:rPr lang="es-ES" dirty="0"/>
            </a:b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8BEE400-941A-76D0-1E73-AB31C586B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5986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D428222-4B82-1341-CC76-D74EBBD70A71}"/>
              </a:ext>
            </a:extLst>
          </p:cNvPr>
          <p:cNvSpPr txBox="1"/>
          <p:nvPr/>
        </p:nvSpPr>
        <p:spPr>
          <a:xfrm>
            <a:off x="432262" y="1055466"/>
            <a:ext cx="6301047" cy="370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800"/>
              </a:spcAft>
              <a:buNone/>
            </a:pPr>
            <a:r>
              <a:rPr lang="es-E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 tal vez despiertas con la sensación de vivir en piloto automático. “Te levantas, trabajas, vuelves, cumples, caes en el sofá, y te preguntas: ¿Realmente es esto lo que quiero el resto de mi vida? </a:t>
            </a:r>
            <a:endParaRPr lang="es-ES" sz="3200" b="0" dirty="0">
              <a:effectLst/>
            </a:endParaRPr>
          </a:p>
          <a:p>
            <a:pPr>
              <a:buNone/>
            </a:pP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7110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8E937823-A678-9B4D-1DBB-4752FF5B6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2" r="8734" b="1"/>
          <a:stretch>
            <a:fillRect/>
          </a:stretch>
        </p:blipFill>
        <p:spPr>
          <a:xfrm>
            <a:off x="3882570" y="10"/>
            <a:ext cx="8309429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6" name="Group 16">
            <a:extLst>
              <a:ext uri="{FF2B5EF4-FFF2-40B4-BE49-F238E27FC236}">
                <a16:creationId xmlns:a16="http://schemas.microsoft.com/office/drawing/2014/main" id="{63737881-458F-40AD-B72B-B57D267DC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2967126-346F-41EA-982D-63D8EBB60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BCD9601-1F44-4E40-998C-1B256DAE9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A1CA4E9-12FA-47EB-8471-25E8D55152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E13A9BF0-334C-4457-A635-9CA4877EAAF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F05821A-8598-44E4-A18C-538D5331E4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A4ECC81-E17F-4F87-9A0B-398363A864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1FBBD7D8-A895-40D0-A53D-DEDF495B2F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BA602493-BC70-48CF-BDBA-88A8662274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06C187E3-CAA7-818B-9FB3-684A2055944D}"/>
              </a:ext>
            </a:extLst>
          </p:cNvPr>
          <p:cNvSpPr txBox="1"/>
          <p:nvPr/>
        </p:nvSpPr>
        <p:spPr>
          <a:xfrm flipV="1">
            <a:off x="6052868" y="2523060"/>
            <a:ext cx="5089585" cy="4081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C17A38E-867B-D628-E890-74DC51719B24}"/>
              </a:ext>
            </a:extLst>
          </p:cNvPr>
          <p:cNvSpPr txBox="1"/>
          <p:nvPr/>
        </p:nvSpPr>
        <p:spPr>
          <a:xfrm>
            <a:off x="417120" y="179250"/>
            <a:ext cx="286304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i="1" dirty="0">
                <a:solidFill>
                  <a:schemeClr val="bg1"/>
                </a:solidFill>
              </a:rPr>
              <a:t>Si esto te está pasando, quédate, porque en los próximos doce minutos vas a entender exactamente dónde está la causa, y por qué nada de lo que has probado te ha funcionado de verdad.</a:t>
            </a:r>
          </a:p>
          <a:p>
            <a:br>
              <a:rPr lang="es-ES" b="1" dirty="0">
                <a:solidFill>
                  <a:schemeClr val="bg1"/>
                </a:solidFill>
              </a:rPr>
            </a:br>
            <a:br>
              <a:rPr lang="es-ES" dirty="0"/>
            </a:br>
            <a:endParaRPr lang="es-E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6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B551A3-7AA6-63B3-F8BE-9701AE702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8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69C5FD-E48E-B424-4FE9-A4FCCC0D76B6}"/>
              </a:ext>
            </a:extLst>
          </p:cNvPr>
          <p:cNvSpPr txBox="1"/>
          <p:nvPr/>
        </p:nvSpPr>
        <p:spPr>
          <a:xfrm>
            <a:off x="424815" y="361950"/>
            <a:ext cx="3385184" cy="55633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Mi </a:t>
            </a:r>
            <a:r>
              <a:rPr lang="en-US" sz="2800" dirty="0" err="1"/>
              <a:t>nombre</a:t>
            </a:r>
            <a:r>
              <a:rPr lang="en-US" sz="2800" dirty="0"/>
              <a:t> es Marc Souza, y soy el </a:t>
            </a:r>
            <a:r>
              <a:rPr lang="en-US" sz="2800" dirty="0" err="1"/>
              <a:t>creador</a:t>
            </a:r>
            <a:r>
              <a:rPr lang="en-US" sz="2800" dirty="0"/>
              <a:t> del </a:t>
            </a:r>
            <a:r>
              <a:rPr lang="en-US" sz="2800" dirty="0" err="1"/>
              <a:t>Método</a:t>
            </a:r>
            <a:r>
              <a:rPr lang="en-US" sz="2800" dirty="0"/>
              <a:t> </a:t>
            </a:r>
            <a:r>
              <a:rPr lang="en-US" sz="2800" b="1" dirty="0"/>
              <a:t>DESPIERTA!</a:t>
            </a:r>
            <a:r>
              <a:rPr lang="en-US" sz="28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De entrada </a:t>
            </a:r>
            <a:r>
              <a:rPr lang="en-US" sz="2800" dirty="0" err="1"/>
              <a:t>quiero</a:t>
            </a:r>
            <a:r>
              <a:rPr lang="en-US" sz="2800" dirty="0"/>
              <a:t> </a:t>
            </a:r>
            <a:r>
              <a:rPr lang="en-US" sz="2800" dirty="0" err="1"/>
              <a:t>aclarar</a:t>
            </a:r>
            <a:r>
              <a:rPr lang="en-US" sz="2800" dirty="0"/>
              <a:t> </a:t>
            </a:r>
            <a:r>
              <a:rPr lang="en-US" sz="2800" dirty="0" err="1"/>
              <a:t>que</a:t>
            </a:r>
            <a:r>
              <a:rPr lang="en-US" sz="2800" dirty="0"/>
              <a:t> </a:t>
            </a:r>
            <a:r>
              <a:rPr lang="en-US" sz="2800" b="1" dirty="0"/>
              <a:t>no </a:t>
            </a:r>
            <a:r>
              <a:rPr lang="en-US" sz="2800" b="1" dirty="0" err="1"/>
              <a:t>te</a:t>
            </a:r>
            <a:r>
              <a:rPr lang="en-US" sz="2800" b="1" dirty="0"/>
              <a:t> </a:t>
            </a:r>
            <a:r>
              <a:rPr lang="en-US" sz="2800" b="1" dirty="0" err="1"/>
              <a:t>hablo</a:t>
            </a:r>
            <a:r>
              <a:rPr lang="en-US" sz="2800" b="1" dirty="0"/>
              <a:t> </a:t>
            </a:r>
            <a:r>
              <a:rPr lang="en-US" sz="2800" b="1" dirty="0" err="1"/>
              <a:t>desde</a:t>
            </a:r>
            <a:r>
              <a:rPr lang="en-US" sz="2800" b="1" dirty="0"/>
              <a:t> la </a:t>
            </a:r>
            <a:r>
              <a:rPr lang="en-US" sz="2800" b="1" dirty="0" err="1"/>
              <a:t>teoría</a:t>
            </a:r>
            <a:r>
              <a:rPr lang="en-US" sz="2800" b="1" dirty="0"/>
              <a:t> </a:t>
            </a:r>
            <a:r>
              <a:rPr lang="en-US" sz="2800" b="1" dirty="0" err="1"/>
              <a:t>sacada</a:t>
            </a:r>
            <a:r>
              <a:rPr lang="en-US" sz="2800" b="1" dirty="0"/>
              <a:t> de un </a:t>
            </a:r>
            <a:r>
              <a:rPr lang="en-US" sz="2800" b="1" dirty="0" err="1"/>
              <a:t>libro</a:t>
            </a:r>
            <a:r>
              <a:rPr lang="en-US" sz="2800" dirty="0"/>
              <a:t>. </a:t>
            </a:r>
            <a:r>
              <a:rPr lang="en-US" sz="2800" dirty="0" err="1"/>
              <a:t>Te</a:t>
            </a:r>
            <a:r>
              <a:rPr lang="en-US" sz="2800" dirty="0"/>
              <a:t> </a:t>
            </a:r>
            <a:r>
              <a:rPr lang="en-US" sz="2800" dirty="0" err="1"/>
              <a:t>hablo</a:t>
            </a:r>
            <a:r>
              <a:rPr lang="en-US" sz="2800" dirty="0"/>
              <a:t> </a:t>
            </a:r>
            <a:r>
              <a:rPr lang="en-US" sz="2800" dirty="0" err="1"/>
              <a:t>desde</a:t>
            </a:r>
            <a:r>
              <a:rPr lang="en-US" sz="2800" dirty="0"/>
              <a:t> la </a:t>
            </a:r>
            <a:r>
              <a:rPr lang="en-US" sz="2800" b="1" dirty="0"/>
              <a:t>EXPERIENCIA PROPIA </a:t>
            </a:r>
            <a:r>
              <a:rPr lang="en-US" sz="2800" dirty="0"/>
              <a:t> de </a:t>
            </a:r>
            <a:r>
              <a:rPr lang="en-US" sz="2800" dirty="0" err="1"/>
              <a:t>haber</a:t>
            </a:r>
            <a:r>
              <a:rPr lang="en-US" sz="2800" dirty="0"/>
              <a:t> </a:t>
            </a:r>
            <a:r>
              <a:rPr lang="en-US" sz="2800" dirty="0" err="1"/>
              <a:t>salido</a:t>
            </a:r>
            <a:r>
              <a:rPr lang="en-US" sz="2800" dirty="0"/>
              <a:t> de la </a:t>
            </a:r>
            <a:r>
              <a:rPr lang="en-US" sz="2800" dirty="0" err="1"/>
              <a:t>oscuridad</a:t>
            </a:r>
            <a:r>
              <a:rPr lang="en-US" sz="2800" dirty="0"/>
              <a:t> de la </a:t>
            </a:r>
            <a:r>
              <a:rPr lang="en-US" sz="2800" dirty="0" err="1"/>
              <a:t>que</a:t>
            </a:r>
            <a:r>
              <a:rPr lang="en-US" sz="2800" dirty="0"/>
              <a:t> </a:t>
            </a:r>
            <a:r>
              <a:rPr lang="en-US" sz="2800" dirty="0" err="1"/>
              <a:t>muy</a:t>
            </a:r>
            <a:r>
              <a:rPr lang="en-US" sz="2800" dirty="0"/>
              <a:t> </a:t>
            </a:r>
            <a:r>
              <a:rPr lang="en-US" sz="2800" dirty="0" err="1"/>
              <a:t>pocos</a:t>
            </a:r>
            <a:r>
              <a:rPr lang="en-US" sz="2800" dirty="0"/>
              <a:t> </a:t>
            </a:r>
            <a:r>
              <a:rPr lang="en-US" sz="2800" dirty="0" err="1"/>
              <a:t>vuelven</a:t>
            </a:r>
            <a:r>
              <a:rPr lang="en-US" sz="28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8590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40553CB-3296-30CB-CE97-C3C5C1FCC97E}"/>
              </a:ext>
            </a:extLst>
          </p:cNvPr>
          <p:cNvSpPr txBox="1"/>
          <p:nvPr/>
        </p:nvSpPr>
        <p:spPr>
          <a:xfrm>
            <a:off x="548640" y="0"/>
            <a:ext cx="3747136" cy="66335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Durante </a:t>
            </a:r>
            <a:r>
              <a:rPr lang="en-US" sz="2800" dirty="0" err="1"/>
              <a:t>dieciocho</a:t>
            </a:r>
            <a:r>
              <a:rPr lang="en-US" sz="2800" dirty="0"/>
              <a:t> meses, </a:t>
            </a:r>
            <a:r>
              <a:rPr lang="en-US" sz="2800" b="1" dirty="0" err="1"/>
              <a:t>todo</a:t>
            </a:r>
            <a:r>
              <a:rPr lang="en-US" sz="2800" b="1" dirty="0"/>
              <a:t> a la </a:t>
            </a:r>
            <a:r>
              <a:rPr lang="en-US" sz="2800" b="1" dirty="0" err="1"/>
              <a:t>vez</a:t>
            </a:r>
            <a:r>
              <a:rPr lang="en-US" sz="2800" b="1" dirty="0"/>
              <a:t> </a:t>
            </a:r>
            <a:r>
              <a:rPr lang="en-US" sz="2800" b="1" dirty="0" err="1"/>
              <a:t>en</a:t>
            </a:r>
            <a:r>
              <a:rPr lang="en-US" sz="2800" b="1" dirty="0"/>
              <a:t> mi </a:t>
            </a:r>
            <a:r>
              <a:rPr lang="en-US" sz="2800" b="1" dirty="0" err="1"/>
              <a:t>vida</a:t>
            </a:r>
            <a:r>
              <a:rPr lang="en-US" sz="2800" b="1" dirty="0"/>
              <a:t> se vino </a:t>
            </a:r>
            <a:r>
              <a:rPr lang="en-US" sz="2800" b="1" dirty="0" err="1"/>
              <a:t>abajo</a:t>
            </a:r>
            <a:r>
              <a:rPr lang="en-US" sz="2800" b="1" dirty="0"/>
              <a:t>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 err="1"/>
              <a:t>Cuidaba</a:t>
            </a:r>
            <a:r>
              <a:rPr lang="en-US" sz="2800" dirty="0"/>
              <a:t> a mi madre </a:t>
            </a:r>
            <a:r>
              <a:rPr lang="en-US" sz="2800" dirty="0" err="1"/>
              <a:t>que</a:t>
            </a:r>
            <a:r>
              <a:rPr lang="en-US" sz="2800" dirty="0"/>
              <a:t> era </a:t>
            </a:r>
            <a:r>
              <a:rPr lang="en-US" sz="2800" dirty="0" err="1"/>
              <a:t>totalmente</a:t>
            </a:r>
            <a:r>
              <a:rPr lang="en-US" sz="2800" dirty="0"/>
              <a:t> </a:t>
            </a:r>
            <a:r>
              <a:rPr lang="en-US" sz="2800" dirty="0" err="1"/>
              <a:t>dependiente</a:t>
            </a:r>
            <a:r>
              <a:rPr lang="en-US" sz="2800" dirty="0"/>
              <a:t>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8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Estaba </a:t>
            </a:r>
            <a:r>
              <a:rPr lang="en-US" sz="2800" dirty="0" err="1"/>
              <a:t>arruinado</a:t>
            </a:r>
            <a:r>
              <a:rPr lang="en-US" sz="2800" dirty="0"/>
              <a:t>, </a:t>
            </a:r>
            <a:r>
              <a:rPr lang="en-US" sz="2800" dirty="0" err="1"/>
              <a:t>recién</a:t>
            </a:r>
            <a:r>
              <a:rPr lang="en-US" sz="2800" dirty="0"/>
              <a:t> </a:t>
            </a:r>
            <a:r>
              <a:rPr lang="en-US" sz="2800" dirty="0" err="1"/>
              <a:t>vuelto</a:t>
            </a:r>
            <a:r>
              <a:rPr lang="en-US" sz="2800" dirty="0"/>
              <a:t> de </a:t>
            </a:r>
            <a:r>
              <a:rPr lang="en-US" sz="2800" dirty="0" err="1"/>
              <a:t>emigrar</a:t>
            </a:r>
            <a:r>
              <a:rPr lang="en-US" sz="2800" dirty="0"/>
              <a:t>, y sin nada.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Mis </a:t>
            </a:r>
            <a:r>
              <a:rPr lang="en-US" sz="2800" dirty="0" err="1"/>
              <a:t>ganas</a:t>
            </a:r>
            <a:r>
              <a:rPr lang="en-US" sz="2800" dirty="0"/>
              <a:t> de </a:t>
            </a:r>
            <a:r>
              <a:rPr lang="en-US" sz="2800" dirty="0" err="1"/>
              <a:t>vivir</a:t>
            </a:r>
            <a:r>
              <a:rPr lang="en-US" sz="2800" dirty="0"/>
              <a:t> se </a:t>
            </a:r>
            <a:r>
              <a:rPr lang="en-US" sz="2800" dirty="0" err="1"/>
              <a:t>apagaban</a:t>
            </a:r>
            <a:r>
              <a:rPr lang="en-US" sz="2800" dirty="0"/>
              <a:t>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 err="1"/>
              <a:t>Probé</a:t>
            </a:r>
            <a:r>
              <a:rPr lang="en-US" sz="2800" dirty="0"/>
              <a:t> </a:t>
            </a:r>
            <a:r>
              <a:rPr lang="en-US" sz="2800" dirty="0" err="1"/>
              <a:t>todo</a:t>
            </a:r>
            <a:r>
              <a:rPr lang="en-US" sz="2800" dirty="0"/>
              <a:t> lo </a:t>
            </a:r>
            <a:r>
              <a:rPr lang="en-US" sz="2800" dirty="0" err="1"/>
              <a:t>que</a:t>
            </a:r>
            <a:r>
              <a:rPr lang="en-US" sz="2800" dirty="0"/>
              <a:t> se </a:t>
            </a:r>
            <a:r>
              <a:rPr lang="en-US" sz="2800" dirty="0" err="1"/>
              <a:t>supone</a:t>
            </a:r>
            <a:r>
              <a:rPr lang="en-US" sz="2800" dirty="0"/>
              <a:t> </a:t>
            </a:r>
            <a:r>
              <a:rPr lang="en-US" sz="2800" dirty="0" err="1"/>
              <a:t>que</a:t>
            </a:r>
            <a:r>
              <a:rPr lang="en-US" sz="2800" dirty="0"/>
              <a:t> </a:t>
            </a:r>
            <a:r>
              <a:rPr lang="en-US" sz="2800" dirty="0" err="1"/>
              <a:t>funciona</a:t>
            </a:r>
            <a:r>
              <a:rPr lang="en-US" sz="2800" dirty="0"/>
              <a:t>, </a:t>
            </a:r>
            <a:r>
              <a:rPr lang="en-US" sz="2800" b="1" dirty="0" err="1"/>
              <a:t>pero</a:t>
            </a:r>
            <a:r>
              <a:rPr lang="en-US" sz="2800" b="1" dirty="0"/>
              <a:t> nada me </a:t>
            </a:r>
            <a:r>
              <a:rPr lang="en-US" sz="2800" b="1" dirty="0" err="1"/>
              <a:t>sacaba</a:t>
            </a:r>
            <a:r>
              <a:rPr lang="en-US" sz="2800" b="1" dirty="0"/>
              <a:t> de ahí</a:t>
            </a:r>
            <a:r>
              <a:rPr lang="en-US" sz="28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800" dirty="0"/>
            </a:br>
            <a:endParaRPr lang="en-US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371873-B0C3-0B80-EEE6-C87EFD58B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0" r="-1" b="29954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35603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Idea"/>
          <p:cNvPicPr>
            <a:picLocks noChangeAspect="1"/>
          </p:cNvPicPr>
          <p:nvPr/>
        </p:nvPicPr>
        <p:blipFill>
          <a:blip r:embed="rId2"/>
          <a:srcRect l="12800" r="37200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Fade Overlay"/>
          <p:cNvSpPr/>
          <p:nvPr/>
        </p:nvSpPr>
        <p:spPr>
          <a:xfrm>
            <a:off x="6096000" y="0"/>
            <a:ext cx="3048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5313EA-F05B-35C1-D0C5-FD8B5C4D5C71}"/>
              </a:ext>
            </a:extLst>
          </p:cNvPr>
          <p:cNvSpPr txBox="1"/>
          <p:nvPr/>
        </p:nvSpPr>
        <p:spPr>
          <a:xfrm flipH="1">
            <a:off x="340963" y="123986"/>
            <a:ext cx="490881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Hasta que </a:t>
            </a:r>
            <a:r>
              <a:rPr lang="es-ES" sz="2800" b="1" dirty="0"/>
              <a:t>descubrí algo que me cambió la vida…</a:t>
            </a:r>
            <a:r>
              <a:rPr lang="es-ES" sz="2800" dirty="0"/>
              <a:t> </a:t>
            </a:r>
          </a:p>
          <a:p>
            <a:endParaRPr lang="es-ES" sz="2800" dirty="0"/>
          </a:p>
          <a:p>
            <a:r>
              <a:rPr lang="es-ES" sz="2800" b="1" dirty="0"/>
              <a:t>La causa </a:t>
            </a:r>
            <a:r>
              <a:rPr lang="es-ES" sz="2800" dirty="0"/>
              <a:t>de todo lo que sentía </a:t>
            </a:r>
            <a:r>
              <a:rPr lang="es-ES" sz="2800" b="1" dirty="0"/>
              <a:t>no estaba en mis circunstancias.</a:t>
            </a:r>
            <a:r>
              <a:rPr lang="es-ES" sz="2800" dirty="0"/>
              <a:t> Estaba en una </a:t>
            </a:r>
            <a:r>
              <a:rPr lang="es-ES" sz="2800" b="1" dirty="0"/>
              <a:t>programación</a:t>
            </a:r>
            <a:r>
              <a:rPr lang="es-ES" sz="2800" dirty="0"/>
              <a:t> que llevaba décadas ejecutándose dentro de mí sin mi permiso. </a:t>
            </a:r>
          </a:p>
          <a:p>
            <a:endParaRPr lang="es-ES" sz="2800" dirty="0"/>
          </a:p>
          <a:p>
            <a:r>
              <a:rPr lang="es-ES" sz="2800" dirty="0"/>
              <a:t>Cuando aprendí a cambiarla, </a:t>
            </a:r>
            <a:r>
              <a:rPr lang="es-ES" sz="2800" b="1" dirty="0"/>
              <a:t>mi realidad cambió. </a:t>
            </a:r>
            <a:r>
              <a:rPr lang="es-ES" sz="2800" dirty="0"/>
              <a:t>Y no un poco, cambió por completo.</a:t>
            </a:r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4393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Idea"/>
          <p:cNvPicPr>
            <a:picLocks noChangeAspect="1"/>
          </p:cNvPicPr>
          <p:nvPr/>
        </p:nvPicPr>
        <p:blipFill>
          <a:blip r:embed="rId2"/>
          <a:srcRect l="18062" r="31908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Fade Overlay"/>
          <p:cNvSpPr/>
          <p:nvPr/>
        </p:nvSpPr>
        <p:spPr>
          <a:xfrm>
            <a:off x="6096000" y="0"/>
            <a:ext cx="3048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5D390C-D724-135D-8BD4-7EABB6BB0FA4}"/>
              </a:ext>
            </a:extLst>
          </p:cNvPr>
          <p:cNvSpPr txBox="1"/>
          <p:nvPr/>
        </p:nvSpPr>
        <p:spPr>
          <a:xfrm>
            <a:off x="581891" y="980903"/>
            <a:ext cx="485638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Y eso que aprendí saliendo del fondo es lo que hoy enseño con el Método </a:t>
            </a:r>
            <a:r>
              <a:rPr lang="es-ES" sz="2800" b="1" dirty="0"/>
              <a:t>DESPIERTA!:</a:t>
            </a:r>
            <a:r>
              <a:rPr lang="es-ES" sz="2800" dirty="0"/>
              <a:t> </a:t>
            </a:r>
          </a:p>
          <a:p>
            <a:endParaRPr lang="es-ES" sz="2800" dirty="0"/>
          </a:p>
          <a:p>
            <a:r>
              <a:rPr lang="es-ES" sz="2800" dirty="0"/>
              <a:t>El proceso que va a la </a:t>
            </a:r>
            <a:r>
              <a:rPr lang="es-ES" sz="2800" b="1" dirty="0"/>
              <a:t>causa real </a:t>
            </a:r>
            <a:r>
              <a:rPr lang="es-ES" sz="2800" dirty="0"/>
              <a:t>de la </a:t>
            </a:r>
            <a:r>
              <a:rPr lang="es-ES" sz="2800" b="1" dirty="0"/>
              <a:t>ansiedad</a:t>
            </a:r>
            <a:r>
              <a:rPr lang="es-ES" sz="2800" dirty="0"/>
              <a:t>, del </a:t>
            </a:r>
            <a:r>
              <a:rPr lang="es-ES" sz="2800" b="1" dirty="0"/>
              <a:t>estrés </a:t>
            </a:r>
            <a:r>
              <a:rPr lang="es-ES" sz="2800" dirty="0"/>
              <a:t>y de la mayoría de nuestros </a:t>
            </a:r>
            <a:r>
              <a:rPr lang="es-ES" sz="2800" b="1" dirty="0"/>
              <a:t>bloqueos</a:t>
            </a:r>
            <a:r>
              <a:rPr lang="es-ES" sz="2800" dirty="0"/>
              <a:t>, y de esa sensación </a:t>
            </a:r>
            <a:r>
              <a:rPr lang="es-ES" sz="2800" b="1" dirty="0"/>
              <a:t>de no estar viviendo tu vida</a:t>
            </a:r>
            <a:r>
              <a:rPr lang="es-ES" sz="2800" dirty="0"/>
              <a:t>, para eliminarla desde donde se originó</a:t>
            </a:r>
            <a:r>
              <a:rPr lang="es-ES" dirty="0"/>
              <a:t>.</a:t>
            </a:r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4393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ACBD85E-A404-45CB-B532-1039E479D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67675" y="-3167677"/>
            <a:ext cx="5856341" cy="12191695"/>
          </a:xfrm>
          <a:custGeom>
            <a:avLst/>
            <a:gdLst>
              <a:gd name="connsiteX0" fmla="*/ 0 w 5856341"/>
              <a:gd name="connsiteY0" fmla="*/ 12191695 h 12191695"/>
              <a:gd name="connsiteX1" fmla="*/ 0 w 5856341"/>
              <a:gd name="connsiteY1" fmla="*/ 0 h 12191695"/>
              <a:gd name="connsiteX2" fmla="*/ 243849 w 5856341"/>
              <a:gd name="connsiteY2" fmla="*/ 0 h 12191695"/>
              <a:gd name="connsiteX3" fmla="*/ 505121 w 5856341"/>
              <a:gd name="connsiteY3" fmla="*/ 0 h 12191695"/>
              <a:gd name="connsiteX4" fmla="*/ 723207 w 5856341"/>
              <a:gd name="connsiteY4" fmla="*/ 0 h 12191695"/>
              <a:gd name="connsiteX5" fmla="*/ 755828 w 5856341"/>
              <a:gd name="connsiteY5" fmla="*/ 0 h 12191695"/>
              <a:gd name="connsiteX6" fmla="*/ 1411868 w 5856341"/>
              <a:gd name="connsiteY6" fmla="*/ 0 h 12191695"/>
              <a:gd name="connsiteX7" fmla="*/ 1421034 w 5856341"/>
              <a:gd name="connsiteY7" fmla="*/ 0 h 12191695"/>
              <a:gd name="connsiteX8" fmla="*/ 1515206 w 5856341"/>
              <a:gd name="connsiteY8" fmla="*/ 0 h 12191695"/>
              <a:gd name="connsiteX9" fmla="*/ 2636151 w 5856341"/>
              <a:gd name="connsiteY9" fmla="*/ 0 h 12191695"/>
              <a:gd name="connsiteX10" fmla="*/ 4637890 w 5856341"/>
              <a:gd name="connsiteY10" fmla="*/ 0 h 12191695"/>
              <a:gd name="connsiteX11" fmla="*/ 4654499 w 5856341"/>
              <a:gd name="connsiteY11" fmla="*/ 26661 h 12191695"/>
              <a:gd name="connsiteX12" fmla="*/ 5856341 w 5856341"/>
              <a:gd name="connsiteY12" fmla="*/ 6438338 h 12191695"/>
              <a:gd name="connsiteX13" fmla="*/ 4449211 w 5856341"/>
              <a:gd name="connsiteY13" fmla="*/ 11332719 h 12191695"/>
              <a:gd name="connsiteX14" fmla="*/ 4061349 w 5856341"/>
              <a:gd name="connsiteY14" fmla="*/ 12054097 h 12191695"/>
              <a:gd name="connsiteX15" fmla="*/ 3977450 w 5856341"/>
              <a:gd name="connsiteY15" fmla="*/ 12191695 h 12191695"/>
              <a:gd name="connsiteX16" fmla="*/ 2636151 w 5856341"/>
              <a:gd name="connsiteY16" fmla="*/ 12191695 h 12191695"/>
              <a:gd name="connsiteX17" fmla="*/ 1421034 w 5856341"/>
              <a:gd name="connsiteY17" fmla="*/ 12191695 h 12191695"/>
              <a:gd name="connsiteX18" fmla="*/ 1411868 w 5856341"/>
              <a:gd name="connsiteY18" fmla="*/ 12191695 h 12191695"/>
              <a:gd name="connsiteX19" fmla="*/ 1283685 w 5856341"/>
              <a:gd name="connsiteY19" fmla="*/ 12191695 h 12191695"/>
              <a:gd name="connsiteX20" fmla="*/ 755828 w 5856341"/>
              <a:gd name="connsiteY20" fmla="*/ 12191695 h 12191695"/>
              <a:gd name="connsiteX21" fmla="*/ 723207 w 5856341"/>
              <a:gd name="connsiteY21" fmla="*/ 12191695 h 12191695"/>
              <a:gd name="connsiteX22" fmla="*/ 505121 w 5856341"/>
              <a:gd name="connsiteY22" fmla="*/ 12191695 h 12191695"/>
              <a:gd name="connsiteX23" fmla="*/ 243849 w 5856341"/>
              <a:gd name="connsiteY23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856341" h="12191695">
                <a:moveTo>
                  <a:pt x="0" y="12191695"/>
                </a:moveTo>
                <a:lnTo>
                  <a:pt x="0" y="0"/>
                </a:lnTo>
                <a:lnTo>
                  <a:pt x="243849" y="0"/>
                </a:lnTo>
                <a:lnTo>
                  <a:pt x="505121" y="0"/>
                </a:lnTo>
                <a:lnTo>
                  <a:pt x="723207" y="0"/>
                </a:lnTo>
                <a:lnTo>
                  <a:pt x="755828" y="0"/>
                </a:lnTo>
                <a:lnTo>
                  <a:pt x="1411868" y="0"/>
                </a:lnTo>
                <a:lnTo>
                  <a:pt x="1421034" y="0"/>
                </a:lnTo>
                <a:lnTo>
                  <a:pt x="1515206" y="0"/>
                </a:lnTo>
                <a:lnTo>
                  <a:pt x="2636151" y="0"/>
                </a:lnTo>
                <a:lnTo>
                  <a:pt x="4637890" y="0"/>
                </a:lnTo>
                <a:lnTo>
                  <a:pt x="4654499" y="26661"/>
                </a:lnTo>
                <a:cubicBezTo>
                  <a:pt x="5425621" y="1341551"/>
                  <a:pt x="5856341" y="3721137"/>
                  <a:pt x="5856341" y="6438338"/>
                </a:cubicBezTo>
                <a:cubicBezTo>
                  <a:pt x="5856341" y="8833790"/>
                  <a:pt x="5159120" y="9960353"/>
                  <a:pt x="4449211" y="11332719"/>
                </a:cubicBezTo>
                <a:cubicBezTo>
                  <a:pt x="4319934" y="11582638"/>
                  <a:pt x="4191839" y="11827452"/>
                  <a:pt x="4061349" y="12054097"/>
                </a:cubicBezTo>
                <a:lnTo>
                  <a:pt x="3977450" y="12191695"/>
                </a:lnTo>
                <a:lnTo>
                  <a:pt x="2636151" y="12191695"/>
                </a:lnTo>
                <a:lnTo>
                  <a:pt x="1421034" y="12191695"/>
                </a:lnTo>
                <a:lnTo>
                  <a:pt x="1411868" y="12191695"/>
                </a:lnTo>
                <a:lnTo>
                  <a:pt x="1283685" y="12191695"/>
                </a:lnTo>
                <a:lnTo>
                  <a:pt x="755828" y="12191695"/>
                </a:lnTo>
                <a:lnTo>
                  <a:pt x="723207" y="12191695"/>
                </a:lnTo>
                <a:lnTo>
                  <a:pt x="505121" y="12191695"/>
                </a:lnTo>
                <a:lnTo>
                  <a:pt x="243849" y="12191695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1626B1-BAC7-4893-A5AC-620597685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6277" y="-874927"/>
            <a:ext cx="1899138" cy="12191695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4E9910-51FE-45BF-973D-9D2401FD3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3758" y="-1037574"/>
            <a:ext cx="1904176" cy="12191695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6330E9E-173B-91E5-6532-DC1F87530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5" y="335766"/>
            <a:ext cx="5720999" cy="488515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ECE70AC-9474-EE6F-F875-40B6FCF7A05B}"/>
              </a:ext>
            </a:extLst>
          </p:cNvPr>
          <p:cNvSpPr txBox="1"/>
          <p:nvPr/>
        </p:nvSpPr>
        <p:spPr>
          <a:xfrm>
            <a:off x="209550" y="266700"/>
            <a:ext cx="451485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Como le sucedió a </a:t>
            </a:r>
            <a:r>
              <a:rPr lang="es-ES" sz="2400" b="1" dirty="0"/>
              <a:t>Vicent</a:t>
            </a:r>
            <a:r>
              <a:rPr lang="es-ES" sz="2400" dirty="0"/>
              <a:t>, un hombre que llevaba toda la vida </a:t>
            </a:r>
            <a:r>
              <a:rPr lang="es-ES" sz="2400" b="1" dirty="0"/>
              <a:t>interpretando un personaje </a:t>
            </a:r>
            <a:r>
              <a:rPr lang="es-ES" sz="2400" dirty="0"/>
              <a:t>basado en la programación que tenía desde su juventud. Este personaje no le permitía socializar ya que se infravaloraba como persona. Esto no le permitía darse valor a sí mismo, lo que </a:t>
            </a:r>
            <a:r>
              <a:rPr lang="es-ES" sz="2400" b="1" dirty="0"/>
              <a:t>repercutía en su autoestima, sus relaciones y su vida diaria.</a:t>
            </a:r>
          </a:p>
          <a:p>
            <a:r>
              <a:rPr lang="es-ES" sz="2400" dirty="0"/>
              <a:t>Aquel personaje se desintegró durante el proceso, y Vicent </a:t>
            </a:r>
            <a:r>
              <a:rPr lang="es-ES" sz="2400" b="1" dirty="0"/>
              <a:t>reprogramó su mentalidad hasta crear su mejor versión.</a:t>
            </a:r>
            <a:r>
              <a:rPr lang="es-ES" sz="2400" dirty="0"/>
              <a:t> Podéis verlo en los testimonios.</a:t>
            </a:r>
          </a:p>
          <a:p>
            <a:br>
              <a:rPr lang="es-ES" sz="2400" dirty="0"/>
            </a:b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09239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823A6FF-2377-DECA-5E66-E4C298421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" y="0"/>
            <a:ext cx="12102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515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7D421EE-25F3-151E-D65C-CD85998D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118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616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69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1633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3205</TotalTime>
  <Words>509</Words>
  <Application>Microsoft Office PowerPoint</Application>
  <PresentationFormat>Panorámica</PresentationFormat>
  <Paragraphs>37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Meiryo</vt:lpstr>
      <vt:lpstr>Aptos</vt:lpstr>
      <vt:lpstr>Aptos Display</vt:lpstr>
      <vt:lpstr>Arial</vt:lpstr>
      <vt:lpstr>Calibri</vt:lpstr>
      <vt:lpstr>Tema de Office</vt:lpstr>
      <vt:lpstr>Método  Despierta!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Souza</dc:creator>
  <cp:lastModifiedBy>Marc Souza</cp:lastModifiedBy>
  <cp:revision>28</cp:revision>
  <dcterms:created xsi:type="dcterms:W3CDTF">2026-07-03T19:31:46Z</dcterms:created>
  <dcterms:modified xsi:type="dcterms:W3CDTF">2026-08-15T16:50:39Z</dcterms:modified>
</cp:coreProperties>
</file>